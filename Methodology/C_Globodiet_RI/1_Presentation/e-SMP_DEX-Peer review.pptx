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heme/theme6.xml" ContentType="application/vnd.openxmlformats-officedocument.theme+xml"/>
  <Override PartName="/ppt/theme/theme7.xml" ContentType="application/vnd.openxmlformats-officedocument.theme+xml"/>
  <Override PartName="/ppt/tags/tag19.xml" ContentType="application/vnd.openxmlformats-officedocument.presentationml.tags+xml"/>
  <Override PartName="/ppt/tags/tag20.xml" ContentType="application/vnd.openxmlformats-officedocument.presentationml.tags+xml"/>
  <Override PartName="/ppt/notesSlides/notesSlide1.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2.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3.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4.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notesSlides/notesSlide5.xml" ContentType="application/vnd.openxmlformats-officedocument.presentationml.notesSlide+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notesSlides/notesSlide6.xml" ContentType="application/vnd.openxmlformats-officedocument.presentationml.notesSlide+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notesSlides/notesSlide7.xml" ContentType="application/vnd.openxmlformats-officedocument.presentationml.notesSlide+xml"/>
  <Override PartName="/ppt/tags/tag138.xml" ContentType="application/vnd.openxmlformats-officedocument.presentationml.tags+xml"/>
  <Override PartName="/ppt/notesSlides/notesSlide8.xml" ContentType="application/vnd.openxmlformats-officedocument.presentationml.notesSlide+xml"/>
  <Override PartName="/ppt/tags/tag139.xml" ContentType="application/vnd.openxmlformats-officedocument.presentationml.tags+xml"/>
  <Override PartName="/ppt/notesSlides/notesSlide9.xml" ContentType="application/vnd.openxmlformats-officedocument.presentationml.notesSlide+xml"/>
  <Override PartName="/ppt/tags/tag140.xml" ContentType="application/vnd.openxmlformats-officedocument.presentationml.tags+xml"/>
  <Override PartName="/ppt/notesSlides/notesSlide10.xml" ContentType="application/vnd.openxmlformats-officedocument.presentationml.notesSlide+xml"/>
  <Override PartName="/ppt/tags/tag141.xml" ContentType="application/vnd.openxmlformats-officedocument.presentationml.tags+xml"/>
  <Override PartName="/ppt/notesSlides/notesSlide11.xml" ContentType="application/vnd.openxmlformats-officedocument.presentationml.notesSlide+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notesSlides/notesSlide12.xml" ContentType="application/vnd.openxmlformats-officedocument.presentationml.notesSlide+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notesSlides/notesSlide13.xml" ContentType="application/vnd.openxmlformats-officedocument.presentationml.notesSlide+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notesSlides/notesSlide14.xml" ContentType="application/vnd.openxmlformats-officedocument.presentationml.notesSlide+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notesSlides/notesSlide15.xml" ContentType="application/vnd.openxmlformats-officedocument.presentationml.notesSlide+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notesSlides/notesSlide16.xml" ContentType="application/vnd.openxmlformats-officedocument.presentationml.notesSlide+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notesSlides/notesSlide17.xml" ContentType="application/vnd.openxmlformats-officedocument.presentationml.notesSlide+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notesSlides/notesSlide18.xml" ContentType="application/vnd.openxmlformats-officedocument.presentationml.notesSlide+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notesSlides/notesSlide19.xml" ContentType="application/vnd.openxmlformats-officedocument.presentationml.notesSlide+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notesSlides/notesSlide20.xml" ContentType="application/vnd.openxmlformats-officedocument.presentationml.notesSlide+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notesSlides/notesSlide21.xml" ContentType="application/vnd.openxmlformats-officedocument.presentationml.notesSlide+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notesSlides/notesSlide22.xml" ContentType="application/vnd.openxmlformats-officedocument.presentationml.notesSlide+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notesSlides/notesSlide23.xml" ContentType="application/vnd.openxmlformats-officedocument.presentationml.notesSlide+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notesSlides/notesSlide24.xml" ContentType="application/vnd.openxmlformats-officedocument.presentationml.notesSlide+xml"/>
  <Override PartName="/ppt/comments/comment1.xml" ContentType="application/vnd.openxmlformats-officedocument.presentationml.comment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notesSlides/notesSlide25.xml" ContentType="application/vnd.openxmlformats-officedocument.presentationml.notesSlide+xml"/>
  <Override PartName="/ppt/comments/comment2.xml" ContentType="application/vnd.openxmlformats-officedocument.presentationml.comment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notesSlides/notesSlide26.xml" ContentType="application/vnd.openxmlformats-officedocument.presentationml.notesSlide+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notesSlides/notesSlide27.xml" ContentType="application/vnd.openxmlformats-officedocument.presentationml.notesSlide+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1" r:id="rId2"/>
    <p:sldMasterId id="2147483652" r:id="rId3"/>
    <p:sldMasterId id="2147483653" r:id="rId4"/>
    <p:sldMasterId id="2147483654" r:id="rId5"/>
  </p:sldMasterIdLst>
  <p:notesMasterIdLst>
    <p:notesMasterId r:id="rId51"/>
  </p:notesMasterIdLst>
  <p:handoutMasterIdLst>
    <p:handoutMasterId r:id="rId52"/>
  </p:handoutMasterIdLst>
  <p:sldIdLst>
    <p:sldId id="527" r:id="rId6"/>
    <p:sldId id="528" r:id="rId7"/>
    <p:sldId id="530" r:id="rId8"/>
    <p:sldId id="531" r:id="rId9"/>
    <p:sldId id="532" r:id="rId10"/>
    <p:sldId id="533" r:id="rId11"/>
    <p:sldId id="534" r:id="rId12"/>
    <p:sldId id="535" r:id="rId13"/>
    <p:sldId id="536" r:id="rId14"/>
    <p:sldId id="537" r:id="rId15"/>
    <p:sldId id="538" r:id="rId16"/>
    <p:sldId id="539" r:id="rId17"/>
    <p:sldId id="540" r:id="rId18"/>
    <p:sldId id="541" r:id="rId19"/>
    <p:sldId id="542" r:id="rId20"/>
    <p:sldId id="543" r:id="rId21"/>
    <p:sldId id="544" r:id="rId22"/>
    <p:sldId id="545" r:id="rId23"/>
    <p:sldId id="546" r:id="rId24"/>
    <p:sldId id="547" r:id="rId25"/>
    <p:sldId id="548" r:id="rId26"/>
    <p:sldId id="549" r:id="rId27"/>
    <p:sldId id="560" r:id="rId28"/>
    <p:sldId id="256" r:id="rId29"/>
    <p:sldId id="451" r:id="rId30"/>
    <p:sldId id="366" r:id="rId31"/>
    <p:sldId id="428" r:id="rId32"/>
    <p:sldId id="429" r:id="rId33"/>
    <p:sldId id="450" r:id="rId34"/>
    <p:sldId id="452" r:id="rId35"/>
    <p:sldId id="493" r:id="rId36"/>
    <p:sldId id="445" r:id="rId37"/>
    <p:sldId id="467" r:id="rId38"/>
    <p:sldId id="496" r:id="rId39"/>
    <p:sldId id="495" r:id="rId40"/>
    <p:sldId id="498" r:id="rId41"/>
    <p:sldId id="494" r:id="rId42"/>
    <p:sldId id="458" r:id="rId43"/>
    <p:sldId id="459" r:id="rId44"/>
    <p:sldId id="460" r:id="rId45"/>
    <p:sldId id="461" r:id="rId46"/>
    <p:sldId id="413" r:id="rId47"/>
    <p:sldId id="559" r:id="rId48"/>
    <p:sldId id="558" r:id="rId49"/>
    <p:sldId id="561" r:id="rId50"/>
  </p:sldIdLst>
  <p:sldSz cx="9144000" cy="6858000" type="screen4x3"/>
  <p:notesSz cx="6797675" cy="9928225"/>
  <p:defaultTex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limanin" initials="s" lastIdx="44"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0000"/>
    <a:srgbClr val="FF6600"/>
    <a:srgbClr val="0066FF"/>
    <a:srgbClr val="000099"/>
    <a:srgbClr val="FF3300"/>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58" autoAdjust="0"/>
    <p:restoredTop sz="98120" autoAdjust="0"/>
  </p:normalViewPr>
  <p:slideViewPr>
    <p:cSldViewPr>
      <p:cViewPr>
        <p:scale>
          <a:sx n="100" d="100"/>
          <a:sy n="100" d="100"/>
        </p:scale>
        <p:origin x="-403" y="686"/>
      </p:cViewPr>
      <p:guideLst>
        <p:guide orient="horz" pos="2160"/>
        <p:guide pos="2880"/>
      </p:guideLst>
    </p:cSldViewPr>
  </p:slideViewPr>
  <p:notesTextViewPr>
    <p:cViewPr>
      <p:scale>
        <a:sx n="100" d="100"/>
        <a:sy n="10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commentAuthors" Target="commentAuthor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notesMaster" Target="notesMasters/notesMaster1.xml"/><Relationship Id="rId3" Type="http://schemas.openxmlformats.org/officeDocument/2006/relationships/slideMaster" Target="slideMasters/slideMaster3.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12-11-10T23:52:05.960" idx="42">
    <p:pos x="5278" y="-17"/>
    <p:text>Address the secury and confidentiality of the data and project. Work place, dedicated place for storing the data, etc... </p:text>
  </p:cm>
</p:cmLst>
</file>

<file path=ppt/comments/comment2.xml><?xml version="1.0" encoding="utf-8"?>
<p:cmLst xmlns:a="http://schemas.openxmlformats.org/drawingml/2006/main" xmlns:r="http://schemas.openxmlformats.org/officeDocument/2006/relationships" xmlns:p="http://schemas.openxmlformats.org/presentationml/2006/main">
  <p:cm authorId="0" dt="2012-11-13T19:14:15.483" idx="41">
    <p:pos x="10" y="10"/>
    <p:text>For the following slides use the same overall principle. Simplified explainations in lateral boxes</p:text>
  </p:cm>
</p:cmLst>
</file>

<file path=ppt/drawings/_rels/vmlDrawing1.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2.vml.rels><?xml version="1.0" encoding="UTF-8" standalone="yes"?>
<Relationships xmlns="http://schemas.openxmlformats.org/package/2006/relationships"><Relationship Id="rId3" Type="http://schemas.openxmlformats.org/officeDocument/2006/relationships/image" Target="../media/image78.emf"/><Relationship Id="rId2" Type="http://schemas.openxmlformats.org/officeDocument/2006/relationships/image" Target="../media/image77.emf"/><Relationship Id="rId1" Type="http://schemas.openxmlformats.org/officeDocument/2006/relationships/image" Target="../media/image76.emf"/><Relationship Id="rId4" Type="http://schemas.openxmlformats.org/officeDocument/2006/relationships/image" Target="../media/image79.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78.emf"/><Relationship Id="rId2" Type="http://schemas.openxmlformats.org/officeDocument/2006/relationships/image" Target="../media/image76.emf"/><Relationship Id="rId1" Type="http://schemas.openxmlformats.org/officeDocument/2006/relationships/image" Target="../media/image79.emf"/><Relationship Id="rId4" Type="http://schemas.openxmlformats.org/officeDocument/2006/relationships/image" Target="../media/image7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bwMode="auto">
          <a:xfrm>
            <a:off x="0" y="0"/>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GB"/>
          </a:p>
        </p:txBody>
      </p:sp>
      <p:sp>
        <p:nvSpPr>
          <p:cNvPr id="84995" name="Rectangle 3"/>
          <p:cNvSpPr>
            <a:spLocks noGrp="1" noChangeArrowheads="1"/>
          </p:cNvSpPr>
          <p:nvPr>
            <p:ph type="dt" sz="quarter" idx="1"/>
          </p:nvPr>
        </p:nvSpPr>
        <p:spPr bwMode="auto">
          <a:xfrm>
            <a:off x="3849688" y="0"/>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GB"/>
          </a:p>
        </p:txBody>
      </p:sp>
      <p:sp>
        <p:nvSpPr>
          <p:cNvPr id="84996" name="Rectangle 4"/>
          <p:cNvSpPr>
            <a:spLocks noGrp="1" noChangeArrowheads="1"/>
          </p:cNvSpPr>
          <p:nvPr>
            <p:ph type="ftr" sz="quarter" idx="2"/>
          </p:nvPr>
        </p:nvSpPr>
        <p:spPr bwMode="auto">
          <a:xfrm>
            <a:off x="0" y="9429750"/>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GB"/>
          </a:p>
        </p:txBody>
      </p:sp>
      <p:sp>
        <p:nvSpPr>
          <p:cNvPr id="84997" name="Rectangle 5"/>
          <p:cNvSpPr>
            <a:spLocks noGrp="1" noChangeArrowheads="1"/>
          </p:cNvSpPr>
          <p:nvPr>
            <p:ph type="sldNum" sz="quarter" idx="3"/>
          </p:nvPr>
        </p:nvSpPr>
        <p:spPr bwMode="auto">
          <a:xfrm>
            <a:off x="3849688" y="9429750"/>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F4ACA4C6-E8B9-493A-9B82-36392E1CA46B}" type="slidenum">
              <a:rPr lang="en-GB"/>
              <a:pPr/>
              <a:t>‹#›</a:t>
            </a:fld>
            <a:endParaRPr lang="en-GB"/>
          </a:p>
        </p:txBody>
      </p:sp>
    </p:spTree>
    <p:extLst>
      <p:ext uri="{BB962C8B-B14F-4D97-AF65-F5344CB8AC3E}">
        <p14:creationId xmlns:p14="http://schemas.microsoft.com/office/powerpoint/2010/main" val="14099398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GB"/>
          </a:p>
        </p:txBody>
      </p:sp>
      <p:sp>
        <p:nvSpPr>
          <p:cNvPr id="48131" name="Rectangle 3"/>
          <p:cNvSpPr>
            <a:spLocks noGrp="1" noChangeArrowheads="1"/>
          </p:cNvSpPr>
          <p:nvPr>
            <p:ph type="dt" idx="1"/>
          </p:nvPr>
        </p:nvSpPr>
        <p:spPr bwMode="auto">
          <a:xfrm>
            <a:off x="3849688" y="0"/>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GB"/>
          </a:p>
        </p:txBody>
      </p:sp>
      <p:sp>
        <p:nvSpPr>
          <p:cNvPr id="48132" name="Rectangle 4"/>
          <p:cNvSpPr>
            <a:spLocks noGrp="1" noRot="1" noChangeAspect="1" noChangeArrowheads="1" noTextEdit="1"/>
          </p:cNvSpPr>
          <p:nvPr>
            <p:ph type="sldImg" idx="2"/>
          </p:nvPr>
        </p:nvSpPr>
        <p:spPr bwMode="auto">
          <a:xfrm>
            <a:off x="915988" y="744538"/>
            <a:ext cx="4965700" cy="3722687"/>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8133" name="Rectangle 5"/>
          <p:cNvSpPr>
            <a:spLocks noGrp="1" noChangeArrowheads="1"/>
          </p:cNvSpPr>
          <p:nvPr>
            <p:ph type="body" sz="quarter" idx="3"/>
          </p:nvPr>
        </p:nvSpPr>
        <p:spPr bwMode="auto">
          <a:xfrm>
            <a:off x="679450" y="4716463"/>
            <a:ext cx="5438775" cy="446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p>
        </p:txBody>
      </p:sp>
      <p:sp>
        <p:nvSpPr>
          <p:cNvPr id="48134" name="Rectangle 6"/>
          <p:cNvSpPr>
            <a:spLocks noGrp="1" noChangeArrowheads="1"/>
          </p:cNvSpPr>
          <p:nvPr>
            <p:ph type="ftr" sz="quarter" idx="4"/>
          </p:nvPr>
        </p:nvSpPr>
        <p:spPr bwMode="auto">
          <a:xfrm>
            <a:off x="0" y="9429750"/>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GB"/>
          </a:p>
        </p:txBody>
      </p:sp>
      <p:sp>
        <p:nvSpPr>
          <p:cNvPr id="48135" name="Rectangle 7"/>
          <p:cNvSpPr>
            <a:spLocks noGrp="1" noChangeArrowheads="1"/>
          </p:cNvSpPr>
          <p:nvPr>
            <p:ph type="sldNum" sz="quarter" idx="5"/>
          </p:nvPr>
        </p:nvSpPr>
        <p:spPr bwMode="auto">
          <a:xfrm>
            <a:off x="3849688" y="9429750"/>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86E42121-EFBA-4E41-A2DF-B75779A0C11E}" type="slidenum">
              <a:rPr lang="en-GB"/>
              <a:pPr/>
              <a:t>‹#›</a:t>
            </a:fld>
            <a:endParaRPr lang="en-GB"/>
          </a:p>
        </p:txBody>
      </p:sp>
    </p:spTree>
    <p:extLst>
      <p:ext uri="{BB962C8B-B14F-4D97-AF65-F5344CB8AC3E}">
        <p14:creationId xmlns:p14="http://schemas.microsoft.com/office/powerpoint/2010/main" val="32217010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Arial" charset="0"/>
      </a:defRPr>
    </a:lvl1pPr>
    <a:lvl2pPr marL="457200" algn="l" rtl="0" fontAlgn="base">
      <a:spcBef>
        <a:spcPct val="30000"/>
      </a:spcBef>
      <a:spcAft>
        <a:spcPct val="0"/>
      </a:spcAft>
      <a:defRPr sz="1200" kern="1200">
        <a:solidFill>
          <a:schemeClr val="tx1"/>
        </a:solidFill>
        <a:latin typeface="Arial" charset="0"/>
        <a:ea typeface="+mn-ea"/>
        <a:cs typeface="Arial" charset="0"/>
      </a:defRPr>
    </a:lvl2pPr>
    <a:lvl3pPr marL="914400" algn="l" rtl="0" fontAlgn="base">
      <a:spcBef>
        <a:spcPct val="30000"/>
      </a:spcBef>
      <a:spcAft>
        <a:spcPct val="0"/>
      </a:spcAft>
      <a:defRPr sz="1200" kern="1200">
        <a:solidFill>
          <a:schemeClr val="tx1"/>
        </a:solidFill>
        <a:latin typeface="Arial" charset="0"/>
        <a:ea typeface="+mn-ea"/>
        <a:cs typeface="Arial" charset="0"/>
      </a:defRPr>
    </a:lvl3pPr>
    <a:lvl4pPr marL="1371600" algn="l" rtl="0" fontAlgn="base">
      <a:spcBef>
        <a:spcPct val="30000"/>
      </a:spcBef>
      <a:spcAft>
        <a:spcPct val="0"/>
      </a:spcAft>
      <a:defRPr sz="1200" kern="1200">
        <a:solidFill>
          <a:schemeClr val="tx1"/>
        </a:solidFill>
        <a:latin typeface="Arial" charset="0"/>
        <a:ea typeface="+mn-ea"/>
        <a:cs typeface="Arial" charset="0"/>
      </a:defRPr>
    </a:lvl4pPr>
    <a:lvl5pPr marL="1828800" algn="l" rtl="0" fontAlgn="base">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ChangeArrowheads="1" noTextEdit="1"/>
          </p:cNvSpPr>
          <p:nvPr>
            <p:ph type="sldImg"/>
          </p:nvPr>
        </p:nvSpPr>
        <p:spPr>
          <a:xfrm>
            <a:off x="917575" y="744538"/>
            <a:ext cx="4962525" cy="3722687"/>
          </a:xfrm>
          <a:ln/>
        </p:spPr>
      </p:sp>
      <p:sp>
        <p:nvSpPr>
          <p:cNvPr id="128003" name="Rectangle 3"/>
          <p:cNvSpPr>
            <a:spLocks noGrp="1" noChangeArrowheads="1"/>
          </p:cNvSpPr>
          <p:nvPr>
            <p:ph type="body" idx="1"/>
          </p:nvPr>
        </p:nvSpPr>
        <p:spPr>
          <a:xfrm>
            <a:off x="1131889" y="4715109"/>
            <a:ext cx="4529137" cy="396969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0AADC38-1F1C-463B-BFDA-57FC94569FBC}" type="slidenum">
              <a:rPr lang="en-GB"/>
              <a:pPr/>
              <a:t>2</a:t>
            </a:fld>
            <a:endParaRPr lang="en-GB"/>
          </a:p>
        </p:txBody>
      </p:sp>
      <p:sp>
        <p:nvSpPr>
          <p:cNvPr id="150530" name="Rectangle 2"/>
          <p:cNvSpPr>
            <a:spLocks noGrp="1" noRot="1" noChangeAspect="1" noChangeArrowheads="1" noTextEdit="1"/>
          </p:cNvSpPr>
          <p:nvPr>
            <p:ph type="sldImg"/>
          </p:nvPr>
        </p:nvSpPr>
        <p:spPr>
          <a:xfrm>
            <a:off x="950913" y="714375"/>
            <a:ext cx="4964112" cy="3722688"/>
          </a:xfrm>
          <a:ln/>
        </p:spPr>
      </p:sp>
      <p:sp>
        <p:nvSpPr>
          <p:cNvPr id="150531" name="Rectangle 3"/>
          <p:cNvSpPr>
            <a:spLocks noGrp="1" noChangeArrowheads="1"/>
          </p:cNvSpPr>
          <p:nvPr>
            <p:ph type="body" idx="1"/>
          </p:nvPr>
        </p:nvSpPr>
        <p:spPr>
          <a:xfrm>
            <a:off x="679450" y="4714875"/>
            <a:ext cx="5438775" cy="4468813"/>
          </a:xfrm>
          <a:noFill/>
        </p:spPr>
        <p:txBody>
          <a:bodyPr lIns="92153" tIns="46077" rIns="92153" bIns="46077"/>
          <a:lstStyle/>
          <a:p>
            <a:pPr>
              <a:buFont typeface="Tahoma" pitchFamily="34" charset="0"/>
              <a:buNone/>
            </a:pPr>
            <a:r>
              <a:rPr lang="en-GB">
                <a:solidFill>
                  <a:srgbClr val="0000FF"/>
                </a:solidFill>
              </a:rPr>
              <a:t>In its broad definition, EPIC-Soft is a Highly standardised and detailed 24-HDR method across EU countries </a:t>
            </a:r>
          </a:p>
          <a:p>
            <a:pPr>
              <a:buFont typeface="Tahoma" pitchFamily="34" charset="0"/>
              <a:buNone/>
            </a:pPr>
            <a:r>
              <a:rPr lang="en-GB"/>
              <a:t>Same general concept and user’s interface</a:t>
            </a:r>
          </a:p>
          <a:p>
            <a:pPr>
              <a:buFont typeface="Tahoma" pitchFamily="34" charset="0"/>
              <a:buNone/>
            </a:pPr>
            <a:r>
              <a:rPr lang="en-GB">
                <a:solidFill>
                  <a:srgbClr val="0000FF"/>
                </a:solidFill>
              </a:rPr>
              <a:t>Adapted version for children and potentially elderly people (Data entry system)</a:t>
            </a:r>
          </a:p>
          <a:p>
            <a:pPr>
              <a:buFont typeface="Tahoma" pitchFamily="34" charset="0"/>
              <a:buNone/>
            </a:pPr>
            <a:r>
              <a:rPr lang="en-GB"/>
              <a:t>Comprehensive quality controls (before, during and after interview collection)</a:t>
            </a:r>
            <a:endParaRPr lang="en-GB">
              <a:solidFill>
                <a:srgbClr val="0000FF"/>
              </a:solidFill>
            </a:endParaRPr>
          </a:p>
          <a:p>
            <a:pPr>
              <a:buFont typeface="Tahoma" pitchFamily="34" charset="0"/>
              <a:buNone/>
            </a:pPr>
            <a:r>
              <a:rPr lang="en-GB">
                <a:solidFill>
                  <a:srgbClr val="0000FF"/>
                </a:solidFill>
              </a:rPr>
              <a:t>Validated for face-to-face and telephone interview alternatives</a:t>
            </a:r>
            <a:endParaRPr lang="en-GB"/>
          </a:p>
          <a:p>
            <a:pPr>
              <a:buFont typeface="Tahoma" pitchFamily="34" charset="0"/>
              <a:buNone/>
            </a:pPr>
            <a:r>
              <a:rPr lang="en-GB"/>
              <a:t>Tested in different study designs &amp; populations</a:t>
            </a:r>
          </a:p>
          <a:p>
            <a:pPr>
              <a:buFont typeface="Tahoma" pitchFamily="34" charset="0"/>
              <a:buNone/>
            </a:pPr>
            <a:r>
              <a:rPr lang="en-GB">
                <a:solidFill>
                  <a:srgbClr val="0000FF"/>
                </a:solidFill>
              </a:rPr>
              <a:t>Standardised e-training facilities (ongoing) </a:t>
            </a:r>
          </a:p>
          <a:p>
            <a:pPr>
              <a:buFont typeface="Tahoma" pitchFamily="34" charset="0"/>
              <a:buNone/>
            </a:pPr>
            <a:endParaRPr lang="en-GB">
              <a:solidFill>
                <a:srgbClr val="0000FF"/>
              </a:solidFill>
            </a:endParaRPr>
          </a:p>
          <a:p>
            <a:pPr>
              <a:buFont typeface="Tahoma" pitchFamily="34" charset="0"/>
              <a:buNone/>
            </a:pPr>
            <a:r>
              <a:rPr lang="en-GB">
                <a:solidFill>
                  <a:srgbClr val="0000FF"/>
                </a:solidFill>
              </a:rPr>
              <a:t>Several douzens of papers on the concept, validation, first set of comparable data available in Europe.</a:t>
            </a:r>
          </a:p>
          <a:p>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txBox="1">
            <a:spLocks noGrp="1" noChangeArrowheads="1"/>
          </p:cNvSpPr>
          <p:nvPr/>
        </p:nvSpPr>
        <p:spPr bwMode="auto">
          <a:xfrm>
            <a:off x="3849688" y="9430218"/>
            <a:ext cx="2946400" cy="496412"/>
          </a:xfrm>
          <a:prstGeom prst="rect">
            <a:avLst/>
          </a:prstGeom>
          <a:noFill/>
          <a:extLst/>
        </p:spPr>
        <p:txBody>
          <a:bodyPr anchor="b"/>
          <a:lstStyle/>
          <a:p>
            <a:pPr algn="r">
              <a:defRPr/>
            </a:pPr>
            <a:fld id="{8707A097-920F-4886-87A4-E3EDD58C4E0D}" type="slidenum">
              <a:rPr lang="en-GB" sz="1200">
                <a:solidFill>
                  <a:prstClr val="black"/>
                </a:solidFill>
                <a:cs typeface="+mn-cs"/>
              </a:rPr>
              <a:pPr algn="r">
                <a:defRPr/>
              </a:pPr>
              <a:t>3</a:t>
            </a:fld>
            <a:endParaRPr lang="en-GB" sz="1200">
              <a:solidFill>
                <a:prstClr val="black"/>
              </a:solidFill>
              <a:cs typeface="+mn-cs"/>
            </a:endParaRPr>
          </a:p>
        </p:txBody>
      </p:sp>
      <p:sp>
        <p:nvSpPr>
          <p:cNvPr id="130051" name="Rectangle 1026"/>
          <p:cNvSpPr>
            <a:spLocks noGrp="1" noRot="1" noChangeAspect="1" noChangeArrowheads="1" noTextEdit="1"/>
          </p:cNvSpPr>
          <p:nvPr>
            <p:ph type="sldImg"/>
          </p:nvPr>
        </p:nvSpPr>
        <p:spPr>
          <a:xfrm>
            <a:off x="1074738" y="858838"/>
            <a:ext cx="4648200" cy="3486150"/>
          </a:xfrm>
          <a:ln/>
        </p:spPr>
      </p:sp>
      <p:sp>
        <p:nvSpPr>
          <p:cNvPr id="130052" name="Rectangle 1027"/>
          <p:cNvSpPr>
            <a:spLocks noGrp="1" noChangeArrowheads="1"/>
          </p:cNvSpPr>
          <p:nvPr>
            <p:ph type="body" idx="1"/>
          </p:nvPr>
        </p:nvSpPr>
        <p:spPr>
          <a:xfrm>
            <a:off x="914400" y="4520375"/>
            <a:ext cx="4953000" cy="44948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r>
              <a:rPr lang="en-US" sz="1000" smtClean="0">
                <a:solidFill>
                  <a:schemeClr val="accent2"/>
                </a:solidFill>
              </a:rPr>
              <a:t>The overall ad hoc concept developed to standardize the EPIC-SOFT 24-HDR program  between the EPIC countries relied on two contradictory objectives.</a:t>
            </a:r>
          </a:p>
          <a:p>
            <a:pPr marL="228600" indent="-228600">
              <a:buFontTx/>
              <a:buAutoNum type="arabicPeriod"/>
            </a:pPr>
            <a:r>
              <a:rPr lang="en-US" sz="1000" u="sng" smtClean="0">
                <a:solidFill>
                  <a:schemeClr val="accent2"/>
                </a:solidFill>
              </a:rPr>
              <a:t>Having a rigid system</a:t>
            </a:r>
            <a:r>
              <a:rPr lang="en-US" sz="1000" smtClean="0">
                <a:solidFill>
                  <a:schemeClr val="accent2"/>
                </a:solidFill>
              </a:rPr>
              <a:t> to ensure a high level of standardization in the interview procedure to prevent or minimize  systematic errors, through common files controlling for common procedures and rules to describe, quantify, probe and calculate food consumption, including common screens and functions. </a:t>
            </a:r>
          </a:p>
          <a:p>
            <a:pPr marL="228600" indent="-228600"/>
            <a:endParaRPr lang="en-US" sz="1000" smtClean="0">
              <a:solidFill>
                <a:schemeClr val="accent2"/>
              </a:solidFill>
            </a:endParaRPr>
          </a:p>
          <a:p>
            <a:pPr marL="228600" indent="-228600">
              <a:buFontTx/>
              <a:buAutoNum type="arabicPeriod"/>
            </a:pPr>
            <a:r>
              <a:rPr lang="en-US" sz="1000" u="sng" smtClean="0">
                <a:solidFill>
                  <a:schemeClr val="accent2"/>
                </a:solidFill>
              </a:rPr>
              <a:t>Having a flexible system</a:t>
            </a:r>
            <a:r>
              <a:rPr lang="en-US" sz="1000" smtClean="0">
                <a:solidFill>
                  <a:schemeClr val="accent2"/>
                </a:solidFill>
              </a:rPr>
              <a:t> to capture the large within and between country variation in food consumption. Through country-specific files taking starting from country-specific  food and recipe files build up according the common rules summarized in the common files.</a:t>
            </a:r>
          </a:p>
          <a:p>
            <a:pPr marL="228600" indent="-228600"/>
            <a:endParaRPr lang="en-US" sz="1000" smtClean="0">
              <a:solidFill>
                <a:schemeClr val="accent2"/>
              </a:solidFill>
            </a:endParaRPr>
          </a:p>
          <a:p>
            <a:pPr marL="228600" indent="-228600"/>
            <a:r>
              <a:rPr lang="en-US" sz="1000" smtClean="0">
                <a:solidFill>
                  <a:schemeClr val="accent2"/>
                </a:solidFill>
              </a:rPr>
              <a:t>This approach enable to prepare 10 country-specific versions of the EPIC-SOFT programme, and, more recently, an additional one for Belgium not participating in EPIC.</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8A640BB-3CA6-4388-9D1B-D878975C5541}" type="slidenum">
              <a:rPr lang="en-US"/>
              <a:pPr>
                <a:defRPr/>
              </a:pPr>
              <a:t>6</a:t>
            </a:fld>
            <a:endParaRPr lang="en-US"/>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Rot="1" noChangeAspect="1" noChangeArrowheads="1" noTextEdit="1"/>
          </p:cNvSpPr>
          <p:nvPr>
            <p:ph type="sldImg"/>
          </p:nvPr>
        </p:nvSpPr>
        <p:spPr>
          <a:xfrm>
            <a:off x="919163" y="744538"/>
            <a:ext cx="4960937" cy="3722687"/>
          </a:xfrm>
          <a:ln/>
        </p:spPr>
      </p:sp>
      <p:sp>
        <p:nvSpPr>
          <p:cNvPr id="132099" name="Rectangle 3"/>
          <p:cNvSpPr>
            <a:spLocks noGrp="1" noChangeArrowheads="1"/>
          </p:cNvSpPr>
          <p:nvPr>
            <p:ph type="body" idx="1"/>
          </p:nvPr>
        </p:nvSpPr>
        <p:spPr>
          <a:xfrm>
            <a:off x="679450" y="4715109"/>
            <a:ext cx="5438775" cy="446929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smtClean="0"/>
              <a:t>ES is a standardised tool which</a:t>
            </a:r>
          </a:p>
          <a:p>
            <a:r>
              <a:rPr lang="en-GB" smtClean="0"/>
              <a:t>- share the same interface and general concept across country-versions and standardised procedures to collect, search, describe, quantify, probe, calculate, export and maintain 24-Hdr recalls within and between countries. </a:t>
            </a:r>
          </a:p>
          <a:p>
            <a:r>
              <a:rPr lang="en-GB" smtClean="0"/>
              <a:t>- all the detailed information is systematically collected, stored and entirely retrievable</a:t>
            </a:r>
          </a:p>
          <a:p>
            <a:r>
              <a:rPr lang="en-GB" smtClean="0"/>
              <a:t>- As an example, the identification, search and level of description of the foods consumed by the study subjects is controlled by using the same sets of questions (facets such as preservation method, physical state, cooking method, skin consumed) and their related precoded answers of descriptors (e.g. different baked, fried, etc…) specific to each facet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Rot="1" noChangeAspect="1" noChangeArrowheads="1" noTextEdit="1"/>
          </p:cNvSpPr>
          <p:nvPr>
            <p:ph type="sldImg"/>
          </p:nvPr>
        </p:nvSpPr>
        <p:spPr>
          <a:xfrm>
            <a:off x="919163" y="744538"/>
            <a:ext cx="4960937" cy="3722687"/>
          </a:xfrm>
          <a:ln/>
        </p:spPr>
      </p:sp>
      <p:sp>
        <p:nvSpPr>
          <p:cNvPr id="133123" name="Rectangle 3"/>
          <p:cNvSpPr>
            <a:spLocks noGrp="1" noChangeArrowheads="1"/>
          </p:cNvSpPr>
          <p:nvPr>
            <p:ph type="body" idx="1"/>
          </p:nvPr>
        </p:nvSpPr>
        <p:spPr>
          <a:xfrm>
            <a:off x="679450" y="4715109"/>
            <a:ext cx="5438775" cy="446929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smtClean="0"/>
              <a:t>ES is a standardised tool which</a:t>
            </a:r>
          </a:p>
          <a:p>
            <a:r>
              <a:rPr lang="en-GB" smtClean="0"/>
              <a:t>- share the same interface and general concept across country-versions and standardised procedures to collect, search, describe, quantify, probe, calculate, export and maintain 24-Hdr recalls within and between countries. </a:t>
            </a:r>
          </a:p>
          <a:p>
            <a:r>
              <a:rPr lang="en-GB" smtClean="0"/>
              <a:t>- all the detailed information is systematically collected, stored and entirely retrievable</a:t>
            </a:r>
          </a:p>
          <a:p>
            <a:r>
              <a:rPr lang="en-GB" smtClean="0"/>
              <a:t>- As an example, the identification, search and level of description of the foods consumed by the study subjects is controlled by using the same sets of questions (facets such as preservation method, physical state, cooking method, skin consumed) and their related precoded answers of descriptors (e.g. different baked, fried, etc…) specific to each facet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Rot="1" noChangeAspect="1" noTextEdit="1"/>
          </p:cNvSpPr>
          <p:nvPr>
            <p:ph type="sldImg"/>
          </p:nvPr>
        </p:nvSpPr>
        <p:spPr>
          <a:xfrm>
            <a:off x="917575" y="744538"/>
            <a:ext cx="4962525" cy="3722687"/>
          </a:xfrm>
          <a:ln/>
        </p:spPr>
      </p:sp>
      <p:sp>
        <p:nvSpPr>
          <p:cNvPr id="134147" name="Rectangle 3"/>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Rot="1" noChangeAspect="1" noTextEdit="1"/>
          </p:cNvSpPr>
          <p:nvPr>
            <p:ph type="sldImg"/>
          </p:nvPr>
        </p:nvSpPr>
        <p:spPr>
          <a:xfrm>
            <a:off x="917575" y="744538"/>
            <a:ext cx="4962525" cy="3722687"/>
          </a:xfrm>
          <a:ln/>
        </p:spPr>
      </p:sp>
      <p:sp>
        <p:nvSpPr>
          <p:cNvPr id="135171" name="Rectangle 3"/>
          <p:cNvSpPr>
            <a:spLocks noGrp="1"/>
          </p:cNvSpPr>
          <p:nvPr>
            <p:ph type="body" idx="1"/>
          </p:nvPr>
        </p:nvSpPr>
        <p:spPr>
          <a:xfrm>
            <a:off x="679450" y="4716705"/>
            <a:ext cx="5438775" cy="446770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50000"/>
              </a:spcBef>
            </a:pPr>
            <a:r>
              <a:rPr lang="en-GB" smtClean="0"/>
              <a:t>New items can be entered. These are flagged so they can subsequently be checked and possibly added to the food/recipes databases. (Attention: they can replaced by other foods in the list that were not found by the interviewer before)</a:t>
            </a:r>
          </a:p>
          <a:p>
            <a:pPr eaLnBrk="1" hangingPunct="1">
              <a:spcBef>
                <a:spcPct val="50000"/>
              </a:spcBef>
            </a:pPr>
            <a:r>
              <a:rPr lang="en-US" smtClean="0"/>
              <a:t>A series of non specified generic foods and descriptors can be used during the interview to avoid arbitrary decisions.</a:t>
            </a:r>
            <a:endParaRPr lang="en-GB" smtClean="0"/>
          </a:p>
          <a:p>
            <a:pPr eaLnBrk="1" hangingPunct="1"/>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Rot="1" noChangeAspect="1" noTextEdit="1"/>
          </p:cNvSpPr>
          <p:nvPr>
            <p:ph type="sldImg"/>
          </p:nvPr>
        </p:nvSpPr>
        <p:spPr>
          <a:xfrm>
            <a:off x="917575" y="744538"/>
            <a:ext cx="4962525" cy="3722687"/>
          </a:xfrm>
          <a:ln/>
        </p:spPr>
      </p:sp>
      <p:sp>
        <p:nvSpPr>
          <p:cNvPr id="136195" name="Rectangle 3"/>
          <p:cNvSpPr>
            <a:spLocks noGrp="1"/>
          </p:cNvSpPr>
          <p:nvPr>
            <p:ph type="body" idx="1"/>
          </p:nvPr>
        </p:nvSpPr>
        <p:spPr>
          <a:xfrm>
            <a:off x="679450" y="4716705"/>
            <a:ext cx="5438775" cy="446770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Rot="1" noChangeAspect="1" noTextEdit="1"/>
          </p:cNvSpPr>
          <p:nvPr>
            <p:ph type="sldImg"/>
          </p:nvPr>
        </p:nvSpPr>
        <p:spPr>
          <a:xfrm>
            <a:off x="917575" y="744538"/>
            <a:ext cx="4962525" cy="3722687"/>
          </a:xfrm>
          <a:ln/>
        </p:spPr>
      </p:sp>
      <p:sp>
        <p:nvSpPr>
          <p:cNvPr id="137219" name="Rectangle 3"/>
          <p:cNvSpPr>
            <a:spLocks noGrp="1"/>
          </p:cNvSpPr>
          <p:nvPr>
            <p:ph type="body" idx="1"/>
          </p:nvPr>
        </p:nvSpPr>
        <p:spPr>
          <a:xfrm>
            <a:off x="679450" y="4716705"/>
            <a:ext cx="5438775" cy="446770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smtClean="0"/>
              <a:t>=&gt; Probing questions during quick list items are specific to food consumption occasion</a:t>
            </a:r>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Rot="1" noChangeAspect="1" noTextEdit="1"/>
          </p:cNvSpPr>
          <p:nvPr>
            <p:ph type="sldImg"/>
          </p:nvPr>
        </p:nvSpPr>
        <p:spPr>
          <a:xfrm>
            <a:off x="917575" y="744538"/>
            <a:ext cx="4962525" cy="3722687"/>
          </a:xfrm>
          <a:ln/>
        </p:spPr>
      </p:sp>
      <p:sp>
        <p:nvSpPr>
          <p:cNvPr id="138243" name="Rectangle 3"/>
          <p:cNvSpPr>
            <a:spLocks noGrp="1"/>
          </p:cNvSpPr>
          <p:nvPr>
            <p:ph type="body" idx="1"/>
          </p:nvPr>
        </p:nvSpPr>
        <p:spPr>
          <a:xfrm>
            <a:off x="679450" y="4716705"/>
            <a:ext cx="5438775" cy="446770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Mention example of milk in powder and in liquid.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Rot="1" noChangeAspect="1" noTextEdit="1"/>
          </p:cNvSpPr>
          <p:nvPr>
            <p:ph type="sldImg"/>
          </p:nvPr>
        </p:nvSpPr>
        <p:spPr>
          <a:xfrm>
            <a:off x="917575" y="744538"/>
            <a:ext cx="4962525" cy="3722687"/>
          </a:xfrm>
          <a:ln/>
        </p:spPr>
      </p:sp>
      <p:sp>
        <p:nvSpPr>
          <p:cNvPr id="139267" name="Rectangle 3"/>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64" tIns="47632" rIns="95264" bIns="47632"/>
          <a:lstStyle/>
          <a:p>
            <a:pPr eaLnBrk="1" hangingPunct="1">
              <a:spcBef>
                <a:spcPct val="0"/>
              </a:spcBef>
            </a:pPr>
            <a:endParaRPr lang="en-GB"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ChangeArrowheads="1" noTextEdit="1"/>
          </p:cNvSpPr>
          <p:nvPr>
            <p:ph type="sldImg"/>
          </p:nvPr>
        </p:nvSpPr>
        <p:spPr>
          <a:xfrm>
            <a:off x="917575" y="744538"/>
            <a:ext cx="4962525" cy="3722687"/>
          </a:xfrm>
          <a:ln/>
        </p:spPr>
      </p:sp>
      <p:sp>
        <p:nvSpPr>
          <p:cNvPr id="128003" name="Rectangle 3"/>
          <p:cNvSpPr>
            <a:spLocks noGrp="1" noChangeArrowheads="1"/>
          </p:cNvSpPr>
          <p:nvPr>
            <p:ph type="body" idx="1"/>
          </p:nvPr>
        </p:nvSpPr>
        <p:spPr>
          <a:xfrm>
            <a:off x="1131889" y="4715109"/>
            <a:ext cx="4529137" cy="396969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2E242D-7EA9-48E9-B86F-CDF603847B87}" type="slidenum">
              <a:rPr lang="en-GB"/>
              <a:pPr/>
              <a:t>24</a:t>
            </a:fld>
            <a:endParaRPr lang="en-GB"/>
          </a:p>
        </p:txBody>
      </p:sp>
      <p:sp>
        <p:nvSpPr>
          <p:cNvPr id="87042" name="Rectangle 2"/>
          <p:cNvSpPr>
            <a:spLocks noGrp="1" noRot="1" noChangeAspect="1" noChangeArrowheads="1" noTextEdit="1"/>
          </p:cNvSpPr>
          <p:nvPr>
            <p:ph type="sldImg"/>
          </p:nvPr>
        </p:nvSpPr>
        <p:spPr>
          <a:xfrm>
            <a:off x="917575" y="744538"/>
            <a:ext cx="4962525" cy="3722687"/>
          </a:xfrm>
          <a:ln/>
        </p:spPr>
      </p:sp>
      <p:sp>
        <p:nvSpPr>
          <p:cNvPr id="87043" name="Rectangle 3"/>
          <p:cNvSpPr>
            <a:spLocks noGrp="1" noChangeArrowheads="1"/>
          </p:cNvSpPr>
          <p:nvPr>
            <p:ph type="body" idx="1"/>
          </p:nvPr>
        </p:nvSpPr>
        <p:spPr/>
        <p:txBody>
          <a:bodyPr/>
          <a:lstStyle/>
          <a:p>
            <a:r>
              <a:rPr lang="en-US"/>
              <a:t>- Template du CIRC</a:t>
            </a:r>
          </a:p>
          <a:p>
            <a:pPr>
              <a:buFontTx/>
              <a:buChar char="-"/>
            </a:pPr>
            <a:r>
              <a:rPr lang="en-US"/>
              <a:t>Full name e-SMP</a:t>
            </a:r>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C2085260-3F48-447A-9F3E-010C5F4CC552}" type="slidenum">
              <a:rPr lang="en-GB"/>
              <a:pPr/>
              <a:t>25</a:t>
            </a:fld>
            <a:endParaRPr lang="en-GB"/>
          </a:p>
        </p:txBody>
      </p:sp>
      <p:sp>
        <p:nvSpPr>
          <p:cNvPr id="361474" name="Espace réservé de l'image des diapositives 1"/>
          <p:cNvSpPr>
            <a:spLocks noGrp="1" noRot="1" noChangeAspect="1" noTextEdit="1"/>
          </p:cNvSpPr>
          <p:nvPr>
            <p:ph type="sldImg"/>
          </p:nvPr>
        </p:nvSpPr>
        <p:spPr>
          <a:xfrm>
            <a:off x="917575" y="744538"/>
            <a:ext cx="4964113" cy="3722687"/>
          </a:xfrm>
          <a:ln/>
        </p:spPr>
      </p:sp>
      <p:sp>
        <p:nvSpPr>
          <p:cNvPr id="361475" name="Espace réservé des commentaires 2"/>
          <p:cNvSpPr>
            <a:spLocks noGrp="1"/>
          </p:cNvSpPr>
          <p:nvPr>
            <p:ph type="body" idx="1"/>
          </p:nvPr>
        </p:nvSpPr>
        <p:spPr/>
        <p:txBody>
          <a:bodyPr/>
          <a:lstStyle/>
          <a:p>
            <a:endParaRPr lang="fr-FR"/>
          </a:p>
        </p:txBody>
      </p:sp>
      <p:sp>
        <p:nvSpPr>
          <p:cNvPr id="361476" name="Espace réservé du numéro de diapositive 3"/>
          <p:cNvSpPr txBox="1">
            <a:spLocks noGrp="1"/>
          </p:cNvSpPr>
          <p:nvPr/>
        </p:nvSpPr>
        <p:spPr bwMode="auto">
          <a:xfrm>
            <a:off x="3849688" y="9429750"/>
            <a:ext cx="2946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r"/>
            <a:fld id="{36FD644D-B388-4EFC-A6C4-6E95605B64A6}" type="slidenum">
              <a:rPr lang="nl-BE" sz="1200"/>
              <a:pPr algn="r"/>
              <a:t>25</a:t>
            </a:fld>
            <a:endParaRPr lang="nl-BE"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D6CDB87-BA5A-4C7E-93B8-73A4487264C6}" type="slidenum">
              <a:rPr lang="en-GB"/>
              <a:pPr/>
              <a:t>26</a:t>
            </a:fld>
            <a:endParaRPr lang="en-GB"/>
          </a:p>
        </p:txBody>
      </p:sp>
      <p:sp>
        <p:nvSpPr>
          <p:cNvPr id="199682" name="Rectangle 2"/>
          <p:cNvSpPr>
            <a:spLocks noGrp="1" noRot="1" noChangeAspect="1" noTextEdit="1"/>
          </p:cNvSpPr>
          <p:nvPr>
            <p:ph type="sldImg"/>
          </p:nvPr>
        </p:nvSpPr>
        <p:spPr>
          <a:xfrm>
            <a:off x="917575" y="744538"/>
            <a:ext cx="4964113" cy="3722687"/>
          </a:xfrm>
          <a:ln/>
          <a:extLst>
            <a:ext uri="{909E8E84-426E-40DD-AFC4-6F175D3DCCD1}">
              <a14:hiddenFill xmlns:a14="http://schemas.microsoft.com/office/drawing/2010/main">
                <a:noFill/>
              </a14:hiddenFill>
            </a:ext>
          </a:extLst>
        </p:spPr>
      </p:sp>
      <p:sp>
        <p:nvSpPr>
          <p:cNvPr id="199683" name="Rectangle 3"/>
          <p:cNvSpPr>
            <a:spLocks noGrp="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D15A8FD0-F476-4ED1-8E33-14670D301A2D}" type="slidenum">
              <a:rPr lang="en-GB"/>
              <a:pPr/>
              <a:t>27</a:t>
            </a:fld>
            <a:endParaRPr lang="en-GB"/>
          </a:p>
        </p:txBody>
      </p:sp>
      <p:sp>
        <p:nvSpPr>
          <p:cNvPr id="314370" name="Espace réservé de l'image des diapositives 1"/>
          <p:cNvSpPr>
            <a:spLocks noGrp="1" noRot="1" noChangeAspect="1" noTextEdit="1"/>
          </p:cNvSpPr>
          <p:nvPr>
            <p:ph type="sldImg"/>
          </p:nvPr>
        </p:nvSpPr>
        <p:spPr>
          <a:xfrm>
            <a:off x="919163" y="746125"/>
            <a:ext cx="4960937" cy="3721100"/>
          </a:xfrm>
          <a:ln/>
        </p:spPr>
      </p:sp>
      <p:sp>
        <p:nvSpPr>
          <p:cNvPr id="314371" name="Espace réservé des commentaires 2"/>
          <p:cNvSpPr>
            <a:spLocks noGrp="1"/>
          </p:cNvSpPr>
          <p:nvPr>
            <p:ph type="body" idx="1"/>
          </p:nvPr>
        </p:nvSpPr>
        <p:spPr/>
        <p:txBody>
          <a:bodyPr/>
          <a:lstStyle/>
          <a:p>
            <a:endParaRPr lang="fr-FR"/>
          </a:p>
        </p:txBody>
      </p:sp>
      <p:sp>
        <p:nvSpPr>
          <p:cNvPr id="314372" name="Espace réservé du numéro de diapositive 3"/>
          <p:cNvSpPr txBox="1">
            <a:spLocks noGrp="1"/>
          </p:cNvSpPr>
          <p:nvPr/>
        </p:nvSpPr>
        <p:spPr bwMode="auto">
          <a:xfrm>
            <a:off x="3849688" y="9429750"/>
            <a:ext cx="2946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r"/>
            <a:fld id="{8030114F-7729-4511-8418-6D3178CE0FAE}" type="slidenum">
              <a:rPr lang="nl-BE" sz="1200"/>
              <a:pPr algn="r"/>
              <a:t>27</a:t>
            </a:fld>
            <a:endParaRPr lang="nl-BE"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A56A23D7-8642-4274-B6CB-407A2969FD61}" type="slidenum">
              <a:rPr lang="en-GB"/>
              <a:pPr/>
              <a:t>28</a:t>
            </a:fld>
            <a:endParaRPr lang="en-GB"/>
          </a:p>
        </p:txBody>
      </p:sp>
      <p:sp>
        <p:nvSpPr>
          <p:cNvPr id="316418" name="Espace réservé de l'image des diapositives 1"/>
          <p:cNvSpPr>
            <a:spLocks noGrp="1" noRot="1" noChangeAspect="1" noTextEdit="1"/>
          </p:cNvSpPr>
          <p:nvPr>
            <p:ph type="sldImg"/>
          </p:nvPr>
        </p:nvSpPr>
        <p:spPr>
          <a:xfrm>
            <a:off x="919163" y="746125"/>
            <a:ext cx="4960937" cy="3721100"/>
          </a:xfrm>
          <a:ln/>
        </p:spPr>
      </p:sp>
      <p:sp>
        <p:nvSpPr>
          <p:cNvPr id="316419" name="Espace réservé des commentaires 2"/>
          <p:cNvSpPr>
            <a:spLocks noGrp="1"/>
          </p:cNvSpPr>
          <p:nvPr>
            <p:ph type="body" idx="1"/>
          </p:nvPr>
        </p:nvSpPr>
        <p:spPr/>
        <p:txBody>
          <a:bodyPr/>
          <a:lstStyle/>
          <a:p>
            <a:endParaRPr lang="fr-FR"/>
          </a:p>
        </p:txBody>
      </p:sp>
      <p:sp>
        <p:nvSpPr>
          <p:cNvPr id="316420" name="Espace réservé du numéro de diapositive 3"/>
          <p:cNvSpPr txBox="1">
            <a:spLocks noGrp="1"/>
          </p:cNvSpPr>
          <p:nvPr/>
        </p:nvSpPr>
        <p:spPr bwMode="auto">
          <a:xfrm>
            <a:off x="3849688" y="9429750"/>
            <a:ext cx="2946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r"/>
            <a:fld id="{49A3079F-50C3-42B7-8F64-BAB2BE412B8A}" type="slidenum">
              <a:rPr lang="nl-BE" sz="1200"/>
              <a:pPr algn="r"/>
              <a:t>28</a:t>
            </a:fld>
            <a:endParaRPr lang="nl-BE"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455567-32E6-4770-9F4F-92F475844848}" type="slidenum">
              <a:rPr lang="en-GB"/>
              <a:pPr/>
              <a:t>29</a:t>
            </a:fld>
            <a:endParaRPr lang="en-GB"/>
          </a:p>
        </p:txBody>
      </p:sp>
      <p:sp>
        <p:nvSpPr>
          <p:cNvPr id="356354" name="Rectangle 2"/>
          <p:cNvSpPr>
            <a:spLocks noGrp="1" noRot="1" noChangeAspect="1" noChangeArrowheads="1" noTextEdit="1"/>
          </p:cNvSpPr>
          <p:nvPr>
            <p:ph type="sldImg"/>
          </p:nvPr>
        </p:nvSpPr>
        <p:spPr>
          <a:xfrm>
            <a:off x="917575" y="744538"/>
            <a:ext cx="4962525" cy="3722687"/>
          </a:xfrm>
          <a:ln/>
        </p:spPr>
      </p:sp>
      <p:sp>
        <p:nvSpPr>
          <p:cNvPr id="3563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6BA3CB87-A71F-4912-874F-7F11EA7B5BBB}" type="slidenum">
              <a:rPr lang="en-GB"/>
              <a:pPr/>
              <a:t>30</a:t>
            </a:fld>
            <a:endParaRPr lang="en-GB"/>
          </a:p>
        </p:txBody>
      </p:sp>
      <p:sp>
        <p:nvSpPr>
          <p:cNvPr id="363522" name="Espace réservé de l'image des diapositives 1"/>
          <p:cNvSpPr>
            <a:spLocks noGrp="1" noRot="1" noChangeAspect="1" noTextEdit="1"/>
          </p:cNvSpPr>
          <p:nvPr>
            <p:ph type="sldImg"/>
          </p:nvPr>
        </p:nvSpPr>
        <p:spPr>
          <a:xfrm>
            <a:off x="917575" y="744538"/>
            <a:ext cx="4962525" cy="3722687"/>
          </a:xfrm>
          <a:ln/>
        </p:spPr>
      </p:sp>
      <p:sp>
        <p:nvSpPr>
          <p:cNvPr id="363523" name="Espace réservé des commentaires 2"/>
          <p:cNvSpPr>
            <a:spLocks noGrp="1"/>
          </p:cNvSpPr>
          <p:nvPr>
            <p:ph type="body" idx="1"/>
          </p:nvPr>
        </p:nvSpPr>
        <p:spPr>
          <a:noFill/>
        </p:spPr>
        <p:txBody>
          <a:bodyPr/>
          <a:lstStyle/>
          <a:p>
            <a:r>
              <a:rPr lang="fr-FR"/>
              <a:t>Abbréviations et cohérence</a:t>
            </a:r>
          </a:p>
        </p:txBody>
      </p:sp>
      <p:sp>
        <p:nvSpPr>
          <p:cNvPr id="363524" name="Espace réservé du numéro de diapositive 3"/>
          <p:cNvSpPr txBox="1">
            <a:spLocks noGrp="1"/>
          </p:cNvSpPr>
          <p:nvPr/>
        </p:nvSpPr>
        <p:spPr bwMode="auto">
          <a:xfrm>
            <a:off x="3849688" y="9429750"/>
            <a:ext cx="2946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r"/>
            <a:fld id="{85AB2EF8-A444-4534-9B94-4A5D9EF3DEE3}" type="slidenum">
              <a:rPr lang="nl-BE" sz="1200"/>
              <a:pPr algn="r"/>
              <a:t>30</a:t>
            </a:fld>
            <a:endParaRPr lang="nl-BE"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19F35D47-15A8-464A-993D-C166CA1C6175}" type="slidenum">
              <a:rPr lang="en-GB"/>
              <a:pPr/>
              <a:t>33</a:t>
            </a:fld>
            <a:endParaRPr lang="en-GB"/>
          </a:p>
        </p:txBody>
      </p:sp>
      <p:sp>
        <p:nvSpPr>
          <p:cNvPr id="391170" name="Espace réservé de l'image des diapositives 1"/>
          <p:cNvSpPr>
            <a:spLocks noGrp="1" noRot="1" noChangeAspect="1" noTextEdit="1"/>
          </p:cNvSpPr>
          <p:nvPr>
            <p:ph type="sldImg"/>
          </p:nvPr>
        </p:nvSpPr>
        <p:spPr>
          <a:xfrm>
            <a:off x="917575" y="744538"/>
            <a:ext cx="4964113" cy="3722687"/>
          </a:xfrm>
          <a:ln/>
        </p:spPr>
      </p:sp>
      <p:sp>
        <p:nvSpPr>
          <p:cNvPr id="391171" name="Espace réservé des commentaires 2"/>
          <p:cNvSpPr>
            <a:spLocks noGrp="1"/>
          </p:cNvSpPr>
          <p:nvPr>
            <p:ph type="body" idx="1"/>
          </p:nvPr>
        </p:nvSpPr>
        <p:spPr/>
        <p:txBody>
          <a:bodyPr/>
          <a:lstStyle/>
          <a:p>
            <a:endParaRPr lang="fr-FR"/>
          </a:p>
        </p:txBody>
      </p:sp>
      <p:sp>
        <p:nvSpPr>
          <p:cNvPr id="391172" name="Espace réservé du numéro de diapositive 3"/>
          <p:cNvSpPr txBox="1">
            <a:spLocks noGrp="1"/>
          </p:cNvSpPr>
          <p:nvPr/>
        </p:nvSpPr>
        <p:spPr bwMode="auto">
          <a:xfrm>
            <a:off x="3849688" y="9429750"/>
            <a:ext cx="2946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r"/>
            <a:fld id="{206DB761-BD51-43C0-8A93-775453723E3E}" type="slidenum">
              <a:rPr lang="nl-BE" sz="1200"/>
              <a:pPr algn="r"/>
              <a:t>33</a:t>
            </a:fld>
            <a:endParaRPr lang="nl-BE" sz="12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17E073DE-D574-4A1D-BD53-03FAD78287A4}" type="slidenum">
              <a:rPr lang="en-GB"/>
              <a:pPr/>
              <a:t>34</a:t>
            </a:fld>
            <a:endParaRPr lang="en-GB"/>
          </a:p>
        </p:txBody>
      </p:sp>
      <p:sp>
        <p:nvSpPr>
          <p:cNvPr id="408578" name="Espace réservé de l'image des diapositives 1"/>
          <p:cNvSpPr>
            <a:spLocks noGrp="1" noRot="1" noChangeAspect="1" noTextEdit="1"/>
          </p:cNvSpPr>
          <p:nvPr>
            <p:ph type="sldImg"/>
          </p:nvPr>
        </p:nvSpPr>
        <p:spPr>
          <a:xfrm>
            <a:off x="917575" y="744538"/>
            <a:ext cx="4962525" cy="3722687"/>
          </a:xfrm>
          <a:ln/>
        </p:spPr>
      </p:sp>
      <p:sp>
        <p:nvSpPr>
          <p:cNvPr id="408579" name="Espace réservé des commentaires 2"/>
          <p:cNvSpPr>
            <a:spLocks noGrp="1"/>
          </p:cNvSpPr>
          <p:nvPr>
            <p:ph type="body" idx="1"/>
          </p:nvPr>
        </p:nvSpPr>
        <p:spPr/>
        <p:txBody>
          <a:bodyPr/>
          <a:lstStyle/>
          <a:p>
            <a:endParaRPr lang="fr-FR"/>
          </a:p>
        </p:txBody>
      </p:sp>
      <p:sp>
        <p:nvSpPr>
          <p:cNvPr id="408580" name="Espace réservé du numéro de diapositive 3"/>
          <p:cNvSpPr txBox="1">
            <a:spLocks noGrp="1"/>
          </p:cNvSpPr>
          <p:nvPr/>
        </p:nvSpPr>
        <p:spPr bwMode="auto">
          <a:xfrm>
            <a:off x="3849688" y="9429750"/>
            <a:ext cx="2946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r"/>
            <a:fld id="{824066BA-0FBE-4325-A7DA-B46C3D72C886}" type="slidenum">
              <a:rPr lang="nl-BE" sz="1200"/>
              <a:pPr algn="r"/>
              <a:t>34</a:t>
            </a:fld>
            <a:endParaRPr lang="nl-BE"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6C8C5AD-4913-41CB-BF35-4335147C3E88}" type="slidenum">
              <a:rPr lang="en-GB"/>
              <a:pPr/>
              <a:t>35</a:t>
            </a:fld>
            <a:endParaRPr lang="en-GB"/>
          </a:p>
        </p:txBody>
      </p:sp>
      <p:sp>
        <p:nvSpPr>
          <p:cNvPr id="406530" name="Rectangle 2"/>
          <p:cNvSpPr>
            <a:spLocks noGrp="1" noRot="1" noChangeAspect="1" noChangeArrowheads="1" noTextEdit="1"/>
          </p:cNvSpPr>
          <p:nvPr>
            <p:ph type="sldImg"/>
          </p:nvPr>
        </p:nvSpPr>
        <p:spPr>
          <a:xfrm>
            <a:off x="917575" y="744538"/>
            <a:ext cx="4962525" cy="3722687"/>
          </a:xfrm>
          <a:ln/>
        </p:spPr>
      </p:sp>
      <p:sp>
        <p:nvSpPr>
          <p:cNvPr id="406531" name="Rectangle 3"/>
          <p:cNvSpPr>
            <a:spLocks noGrp="1" noChangeArrowheads="1"/>
          </p:cNvSpPr>
          <p:nvPr>
            <p:ph type="body" idx="1"/>
          </p:nvPr>
        </p:nvSpPr>
        <p:spPr/>
        <p:txBody>
          <a:bodyPr/>
          <a:lstStyle/>
          <a:p>
            <a:r>
              <a:rPr lang="en-US"/>
              <a:t>Expliciter sur 1 ou 2 slide supplémentaires</a:t>
            </a:r>
            <a:endParaRPr lang="en-GB"/>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CA035D6-8C29-4FC0-8D84-54CDE6BB263A}" type="slidenum">
              <a:rPr lang="en-GB"/>
              <a:pPr/>
              <a:t>36</a:t>
            </a:fld>
            <a:endParaRPr lang="en-GB"/>
          </a:p>
        </p:txBody>
      </p:sp>
      <p:sp>
        <p:nvSpPr>
          <p:cNvPr id="412674" name="Rectangle 2"/>
          <p:cNvSpPr>
            <a:spLocks noGrp="1" noRot="1" noChangeAspect="1" noChangeArrowheads="1" noTextEdit="1"/>
          </p:cNvSpPr>
          <p:nvPr>
            <p:ph type="sldImg"/>
          </p:nvPr>
        </p:nvSpPr>
        <p:spPr>
          <a:xfrm>
            <a:off x="917575" y="744538"/>
            <a:ext cx="4962525" cy="3722687"/>
          </a:xfrm>
          <a:ln/>
        </p:spPr>
      </p:sp>
      <p:sp>
        <p:nvSpPr>
          <p:cNvPr id="412675" name="Rectangle 3"/>
          <p:cNvSpPr>
            <a:spLocks noGrp="1" noChangeArrowheads="1"/>
          </p:cNvSpPr>
          <p:nvPr>
            <p:ph type="body" idx="1"/>
          </p:nvPr>
        </p:nvSpPr>
        <p:spPr/>
        <p:txBody>
          <a:bodyPr/>
          <a:lstStyle/>
          <a:p>
            <a:r>
              <a:rPr lang="en-US"/>
              <a:t>Expliciter sur 1 ou 2 slide supplémentaires</a:t>
            </a:r>
            <a:endParaRPr lang="en-GB"/>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C159F1C6-2149-4158-8EAD-9D31F3164B69}" type="slidenum">
              <a:rPr lang="en-GB"/>
              <a:pPr/>
              <a:t>37</a:t>
            </a:fld>
            <a:endParaRPr lang="en-GB"/>
          </a:p>
        </p:txBody>
      </p:sp>
      <p:sp>
        <p:nvSpPr>
          <p:cNvPr id="389122" name="Slide Image Placeholder 1"/>
          <p:cNvSpPr>
            <a:spLocks noGrp="1" noRot="1" noChangeAspect="1" noTextEdit="1"/>
          </p:cNvSpPr>
          <p:nvPr>
            <p:ph type="sldImg"/>
          </p:nvPr>
        </p:nvSpPr>
        <p:spPr>
          <a:xfrm>
            <a:off x="915988" y="744538"/>
            <a:ext cx="4964112" cy="3722687"/>
          </a:xfrm>
          <a:ln/>
        </p:spPr>
      </p:sp>
      <p:sp>
        <p:nvSpPr>
          <p:cNvPr id="389123" name="Notes Placeholder 2"/>
          <p:cNvSpPr>
            <a:spLocks noGrp="1"/>
          </p:cNvSpPr>
          <p:nvPr>
            <p:ph type="body" idx="1"/>
          </p:nvPr>
        </p:nvSpPr>
        <p:spPr>
          <a:noFill/>
        </p:spPr>
        <p:txBody>
          <a:bodyPr/>
          <a:lstStyle/>
          <a:p>
            <a:pPr>
              <a:spcBef>
                <a:spcPct val="0"/>
              </a:spcBef>
            </a:pPr>
            <a:r>
              <a:rPr lang="en-US"/>
              <a:t>Icônes:</a:t>
            </a:r>
          </a:p>
          <a:p>
            <a:pPr>
              <a:spcBef>
                <a:spcPct val="0"/>
              </a:spcBef>
            </a:pPr>
            <a:r>
              <a:rPr lang="en-US"/>
              <a:t>+ add</a:t>
            </a:r>
            <a:endParaRPr lang="en-GB"/>
          </a:p>
        </p:txBody>
      </p:sp>
      <p:sp>
        <p:nvSpPr>
          <p:cNvPr id="389124" name="Slide Number Placeholder 3"/>
          <p:cNvSpPr txBox="1">
            <a:spLocks noGrp="1"/>
          </p:cNvSpPr>
          <p:nvPr/>
        </p:nvSpPr>
        <p:spPr bwMode="auto">
          <a:xfrm>
            <a:off x="3849688" y="9429750"/>
            <a:ext cx="2946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r"/>
            <a:fld id="{502B7559-99D6-4C20-A85D-DBAB8ED167CB}" type="slidenum">
              <a:rPr lang="en-GB" sz="1200"/>
              <a:pPr algn="r"/>
              <a:t>37</a:t>
            </a:fld>
            <a:endParaRPr lang="en-GB"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0F883440-38DD-4AD2-B8CB-6387AE1AA5C6}" type="slidenum">
              <a:rPr lang="en-GB"/>
              <a:pPr/>
              <a:t>38</a:t>
            </a:fld>
            <a:endParaRPr lang="en-GB"/>
          </a:p>
        </p:txBody>
      </p:sp>
      <p:sp>
        <p:nvSpPr>
          <p:cNvPr id="371714" name="Slide Image Placeholder 1"/>
          <p:cNvSpPr>
            <a:spLocks noGrp="1" noRot="1" noChangeAspect="1" noTextEdit="1"/>
          </p:cNvSpPr>
          <p:nvPr>
            <p:ph type="sldImg"/>
          </p:nvPr>
        </p:nvSpPr>
        <p:spPr>
          <a:xfrm>
            <a:off x="915988" y="744538"/>
            <a:ext cx="4964112" cy="3722687"/>
          </a:xfrm>
          <a:ln/>
        </p:spPr>
      </p:sp>
      <p:sp>
        <p:nvSpPr>
          <p:cNvPr id="371715" name="Notes Placeholder 2"/>
          <p:cNvSpPr>
            <a:spLocks noGrp="1"/>
          </p:cNvSpPr>
          <p:nvPr>
            <p:ph type="body" idx="1"/>
          </p:nvPr>
        </p:nvSpPr>
        <p:spPr/>
        <p:txBody>
          <a:bodyPr/>
          <a:lstStyle/>
          <a:p>
            <a:pPr>
              <a:spcBef>
                <a:spcPct val="0"/>
              </a:spcBef>
            </a:pPr>
            <a:r>
              <a:rPr lang="en-GB"/>
              <a:t>Search, filter and sorting are general principles that you want to show for e-SMP? Because now it is not clear how to get the search screen that you are showing or how to come to the filters … so I presume that you are only showing the general principles?</a:t>
            </a:r>
          </a:p>
        </p:txBody>
      </p:sp>
      <p:sp>
        <p:nvSpPr>
          <p:cNvPr id="371716" name="Slide Number Placeholder 3"/>
          <p:cNvSpPr txBox="1">
            <a:spLocks noGrp="1"/>
          </p:cNvSpPr>
          <p:nvPr/>
        </p:nvSpPr>
        <p:spPr bwMode="auto">
          <a:xfrm>
            <a:off x="3849688" y="9429750"/>
            <a:ext cx="2946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r"/>
            <a:fld id="{B06FA870-786C-4C9D-A8A7-50953028555F}" type="slidenum">
              <a:rPr lang="en-GB" sz="1200"/>
              <a:pPr algn="r"/>
              <a:t>38</a:t>
            </a:fld>
            <a:endParaRPr lang="en-GB" sz="120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D674276-DA99-4802-AE8A-CD23D6E73981}" type="slidenum">
              <a:rPr lang="en-GB"/>
              <a:pPr/>
              <a:t>43</a:t>
            </a:fld>
            <a:endParaRPr lang="en-GB"/>
          </a:p>
        </p:txBody>
      </p:sp>
      <p:sp>
        <p:nvSpPr>
          <p:cNvPr id="294914" name="Rectangle 2"/>
          <p:cNvSpPr>
            <a:spLocks noGrp="1" noRot="1" noChangeAspect="1" noChangeArrowheads="1" noTextEdit="1"/>
          </p:cNvSpPr>
          <p:nvPr>
            <p:ph type="sldImg"/>
          </p:nvPr>
        </p:nvSpPr>
        <p:spPr>
          <a:xfrm>
            <a:off x="917575" y="744538"/>
            <a:ext cx="4962525" cy="3722687"/>
          </a:xfrm>
          <a:ln/>
        </p:spPr>
      </p:sp>
      <p:sp>
        <p:nvSpPr>
          <p:cNvPr id="294915"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C1D50714-3D0E-46BC-A52B-95A4F3F119EF}" type="slidenum">
              <a:rPr lang="en-US"/>
              <a:pPr/>
              <a:t>‹#›</a:t>
            </a:fld>
            <a:endParaRPr lang="en-US"/>
          </a:p>
        </p:txBody>
      </p:sp>
    </p:spTree>
    <p:extLst>
      <p:ext uri="{BB962C8B-B14F-4D97-AF65-F5344CB8AC3E}">
        <p14:creationId xmlns:p14="http://schemas.microsoft.com/office/powerpoint/2010/main" val="7677233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E4E5647-DC23-4EA1-A24A-E20F8AB59DC9}" type="slidenum">
              <a:rPr lang="en-US"/>
              <a:pPr/>
              <a:t>‹#›</a:t>
            </a:fld>
            <a:endParaRPr lang="en-US"/>
          </a:p>
        </p:txBody>
      </p:sp>
    </p:spTree>
    <p:extLst>
      <p:ext uri="{BB962C8B-B14F-4D97-AF65-F5344CB8AC3E}">
        <p14:creationId xmlns:p14="http://schemas.microsoft.com/office/powerpoint/2010/main" val="16670733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E2B78096-97FC-4619-BB70-FDDEF3E76972}" type="slidenum">
              <a:rPr lang="en-US"/>
              <a:pPr/>
              <a:t>‹#›</a:t>
            </a:fld>
            <a:endParaRPr lang="en-US"/>
          </a:p>
        </p:txBody>
      </p:sp>
    </p:spTree>
    <p:extLst>
      <p:ext uri="{BB962C8B-B14F-4D97-AF65-F5344CB8AC3E}">
        <p14:creationId xmlns:p14="http://schemas.microsoft.com/office/powerpoint/2010/main" val="2933400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31247D2D-9D2C-4F15-8715-103476D0A94C}" type="slidenum">
              <a:rPr lang="en-US"/>
              <a:pPr/>
              <a:t>‹#›</a:t>
            </a:fld>
            <a:endParaRPr lang="en-US"/>
          </a:p>
        </p:txBody>
      </p:sp>
    </p:spTree>
    <p:extLst>
      <p:ext uri="{BB962C8B-B14F-4D97-AF65-F5344CB8AC3E}">
        <p14:creationId xmlns:p14="http://schemas.microsoft.com/office/powerpoint/2010/main" val="192707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7B06CBC6-9251-468C-8BF2-5B909BEFD211}" type="slidenum">
              <a:rPr lang="en-US"/>
              <a:pPr/>
              <a:t>‹#›</a:t>
            </a:fld>
            <a:endParaRPr lang="en-US"/>
          </a:p>
        </p:txBody>
      </p:sp>
    </p:spTree>
    <p:extLst>
      <p:ext uri="{BB962C8B-B14F-4D97-AF65-F5344CB8AC3E}">
        <p14:creationId xmlns:p14="http://schemas.microsoft.com/office/powerpoint/2010/main" val="3719968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451556A9-B288-44D1-997F-9B4AF4D33407}" type="slidenum">
              <a:rPr lang="en-US"/>
              <a:pPr/>
              <a:t>‹#›</a:t>
            </a:fld>
            <a:endParaRPr lang="en-US"/>
          </a:p>
        </p:txBody>
      </p:sp>
    </p:spTree>
    <p:extLst>
      <p:ext uri="{BB962C8B-B14F-4D97-AF65-F5344CB8AC3E}">
        <p14:creationId xmlns:p14="http://schemas.microsoft.com/office/powerpoint/2010/main" val="1197189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4AE751C5-BA41-4A95-AE10-A4A3DB27BE85}" type="slidenum">
              <a:rPr lang="en-US"/>
              <a:pPr/>
              <a:t>‹#›</a:t>
            </a:fld>
            <a:endParaRPr lang="en-US"/>
          </a:p>
        </p:txBody>
      </p:sp>
    </p:spTree>
    <p:extLst>
      <p:ext uri="{BB962C8B-B14F-4D97-AF65-F5344CB8AC3E}">
        <p14:creationId xmlns:p14="http://schemas.microsoft.com/office/powerpoint/2010/main" val="2270451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DE721B37-8085-4599-AFF6-BCEDD7F05D17}" type="slidenum">
              <a:rPr lang="en-US"/>
              <a:pPr/>
              <a:t>‹#›</a:t>
            </a:fld>
            <a:endParaRPr lang="en-US"/>
          </a:p>
        </p:txBody>
      </p:sp>
    </p:spTree>
    <p:extLst>
      <p:ext uri="{BB962C8B-B14F-4D97-AF65-F5344CB8AC3E}">
        <p14:creationId xmlns:p14="http://schemas.microsoft.com/office/powerpoint/2010/main" val="1144987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92E1D93C-3676-4101-AA3A-8CCF565E80FF}" type="slidenum">
              <a:rPr lang="en-US"/>
              <a:pPr/>
              <a:t>‹#›</a:t>
            </a:fld>
            <a:endParaRPr lang="en-US"/>
          </a:p>
        </p:txBody>
      </p:sp>
    </p:spTree>
    <p:extLst>
      <p:ext uri="{BB962C8B-B14F-4D97-AF65-F5344CB8AC3E}">
        <p14:creationId xmlns:p14="http://schemas.microsoft.com/office/powerpoint/2010/main" val="567207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4B0ECA7C-4E71-480B-86EE-E2277EB92F0F}" type="slidenum">
              <a:rPr lang="en-US"/>
              <a:pPr/>
              <a:t>‹#›</a:t>
            </a:fld>
            <a:endParaRPr lang="en-US"/>
          </a:p>
        </p:txBody>
      </p:sp>
    </p:spTree>
    <p:extLst>
      <p:ext uri="{BB962C8B-B14F-4D97-AF65-F5344CB8AC3E}">
        <p14:creationId xmlns:p14="http://schemas.microsoft.com/office/powerpoint/2010/main" val="3243641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96DAC560-E3AA-46C9-8C97-1673097B527D}" type="slidenum">
              <a:rPr lang="en-US"/>
              <a:pPr/>
              <a:t>‹#›</a:t>
            </a:fld>
            <a:endParaRPr lang="en-US"/>
          </a:p>
        </p:txBody>
      </p:sp>
    </p:spTree>
    <p:extLst>
      <p:ext uri="{BB962C8B-B14F-4D97-AF65-F5344CB8AC3E}">
        <p14:creationId xmlns:p14="http://schemas.microsoft.com/office/powerpoint/2010/main" val="2059389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GB"/>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hart Placeholder 3"/>
          <p:cNvSpPr>
            <a:spLocks noGrp="1"/>
          </p:cNvSpPr>
          <p:nvPr>
            <p:ph type="chart" sz="half" idx="2"/>
          </p:nvPr>
        </p:nvSpPr>
        <p:spPr>
          <a:xfrm>
            <a:off x="4648200" y="1600200"/>
            <a:ext cx="4038600" cy="4525963"/>
          </a:xfrm>
        </p:spPr>
        <p:txBody>
          <a:bodyPr/>
          <a:lstStyle/>
          <a:p>
            <a:endParaRPr lang="en-GB"/>
          </a:p>
        </p:txBody>
      </p:sp>
      <p:sp>
        <p:nvSpPr>
          <p:cNvPr id="5" name="Date Placeholder 4"/>
          <p:cNvSpPr>
            <a:spLocks noGrp="1"/>
          </p:cNvSpPr>
          <p:nvPr>
            <p:ph type="dt" sz="half" idx="10"/>
          </p:nvPr>
        </p:nvSpPr>
        <p:spPr>
          <a:xfrm>
            <a:off x="457200" y="6245225"/>
            <a:ext cx="2133600" cy="476250"/>
          </a:xfrm>
        </p:spPr>
        <p:txBody>
          <a:bodyPr/>
          <a:lstStyle>
            <a:lvl1pPr>
              <a:defRPr/>
            </a:lvl1pPr>
          </a:lstStyle>
          <a:p>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BDC705D3-2D74-437E-A61D-D605FA383898}" type="slidenum">
              <a:rPr lang="en-US"/>
              <a:pPr/>
              <a:t>‹#›</a:t>
            </a:fld>
            <a:endParaRPr lang="en-US"/>
          </a:p>
        </p:txBody>
      </p:sp>
    </p:spTree>
    <p:extLst>
      <p:ext uri="{BB962C8B-B14F-4D97-AF65-F5344CB8AC3E}">
        <p14:creationId xmlns:p14="http://schemas.microsoft.com/office/powerpoint/2010/main" val="17428540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dgm" preserve="1">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GB"/>
          </a:p>
        </p:txBody>
      </p:sp>
      <p:sp>
        <p:nvSpPr>
          <p:cNvPr id="3" name="SmartArt Placeholder 2"/>
          <p:cNvSpPr>
            <a:spLocks noGrp="1"/>
          </p:cNvSpPr>
          <p:nvPr>
            <p:ph type="dgm" idx="1"/>
          </p:nvPr>
        </p:nvSpPr>
        <p:spPr>
          <a:xfrm>
            <a:off x="457200" y="1600200"/>
            <a:ext cx="8229600" cy="4525963"/>
          </a:xfrm>
        </p:spPr>
        <p:txBody>
          <a:bodyPr/>
          <a:lstStyle/>
          <a:p>
            <a:endParaRPr lang="en-GB"/>
          </a:p>
        </p:txBody>
      </p:sp>
      <p:sp>
        <p:nvSpPr>
          <p:cNvPr id="4" name="Date Placeholder 3"/>
          <p:cNvSpPr>
            <a:spLocks noGrp="1"/>
          </p:cNvSpPr>
          <p:nvPr>
            <p:ph type="dt" sz="half" idx="10"/>
          </p:nvPr>
        </p:nvSpPr>
        <p:spPr>
          <a:xfrm>
            <a:off x="457200" y="6245225"/>
            <a:ext cx="2133600" cy="476250"/>
          </a:xfrm>
        </p:spPr>
        <p:txBody>
          <a:bodyPr/>
          <a:lstStyle>
            <a:lvl1pPr>
              <a:defRPr/>
            </a:lvl1pPr>
          </a:lstStyle>
          <a:p>
            <a:endParaRPr lang="en-US"/>
          </a:p>
        </p:txBody>
      </p:sp>
      <p:sp>
        <p:nvSpPr>
          <p:cNvPr id="5" name="Footer Placeholder 4"/>
          <p:cNvSpPr>
            <a:spLocks noGrp="1"/>
          </p:cNvSpPr>
          <p:nvPr>
            <p:ph type="ftr" sz="quarter" idx="11"/>
          </p:nvPr>
        </p:nvSpPr>
        <p:spPr>
          <a:xfrm>
            <a:off x="3124200" y="6245225"/>
            <a:ext cx="2895600" cy="476250"/>
          </a:xfrm>
        </p:spPr>
        <p:txBody>
          <a:bodyPr/>
          <a:lstStyle>
            <a:lvl1pPr>
              <a:defRPr/>
            </a:lvl1pPr>
          </a:lstStyle>
          <a:p>
            <a:endParaRPr lang="en-US"/>
          </a:p>
        </p:txBody>
      </p:sp>
      <p:sp>
        <p:nvSpPr>
          <p:cNvPr id="6" name="Slide Number Placeholder 5"/>
          <p:cNvSpPr>
            <a:spLocks noGrp="1"/>
          </p:cNvSpPr>
          <p:nvPr>
            <p:ph type="sldNum" sz="quarter" idx="12"/>
          </p:nvPr>
        </p:nvSpPr>
        <p:spPr>
          <a:xfrm>
            <a:off x="6553200" y="6245225"/>
            <a:ext cx="2133600" cy="476250"/>
          </a:xfrm>
        </p:spPr>
        <p:txBody>
          <a:bodyPr/>
          <a:lstStyle>
            <a:lvl1pPr>
              <a:defRPr/>
            </a:lvl1pPr>
          </a:lstStyle>
          <a:p>
            <a:fld id="{F5CC9076-66E2-46F6-AF46-624DBA2AEB99}" type="slidenum">
              <a:rPr lang="en-US"/>
              <a:pPr/>
              <a:t>‹#›</a:t>
            </a:fld>
            <a:endParaRPr lang="en-US"/>
          </a:p>
        </p:txBody>
      </p:sp>
    </p:spTree>
    <p:extLst>
      <p:ext uri="{BB962C8B-B14F-4D97-AF65-F5344CB8AC3E}">
        <p14:creationId xmlns:p14="http://schemas.microsoft.com/office/powerpoint/2010/main" val="1770421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Slide Number Placeholder 3"/>
          <p:cNvSpPr>
            <a:spLocks noGrp="1"/>
          </p:cNvSpPr>
          <p:nvPr>
            <p:ph type="sldNum" sz="quarter" idx="10"/>
          </p:nvPr>
        </p:nvSpPr>
        <p:spPr/>
        <p:txBody>
          <a:bodyPr/>
          <a:lstStyle>
            <a:lvl1pPr>
              <a:defRPr smtClean="0"/>
            </a:lvl1pPr>
          </a:lstStyle>
          <a:p>
            <a:pPr>
              <a:defRPr/>
            </a:pPr>
            <a:fld id="{0F15B426-29FF-4806-BEA8-D8AB29F8602D}" type="slidenum">
              <a:rPr lang="en-US"/>
              <a:pPr>
                <a:defRPr/>
              </a:pPr>
              <a:t>‹#›</a:t>
            </a:fld>
            <a:endParaRPr lang="en-US"/>
          </a:p>
        </p:txBody>
      </p:sp>
    </p:spTree>
    <p:extLst>
      <p:ext uri="{BB962C8B-B14F-4D97-AF65-F5344CB8AC3E}">
        <p14:creationId xmlns:p14="http://schemas.microsoft.com/office/powerpoint/2010/main" val="4681746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Slide Number Placeholder 3"/>
          <p:cNvSpPr>
            <a:spLocks noGrp="1"/>
          </p:cNvSpPr>
          <p:nvPr>
            <p:ph type="sldNum" sz="quarter" idx="10"/>
          </p:nvPr>
        </p:nvSpPr>
        <p:spPr/>
        <p:txBody>
          <a:bodyPr/>
          <a:lstStyle>
            <a:lvl1pPr>
              <a:defRPr smtClean="0"/>
            </a:lvl1pPr>
          </a:lstStyle>
          <a:p>
            <a:pPr>
              <a:defRPr/>
            </a:pPr>
            <a:fld id="{B8E5AB95-233E-4EC7-9201-F44FE941288F}" type="slidenum">
              <a:rPr lang="en-US"/>
              <a:pPr>
                <a:defRPr/>
              </a:pPr>
              <a:t>‹#›</a:t>
            </a:fld>
            <a:endParaRPr lang="en-US"/>
          </a:p>
        </p:txBody>
      </p:sp>
    </p:spTree>
    <p:extLst>
      <p:ext uri="{BB962C8B-B14F-4D97-AF65-F5344CB8AC3E}">
        <p14:creationId xmlns:p14="http://schemas.microsoft.com/office/powerpoint/2010/main" val="8798522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Slide Number Placeholder 3"/>
          <p:cNvSpPr>
            <a:spLocks noGrp="1"/>
          </p:cNvSpPr>
          <p:nvPr>
            <p:ph type="sldNum" sz="quarter" idx="10"/>
          </p:nvPr>
        </p:nvSpPr>
        <p:spPr/>
        <p:txBody>
          <a:bodyPr/>
          <a:lstStyle>
            <a:lvl1pPr>
              <a:defRPr smtClean="0"/>
            </a:lvl1pPr>
          </a:lstStyle>
          <a:p>
            <a:pPr>
              <a:defRPr/>
            </a:pPr>
            <a:fld id="{CDF149E9-66A6-4EF2-89D4-218CBFE083FB}" type="slidenum">
              <a:rPr lang="en-US"/>
              <a:pPr>
                <a:defRPr/>
              </a:pPr>
              <a:t>‹#›</a:t>
            </a:fld>
            <a:endParaRPr lang="en-US"/>
          </a:p>
        </p:txBody>
      </p:sp>
    </p:spTree>
    <p:extLst>
      <p:ext uri="{BB962C8B-B14F-4D97-AF65-F5344CB8AC3E}">
        <p14:creationId xmlns:p14="http://schemas.microsoft.com/office/powerpoint/2010/main" val="33142623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584200" y="1428750"/>
            <a:ext cx="3930650" cy="44926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67250" y="1428750"/>
            <a:ext cx="3932238" cy="44926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Slide Number Placeholder 4"/>
          <p:cNvSpPr>
            <a:spLocks noGrp="1"/>
          </p:cNvSpPr>
          <p:nvPr>
            <p:ph type="sldNum" sz="quarter" idx="10"/>
          </p:nvPr>
        </p:nvSpPr>
        <p:spPr/>
        <p:txBody>
          <a:bodyPr/>
          <a:lstStyle>
            <a:lvl1pPr>
              <a:defRPr smtClean="0"/>
            </a:lvl1pPr>
          </a:lstStyle>
          <a:p>
            <a:pPr>
              <a:defRPr/>
            </a:pPr>
            <a:fld id="{D1DA85A9-4AD9-4616-A9CE-F98DA07AEE5A}" type="slidenum">
              <a:rPr lang="en-US"/>
              <a:pPr>
                <a:defRPr/>
              </a:pPr>
              <a:t>‹#›</a:t>
            </a:fld>
            <a:endParaRPr lang="en-US"/>
          </a:p>
        </p:txBody>
      </p:sp>
    </p:spTree>
    <p:extLst>
      <p:ext uri="{BB962C8B-B14F-4D97-AF65-F5344CB8AC3E}">
        <p14:creationId xmlns:p14="http://schemas.microsoft.com/office/powerpoint/2010/main" val="19374552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Slide Number Placeholder 6"/>
          <p:cNvSpPr>
            <a:spLocks noGrp="1"/>
          </p:cNvSpPr>
          <p:nvPr>
            <p:ph type="sldNum" sz="quarter" idx="10"/>
          </p:nvPr>
        </p:nvSpPr>
        <p:spPr/>
        <p:txBody>
          <a:bodyPr/>
          <a:lstStyle>
            <a:lvl1pPr>
              <a:defRPr smtClean="0"/>
            </a:lvl1pPr>
          </a:lstStyle>
          <a:p>
            <a:pPr>
              <a:defRPr/>
            </a:pPr>
            <a:fld id="{033327F4-1514-4185-B8C7-19D75C29F58B}" type="slidenum">
              <a:rPr lang="en-US"/>
              <a:pPr>
                <a:defRPr/>
              </a:pPr>
              <a:t>‹#›</a:t>
            </a:fld>
            <a:endParaRPr lang="en-US"/>
          </a:p>
        </p:txBody>
      </p:sp>
    </p:spTree>
    <p:extLst>
      <p:ext uri="{BB962C8B-B14F-4D97-AF65-F5344CB8AC3E}">
        <p14:creationId xmlns:p14="http://schemas.microsoft.com/office/powerpoint/2010/main" val="11299878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Slide Number Placeholder 2"/>
          <p:cNvSpPr>
            <a:spLocks noGrp="1"/>
          </p:cNvSpPr>
          <p:nvPr>
            <p:ph type="sldNum" sz="quarter" idx="10"/>
          </p:nvPr>
        </p:nvSpPr>
        <p:spPr/>
        <p:txBody>
          <a:bodyPr/>
          <a:lstStyle>
            <a:lvl1pPr>
              <a:defRPr smtClean="0"/>
            </a:lvl1pPr>
          </a:lstStyle>
          <a:p>
            <a:pPr>
              <a:defRPr/>
            </a:pPr>
            <a:fld id="{8490E4B7-260A-4E00-B534-6A196FFDD576}" type="slidenum">
              <a:rPr lang="en-US"/>
              <a:pPr>
                <a:defRPr/>
              </a:pPr>
              <a:t>‹#›</a:t>
            </a:fld>
            <a:endParaRPr lang="en-US"/>
          </a:p>
        </p:txBody>
      </p:sp>
    </p:spTree>
    <p:extLst>
      <p:ext uri="{BB962C8B-B14F-4D97-AF65-F5344CB8AC3E}">
        <p14:creationId xmlns:p14="http://schemas.microsoft.com/office/powerpoint/2010/main" val="13792281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smtClean="0"/>
            </a:lvl1pPr>
          </a:lstStyle>
          <a:p>
            <a:pPr>
              <a:defRPr/>
            </a:pPr>
            <a:fld id="{1D670077-B067-4D7A-AEDD-41529CE6678A}" type="slidenum">
              <a:rPr lang="en-US"/>
              <a:pPr>
                <a:defRPr/>
              </a:pPr>
              <a:t>‹#›</a:t>
            </a:fld>
            <a:endParaRPr lang="en-US"/>
          </a:p>
        </p:txBody>
      </p:sp>
    </p:spTree>
    <p:extLst>
      <p:ext uri="{BB962C8B-B14F-4D97-AF65-F5344CB8AC3E}">
        <p14:creationId xmlns:p14="http://schemas.microsoft.com/office/powerpoint/2010/main" val="17520078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lvl1pPr>
              <a:defRPr smtClean="0"/>
            </a:lvl1pPr>
          </a:lstStyle>
          <a:p>
            <a:pPr>
              <a:defRPr/>
            </a:pPr>
            <a:fld id="{F63A91FD-504D-46D8-AC45-2241D2927813}" type="slidenum">
              <a:rPr lang="en-US"/>
              <a:pPr>
                <a:defRPr/>
              </a:pPr>
              <a:t>‹#›</a:t>
            </a:fld>
            <a:endParaRPr lang="en-US"/>
          </a:p>
        </p:txBody>
      </p:sp>
    </p:spTree>
    <p:extLst>
      <p:ext uri="{BB962C8B-B14F-4D97-AF65-F5344CB8AC3E}">
        <p14:creationId xmlns:p14="http://schemas.microsoft.com/office/powerpoint/2010/main" val="194474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lvl1pPr>
              <a:defRPr smtClean="0"/>
            </a:lvl1pPr>
          </a:lstStyle>
          <a:p>
            <a:pPr>
              <a:defRPr/>
            </a:pPr>
            <a:fld id="{55647E93-327B-46B8-A35E-033E08BAED87}" type="slidenum">
              <a:rPr lang="en-US"/>
              <a:pPr>
                <a:defRPr/>
              </a:pPr>
              <a:t>‹#›</a:t>
            </a:fld>
            <a:endParaRPr lang="en-US"/>
          </a:p>
        </p:txBody>
      </p:sp>
    </p:spTree>
    <p:extLst>
      <p:ext uri="{BB962C8B-B14F-4D97-AF65-F5344CB8AC3E}">
        <p14:creationId xmlns:p14="http://schemas.microsoft.com/office/powerpoint/2010/main" val="4855637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Slide Number Placeholder 3"/>
          <p:cNvSpPr>
            <a:spLocks noGrp="1"/>
          </p:cNvSpPr>
          <p:nvPr>
            <p:ph type="sldNum" sz="quarter" idx="10"/>
          </p:nvPr>
        </p:nvSpPr>
        <p:spPr/>
        <p:txBody>
          <a:bodyPr/>
          <a:lstStyle>
            <a:lvl1pPr>
              <a:defRPr smtClean="0"/>
            </a:lvl1pPr>
          </a:lstStyle>
          <a:p>
            <a:pPr>
              <a:defRPr/>
            </a:pPr>
            <a:fld id="{9236327C-208E-4B3F-813E-4FF68EB568AE}" type="slidenum">
              <a:rPr lang="en-US"/>
              <a:pPr>
                <a:defRPr/>
              </a:pPr>
              <a:t>‹#›</a:t>
            </a:fld>
            <a:endParaRPr lang="en-US"/>
          </a:p>
        </p:txBody>
      </p:sp>
    </p:spTree>
    <p:extLst>
      <p:ext uri="{BB962C8B-B14F-4D97-AF65-F5344CB8AC3E}">
        <p14:creationId xmlns:p14="http://schemas.microsoft.com/office/powerpoint/2010/main" val="36987051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6063" y="260350"/>
            <a:ext cx="2003425" cy="56610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582613" y="260350"/>
            <a:ext cx="5861050" cy="56610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Slide Number Placeholder 3"/>
          <p:cNvSpPr>
            <a:spLocks noGrp="1"/>
          </p:cNvSpPr>
          <p:nvPr>
            <p:ph type="sldNum" sz="quarter" idx="10"/>
          </p:nvPr>
        </p:nvSpPr>
        <p:spPr/>
        <p:txBody>
          <a:bodyPr/>
          <a:lstStyle>
            <a:lvl1pPr>
              <a:defRPr smtClean="0"/>
            </a:lvl1pPr>
          </a:lstStyle>
          <a:p>
            <a:pPr>
              <a:defRPr/>
            </a:pPr>
            <a:fld id="{3EDB1C7A-DE27-4747-9B91-BC4FA91E65D8}" type="slidenum">
              <a:rPr lang="en-US"/>
              <a:pPr>
                <a:defRPr/>
              </a:pPr>
              <a:t>‹#›</a:t>
            </a:fld>
            <a:endParaRPr lang="en-US"/>
          </a:p>
        </p:txBody>
      </p:sp>
    </p:spTree>
    <p:extLst>
      <p:ext uri="{BB962C8B-B14F-4D97-AF65-F5344CB8AC3E}">
        <p14:creationId xmlns:p14="http://schemas.microsoft.com/office/powerpoint/2010/main" val="2518183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Slide Number Placeholder 3"/>
          <p:cNvSpPr>
            <a:spLocks noGrp="1"/>
          </p:cNvSpPr>
          <p:nvPr>
            <p:ph type="sldNum" sz="quarter" idx="10"/>
          </p:nvPr>
        </p:nvSpPr>
        <p:spPr/>
        <p:txBody>
          <a:bodyPr/>
          <a:lstStyle>
            <a:lvl1pPr>
              <a:defRPr smtClean="0"/>
            </a:lvl1pPr>
          </a:lstStyle>
          <a:p>
            <a:pPr>
              <a:defRPr/>
            </a:pPr>
            <a:fld id="{704EF74A-ECD4-488F-8B7C-797670CC977F}" type="slidenum">
              <a:rPr lang="en-US"/>
              <a:pPr>
                <a:defRPr/>
              </a:pPr>
              <a:t>‹#›</a:t>
            </a:fld>
            <a:endParaRPr lang="en-US"/>
          </a:p>
        </p:txBody>
      </p:sp>
    </p:spTree>
    <p:extLst>
      <p:ext uri="{BB962C8B-B14F-4D97-AF65-F5344CB8AC3E}">
        <p14:creationId xmlns:p14="http://schemas.microsoft.com/office/powerpoint/2010/main" val="2215372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Slide Number Placeholder 3"/>
          <p:cNvSpPr>
            <a:spLocks noGrp="1"/>
          </p:cNvSpPr>
          <p:nvPr>
            <p:ph type="sldNum" sz="quarter" idx="10"/>
          </p:nvPr>
        </p:nvSpPr>
        <p:spPr/>
        <p:txBody>
          <a:bodyPr/>
          <a:lstStyle>
            <a:lvl1pPr>
              <a:defRPr smtClean="0"/>
            </a:lvl1pPr>
          </a:lstStyle>
          <a:p>
            <a:pPr>
              <a:defRPr/>
            </a:pPr>
            <a:fld id="{6BEB1FBE-0F18-4652-9E70-17287107946D}" type="slidenum">
              <a:rPr lang="en-US"/>
              <a:pPr>
                <a:defRPr/>
              </a:pPr>
              <a:t>‹#›</a:t>
            </a:fld>
            <a:endParaRPr lang="en-US"/>
          </a:p>
        </p:txBody>
      </p:sp>
    </p:spTree>
    <p:extLst>
      <p:ext uri="{BB962C8B-B14F-4D97-AF65-F5344CB8AC3E}">
        <p14:creationId xmlns:p14="http://schemas.microsoft.com/office/powerpoint/2010/main" val="91621763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Slide Number Placeholder 3"/>
          <p:cNvSpPr>
            <a:spLocks noGrp="1"/>
          </p:cNvSpPr>
          <p:nvPr>
            <p:ph type="sldNum" sz="quarter" idx="10"/>
          </p:nvPr>
        </p:nvSpPr>
        <p:spPr/>
        <p:txBody>
          <a:bodyPr/>
          <a:lstStyle>
            <a:lvl1pPr>
              <a:defRPr smtClean="0"/>
            </a:lvl1pPr>
          </a:lstStyle>
          <a:p>
            <a:pPr>
              <a:defRPr/>
            </a:pPr>
            <a:fld id="{20DFD15F-32DD-444E-A267-FE301C52C7E1}" type="slidenum">
              <a:rPr lang="en-US"/>
              <a:pPr>
                <a:defRPr/>
              </a:pPr>
              <a:t>‹#›</a:t>
            </a:fld>
            <a:endParaRPr lang="en-US"/>
          </a:p>
        </p:txBody>
      </p:sp>
    </p:spTree>
    <p:extLst>
      <p:ext uri="{BB962C8B-B14F-4D97-AF65-F5344CB8AC3E}">
        <p14:creationId xmlns:p14="http://schemas.microsoft.com/office/powerpoint/2010/main" val="17869354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584200" y="1428750"/>
            <a:ext cx="3930650" cy="44926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67250" y="1428750"/>
            <a:ext cx="3932238" cy="44926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Slide Number Placeholder 4"/>
          <p:cNvSpPr>
            <a:spLocks noGrp="1"/>
          </p:cNvSpPr>
          <p:nvPr>
            <p:ph type="sldNum" sz="quarter" idx="10"/>
          </p:nvPr>
        </p:nvSpPr>
        <p:spPr/>
        <p:txBody>
          <a:bodyPr/>
          <a:lstStyle>
            <a:lvl1pPr>
              <a:defRPr smtClean="0"/>
            </a:lvl1pPr>
          </a:lstStyle>
          <a:p>
            <a:pPr>
              <a:defRPr/>
            </a:pPr>
            <a:fld id="{124E1012-D743-446C-B6F5-9611C7580375}" type="slidenum">
              <a:rPr lang="en-US"/>
              <a:pPr>
                <a:defRPr/>
              </a:pPr>
              <a:t>‹#›</a:t>
            </a:fld>
            <a:endParaRPr lang="en-US"/>
          </a:p>
        </p:txBody>
      </p:sp>
    </p:spTree>
    <p:extLst>
      <p:ext uri="{BB962C8B-B14F-4D97-AF65-F5344CB8AC3E}">
        <p14:creationId xmlns:p14="http://schemas.microsoft.com/office/powerpoint/2010/main" val="31788233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Slide Number Placeholder 6"/>
          <p:cNvSpPr>
            <a:spLocks noGrp="1"/>
          </p:cNvSpPr>
          <p:nvPr>
            <p:ph type="sldNum" sz="quarter" idx="10"/>
          </p:nvPr>
        </p:nvSpPr>
        <p:spPr/>
        <p:txBody>
          <a:bodyPr/>
          <a:lstStyle>
            <a:lvl1pPr>
              <a:defRPr smtClean="0"/>
            </a:lvl1pPr>
          </a:lstStyle>
          <a:p>
            <a:pPr>
              <a:defRPr/>
            </a:pPr>
            <a:fld id="{D13311E2-F13D-41DB-93CE-760A3F7385CC}" type="slidenum">
              <a:rPr lang="en-US"/>
              <a:pPr>
                <a:defRPr/>
              </a:pPr>
              <a:t>‹#›</a:t>
            </a:fld>
            <a:endParaRPr lang="en-US"/>
          </a:p>
        </p:txBody>
      </p:sp>
    </p:spTree>
    <p:extLst>
      <p:ext uri="{BB962C8B-B14F-4D97-AF65-F5344CB8AC3E}">
        <p14:creationId xmlns:p14="http://schemas.microsoft.com/office/powerpoint/2010/main" val="33298923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Slide Number Placeholder 2"/>
          <p:cNvSpPr>
            <a:spLocks noGrp="1"/>
          </p:cNvSpPr>
          <p:nvPr>
            <p:ph type="sldNum" sz="quarter" idx="10"/>
          </p:nvPr>
        </p:nvSpPr>
        <p:spPr/>
        <p:txBody>
          <a:bodyPr/>
          <a:lstStyle>
            <a:lvl1pPr>
              <a:defRPr smtClean="0"/>
            </a:lvl1pPr>
          </a:lstStyle>
          <a:p>
            <a:pPr>
              <a:defRPr/>
            </a:pPr>
            <a:fld id="{613F617D-28B9-46F9-815E-1B4EF229F24E}" type="slidenum">
              <a:rPr lang="en-US"/>
              <a:pPr>
                <a:defRPr/>
              </a:pPr>
              <a:t>‹#›</a:t>
            </a:fld>
            <a:endParaRPr lang="en-US"/>
          </a:p>
        </p:txBody>
      </p:sp>
    </p:spTree>
    <p:extLst>
      <p:ext uri="{BB962C8B-B14F-4D97-AF65-F5344CB8AC3E}">
        <p14:creationId xmlns:p14="http://schemas.microsoft.com/office/powerpoint/2010/main" val="281614242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smtClean="0"/>
            </a:lvl1pPr>
          </a:lstStyle>
          <a:p>
            <a:pPr>
              <a:defRPr/>
            </a:pPr>
            <a:fld id="{ED7E70F3-AEA9-4B4E-97FE-2B4D21035A6B}" type="slidenum">
              <a:rPr lang="en-US"/>
              <a:pPr>
                <a:defRPr/>
              </a:pPr>
              <a:t>‹#›</a:t>
            </a:fld>
            <a:endParaRPr lang="en-US"/>
          </a:p>
        </p:txBody>
      </p:sp>
    </p:spTree>
    <p:extLst>
      <p:ext uri="{BB962C8B-B14F-4D97-AF65-F5344CB8AC3E}">
        <p14:creationId xmlns:p14="http://schemas.microsoft.com/office/powerpoint/2010/main" val="102322439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lvl1pPr>
              <a:defRPr smtClean="0"/>
            </a:lvl1pPr>
          </a:lstStyle>
          <a:p>
            <a:pPr>
              <a:defRPr/>
            </a:pPr>
            <a:fld id="{2DB02A03-29C5-49F3-A783-831B20D8DA20}" type="slidenum">
              <a:rPr lang="en-US"/>
              <a:pPr>
                <a:defRPr/>
              </a:pPr>
              <a:t>‹#›</a:t>
            </a:fld>
            <a:endParaRPr lang="en-US"/>
          </a:p>
        </p:txBody>
      </p:sp>
    </p:spTree>
    <p:extLst>
      <p:ext uri="{BB962C8B-B14F-4D97-AF65-F5344CB8AC3E}">
        <p14:creationId xmlns:p14="http://schemas.microsoft.com/office/powerpoint/2010/main" val="117152682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lvl1pPr>
              <a:defRPr smtClean="0"/>
            </a:lvl1pPr>
          </a:lstStyle>
          <a:p>
            <a:pPr>
              <a:defRPr/>
            </a:pPr>
            <a:fld id="{BF885EB1-A1DC-4992-BC72-638E66656BD2}" type="slidenum">
              <a:rPr lang="en-US"/>
              <a:pPr>
                <a:defRPr/>
              </a:pPr>
              <a:t>‹#›</a:t>
            </a:fld>
            <a:endParaRPr lang="en-US"/>
          </a:p>
        </p:txBody>
      </p:sp>
    </p:spTree>
    <p:extLst>
      <p:ext uri="{BB962C8B-B14F-4D97-AF65-F5344CB8AC3E}">
        <p14:creationId xmlns:p14="http://schemas.microsoft.com/office/powerpoint/2010/main" val="92657255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Slide Number Placeholder 3"/>
          <p:cNvSpPr>
            <a:spLocks noGrp="1"/>
          </p:cNvSpPr>
          <p:nvPr>
            <p:ph type="sldNum" sz="quarter" idx="10"/>
          </p:nvPr>
        </p:nvSpPr>
        <p:spPr/>
        <p:txBody>
          <a:bodyPr/>
          <a:lstStyle>
            <a:lvl1pPr>
              <a:defRPr smtClean="0"/>
            </a:lvl1pPr>
          </a:lstStyle>
          <a:p>
            <a:pPr>
              <a:defRPr/>
            </a:pPr>
            <a:fld id="{CF9AC6D4-F17C-4657-B2D7-10A2CA2525CF}" type="slidenum">
              <a:rPr lang="en-US"/>
              <a:pPr>
                <a:defRPr/>
              </a:pPr>
              <a:t>‹#›</a:t>
            </a:fld>
            <a:endParaRPr lang="en-US"/>
          </a:p>
        </p:txBody>
      </p:sp>
    </p:spTree>
    <p:extLst>
      <p:ext uri="{BB962C8B-B14F-4D97-AF65-F5344CB8AC3E}">
        <p14:creationId xmlns:p14="http://schemas.microsoft.com/office/powerpoint/2010/main" val="19089020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6063" y="260350"/>
            <a:ext cx="2003425" cy="56610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582613" y="260350"/>
            <a:ext cx="5861050" cy="56610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Slide Number Placeholder 3"/>
          <p:cNvSpPr>
            <a:spLocks noGrp="1"/>
          </p:cNvSpPr>
          <p:nvPr>
            <p:ph type="sldNum" sz="quarter" idx="10"/>
          </p:nvPr>
        </p:nvSpPr>
        <p:spPr/>
        <p:txBody>
          <a:bodyPr/>
          <a:lstStyle>
            <a:lvl1pPr>
              <a:defRPr smtClean="0"/>
            </a:lvl1pPr>
          </a:lstStyle>
          <a:p>
            <a:pPr>
              <a:defRPr/>
            </a:pPr>
            <a:fld id="{0A4E7692-C115-4D57-A9CB-6A93E98F81CD}" type="slidenum">
              <a:rPr lang="en-US"/>
              <a:pPr>
                <a:defRPr/>
              </a:pPr>
              <a:t>‹#›</a:t>
            </a:fld>
            <a:endParaRPr lang="en-US"/>
          </a:p>
        </p:txBody>
      </p:sp>
    </p:spTree>
    <p:extLst>
      <p:ext uri="{BB962C8B-B14F-4D97-AF65-F5344CB8AC3E}">
        <p14:creationId xmlns:p14="http://schemas.microsoft.com/office/powerpoint/2010/main" val="131645842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Slide Number Placeholder 3"/>
          <p:cNvSpPr>
            <a:spLocks noGrp="1"/>
          </p:cNvSpPr>
          <p:nvPr>
            <p:ph type="sldNum" sz="quarter" idx="10"/>
          </p:nvPr>
        </p:nvSpPr>
        <p:spPr/>
        <p:txBody>
          <a:bodyPr/>
          <a:lstStyle>
            <a:lvl1pPr>
              <a:defRPr smtClean="0"/>
            </a:lvl1pPr>
          </a:lstStyle>
          <a:p>
            <a:pPr>
              <a:defRPr/>
            </a:pPr>
            <a:fld id="{7FE11958-37F1-4D6F-B068-B34E8274B514}" type="slidenum">
              <a:rPr lang="en-US"/>
              <a:pPr>
                <a:defRPr/>
              </a:pPr>
              <a:t>‹#›</a:t>
            </a:fld>
            <a:endParaRPr lang="en-US"/>
          </a:p>
        </p:txBody>
      </p:sp>
    </p:spTree>
    <p:extLst>
      <p:ext uri="{BB962C8B-B14F-4D97-AF65-F5344CB8AC3E}">
        <p14:creationId xmlns:p14="http://schemas.microsoft.com/office/powerpoint/2010/main" val="41405908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Slide Number Placeholder 3"/>
          <p:cNvSpPr>
            <a:spLocks noGrp="1"/>
          </p:cNvSpPr>
          <p:nvPr>
            <p:ph type="sldNum" sz="quarter" idx="10"/>
          </p:nvPr>
        </p:nvSpPr>
        <p:spPr/>
        <p:txBody>
          <a:bodyPr/>
          <a:lstStyle>
            <a:lvl1pPr>
              <a:defRPr smtClean="0"/>
            </a:lvl1pPr>
          </a:lstStyle>
          <a:p>
            <a:pPr>
              <a:defRPr/>
            </a:pPr>
            <a:fld id="{FB112978-FE0F-4039-B462-74B276A31795}" type="slidenum">
              <a:rPr lang="en-US"/>
              <a:pPr>
                <a:defRPr/>
              </a:pPr>
              <a:t>‹#›</a:t>
            </a:fld>
            <a:endParaRPr lang="en-US"/>
          </a:p>
        </p:txBody>
      </p:sp>
    </p:spTree>
    <p:extLst>
      <p:ext uri="{BB962C8B-B14F-4D97-AF65-F5344CB8AC3E}">
        <p14:creationId xmlns:p14="http://schemas.microsoft.com/office/powerpoint/2010/main" val="114776377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Slide Number Placeholder 3"/>
          <p:cNvSpPr>
            <a:spLocks noGrp="1"/>
          </p:cNvSpPr>
          <p:nvPr>
            <p:ph type="sldNum" sz="quarter" idx="10"/>
          </p:nvPr>
        </p:nvSpPr>
        <p:spPr/>
        <p:txBody>
          <a:bodyPr/>
          <a:lstStyle>
            <a:lvl1pPr>
              <a:defRPr smtClean="0"/>
            </a:lvl1pPr>
          </a:lstStyle>
          <a:p>
            <a:pPr>
              <a:defRPr/>
            </a:pPr>
            <a:fld id="{5DA13945-ABDF-46D0-A08C-85EE2BA3B7BB}" type="slidenum">
              <a:rPr lang="en-US"/>
              <a:pPr>
                <a:defRPr/>
              </a:pPr>
              <a:t>‹#›</a:t>
            </a:fld>
            <a:endParaRPr lang="en-US"/>
          </a:p>
        </p:txBody>
      </p:sp>
    </p:spTree>
    <p:extLst>
      <p:ext uri="{BB962C8B-B14F-4D97-AF65-F5344CB8AC3E}">
        <p14:creationId xmlns:p14="http://schemas.microsoft.com/office/powerpoint/2010/main" val="20408790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584200" y="1428750"/>
            <a:ext cx="3930650" cy="44926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67250" y="1428750"/>
            <a:ext cx="3932238" cy="44926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Slide Number Placeholder 4"/>
          <p:cNvSpPr>
            <a:spLocks noGrp="1"/>
          </p:cNvSpPr>
          <p:nvPr>
            <p:ph type="sldNum" sz="quarter" idx="10"/>
          </p:nvPr>
        </p:nvSpPr>
        <p:spPr/>
        <p:txBody>
          <a:bodyPr/>
          <a:lstStyle>
            <a:lvl1pPr>
              <a:defRPr smtClean="0"/>
            </a:lvl1pPr>
          </a:lstStyle>
          <a:p>
            <a:pPr>
              <a:defRPr/>
            </a:pPr>
            <a:fld id="{5D91BC56-5C3A-4309-8BCC-AF0AB2AF3C5D}" type="slidenum">
              <a:rPr lang="en-US"/>
              <a:pPr>
                <a:defRPr/>
              </a:pPr>
              <a:t>‹#›</a:t>
            </a:fld>
            <a:endParaRPr lang="en-US"/>
          </a:p>
        </p:txBody>
      </p:sp>
    </p:spTree>
    <p:extLst>
      <p:ext uri="{BB962C8B-B14F-4D97-AF65-F5344CB8AC3E}">
        <p14:creationId xmlns:p14="http://schemas.microsoft.com/office/powerpoint/2010/main" val="318596642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Slide Number Placeholder 6"/>
          <p:cNvSpPr>
            <a:spLocks noGrp="1"/>
          </p:cNvSpPr>
          <p:nvPr>
            <p:ph type="sldNum" sz="quarter" idx="10"/>
          </p:nvPr>
        </p:nvSpPr>
        <p:spPr/>
        <p:txBody>
          <a:bodyPr/>
          <a:lstStyle>
            <a:lvl1pPr>
              <a:defRPr smtClean="0"/>
            </a:lvl1pPr>
          </a:lstStyle>
          <a:p>
            <a:pPr>
              <a:defRPr/>
            </a:pPr>
            <a:fld id="{63606F38-3941-48AC-8982-D9524BC8E78A}" type="slidenum">
              <a:rPr lang="en-US"/>
              <a:pPr>
                <a:defRPr/>
              </a:pPr>
              <a:t>‹#›</a:t>
            </a:fld>
            <a:endParaRPr lang="en-US"/>
          </a:p>
        </p:txBody>
      </p:sp>
    </p:spTree>
    <p:extLst>
      <p:ext uri="{BB962C8B-B14F-4D97-AF65-F5344CB8AC3E}">
        <p14:creationId xmlns:p14="http://schemas.microsoft.com/office/powerpoint/2010/main" val="367516816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Slide Number Placeholder 2"/>
          <p:cNvSpPr>
            <a:spLocks noGrp="1"/>
          </p:cNvSpPr>
          <p:nvPr>
            <p:ph type="sldNum" sz="quarter" idx="10"/>
          </p:nvPr>
        </p:nvSpPr>
        <p:spPr/>
        <p:txBody>
          <a:bodyPr/>
          <a:lstStyle>
            <a:lvl1pPr>
              <a:defRPr smtClean="0"/>
            </a:lvl1pPr>
          </a:lstStyle>
          <a:p>
            <a:pPr>
              <a:defRPr/>
            </a:pPr>
            <a:fld id="{7D172F08-8276-4AFB-88B5-4C27FC3530F4}" type="slidenum">
              <a:rPr lang="en-US"/>
              <a:pPr>
                <a:defRPr/>
              </a:pPr>
              <a:t>‹#›</a:t>
            </a:fld>
            <a:endParaRPr lang="en-US"/>
          </a:p>
        </p:txBody>
      </p:sp>
    </p:spTree>
    <p:extLst>
      <p:ext uri="{BB962C8B-B14F-4D97-AF65-F5344CB8AC3E}">
        <p14:creationId xmlns:p14="http://schemas.microsoft.com/office/powerpoint/2010/main" val="228218648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smtClean="0"/>
            </a:lvl1pPr>
          </a:lstStyle>
          <a:p>
            <a:pPr>
              <a:defRPr/>
            </a:pPr>
            <a:fld id="{FC4CF4A6-3A5C-4B84-97D2-D267C9B6FC02}" type="slidenum">
              <a:rPr lang="en-US"/>
              <a:pPr>
                <a:defRPr/>
              </a:pPr>
              <a:t>‹#›</a:t>
            </a:fld>
            <a:endParaRPr lang="en-US"/>
          </a:p>
        </p:txBody>
      </p:sp>
    </p:spTree>
    <p:extLst>
      <p:ext uri="{BB962C8B-B14F-4D97-AF65-F5344CB8AC3E}">
        <p14:creationId xmlns:p14="http://schemas.microsoft.com/office/powerpoint/2010/main" val="38557879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lvl1pPr>
              <a:defRPr smtClean="0"/>
            </a:lvl1pPr>
          </a:lstStyle>
          <a:p>
            <a:pPr>
              <a:defRPr/>
            </a:pPr>
            <a:fld id="{9BDFF7BB-FC64-4990-89D7-AE3F65CBC334}" type="slidenum">
              <a:rPr lang="en-US"/>
              <a:pPr>
                <a:defRPr/>
              </a:pPr>
              <a:t>‹#›</a:t>
            </a:fld>
            <a:endParaRPr lang="en-US"/>
          </a:p>
        </p:txBody>
      </p:sp>
    </p:spTree>
    <p:extLst>
      <p:ext uri="{BB962C8B-B14F-4D97-AF65-F5344CB8AC3E}">
        <p14:creationId xmlns:p14="http://schemas.microsoft.com/office/powerpoint/2010/main" val="232397618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lvl1pPr>
              <a:defRPr smtClean="0"/>
            </a:lvl1pPr>
          </a:lstStyle>
          <a:p>
            <a:pPr>
              <a:defRPr/>
            </a:pPr>
            <a:fld id="{317732CC-188F-41DA-A903-13DF5A25DEBA}" type="slidenum">
              <a:rPr lang="en-US"/>
              <a:pPr>
                <a:defRPr/>
              </a:pPr>
              <a:t>‹#›</a:t>
            </a:fld>
            <a:endParaRPr lang="en-US"/>
          </a:p>
        </p:txBody>
      </p:sp>
    </p:spTree>
    <p:extLst>
      <p:ext uri="{BB962C8B-B14F-4D97-AF65-F5344CB8AC3E}">
        <p14:creationId xmlns:p14="http://schemas.microsoft.com/office/powerpoint/2010/main" val="76537370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Slide Number Placeholder 3"/>
          <p:cNvSpPr>
            <a:spLocks noGrp="1"/>
          </p:cNvSpPr>
          <p:nvPr>
            <p:ph type="sldNum" sz="quarter" idx="10"/>
          </p:nvPr>
        </p:nvSpPr>
        <p:spPr/>
        <p:txBody>
          <a:bodyPr/>
          <a:lstStyle>
            <a:lvl1pPr>
              <a:defRPr smtClean="0"/>
            </a:lvl1pPr>
          </a:lstStyle>
          <a:p>
            <a:pPr>
              <a:defRPr/>
            </a:pPr>
            <a:fld id="{4DC2260C-C658-4597-8ED3-933689CFE823}" type="slidenum">
              <a:rPr lang="en-US"/>
              <a:pPr>
                <a:defRPr/>
              </a:pPr>
              <a:t>‹#›</a:t>
            </a:fld>
            <a:endParaRPr lang="en-US"/>
          </a:p>
        </p:txBody>
      </p:sp>
    </p:spTree>
    <p:extLst>
      <p:ext uri="{BB962C8B-B14F-4D97-AF65-F5344CB8AC3E}">
        <p14:creationId xmlns:p14="http://schemas.microsoft.com/office/powerpoint/2010/main" val="192899450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6063" y="260350"/>
            <a:ext cx="2003425" cy="56610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582613" y="260350"/>
            <a:ext cx="5861050" cy="56610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Slide Number Placeholder 3"/>
          <p:cNvSpPr>
            <a:spLocks noGrp="1"/>
          </p:cNvSpPr>
          <p:nvPr>
            <p:ph type="sldNum" sz="quarter" idx="10"/>
          </p:nvPr>
        </p:nvSpPr>
        <p:spPr/>
        <p:txBody>
          <a:bodyPr/>
          <a:lstStyle>
            <a:lvl1pPr>
              <a:defRPr smtClean="0"/>
            </a:lvl1pPr>
          </a:lstStyle>
          <a:p>
            <a:pPr>
              <a:defRPr/>
            </a:pPr>
            <a:fld id="{A9B34576-164D-4EB2-B5BF-C41AABFA840C}" type="slidenum">
              <a:rPr lang="en-US"/>
              <a:pPr>
                <a:defRPr/>
              </a:pPr>
              <a:t>‹#›</a:t>
            </a:fld>
            <a:endParaRPr lang="en-US"/>
          </a:p>
        </p:txBody>
      </p:sp>
    </p:spTree>
    <p:extLst>
      <p:ext uri="{BB962C8B-B14F-4D97-AF65-F5344CB8AC3E}">
        <p14:creationId xmlns:p14="http://schemas.microsoft.com/office/powerpoint/2010/main" val="245904704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lvl1pPr>
              <a:defRPr/>
            </a:lvl1pPr>
          </a:lstStyle>
          <a:p>
            <a:endParaRPr lang="en-GB"/>
          </a:p>
        </p:txBody>
      </p:sp>
      <p:sp>
        <p:nvSpPr>
          <p:cNvPr id="5" name="Footer Placeholder 4"/>
          <p:cNvSpPr>
            <a:spLocks noGrp="1"/>
          </p:cNvSpPr>
          <p:nvPr>
            <p:ph type="ftr" sz="quarter" idx="11"/>
          </p:nvPr>
        </p:nvSpPr>
        <p:spPr/>
        <p:txBody>
          <a:bodyPr/>
          <a:lstStyle>
            <a:lvl1pPr>
              <a:defRPr/>
            </a:lvl1pPr>
          </a:lstStyle>
          <a:p>
            <a:endParaRPr lang="en-GB"/>
          </a:p>
        </p:txBody>
      </p:sp>
      <p:sp>
        <p:nvSpPr>
          <p:cNvPr id="6" name="Slide Number Placeholder 5"/>
          <p:cNvSpPr>
            <a:spLocks noGrp="1"/>
          </p:cNvSpPr>
          <p:nvPr>
            <p:ph type="sldNum" sz="quarter" idx="12"/>
          </p:nvPr>
        </p:nvSpPr>
        <p:spPr/>
        <p:txBody>
          <a:bodyPr/>
          <a:lstStyle>
            <a:lvl1pPr>
              <a:defRPr/>
            </a:lvl1pPr>
          </a:lstStyle>
          <a:p>
            <a:fld id="{E30AA089-35C0-4143-AEBB-31168906EC4A}" type="slidenum">
              <a:rPr lang="en-GB"/>
              <a:pPr/>
              <a:t>‹#›</a:t>
            </a:fld>
            <a:endParaRPr lang="en-GB"/>
          </a:p>
        </p:txBody>
      </p:sp>
    </p:spTree>
    <p:extLst>
      <p:ext uri="{BB962C8B-B14F-4D97-AF65-F5344CB8AC3E}">
        <p14:creationId xmlns:p14="http://schemas.microsoft.com/office/powerpoint/2010/main" val="212842182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endParaRPr lang="en-GB"/>
          </a:p>
        </p:txBody>
      </p:sp>
      <p:sp>
        <p:nvSpPr>
          <p:cNvPr id="5" name="Footer Placeholder 4"/>
          <p:cNvSpPr>
            <a:spLocks noGrp="1"/>
          </p:cNvSpPr>
          <p:nvPr>
            <p:ph type="ftr" sz="quarter" idx="11"/>
          </p:nvPr>
        </p:nvSpPr>
        <p:spPr/>
        <p:txBody>
          <a:bodyPr/>
          <a:lstStyle>
            <a:lvl1pPr>
              <a:defRPr/>
            </a:lvl1pPr>
          </a:lstStyle>
          <a:p>
            <a:endParaRPr lang="en-GB"/>
          </a:p>
        </p:txBody>
      </p:sp>
      <p:sp>
        <p:nvSpPr>
          <p:cNvPr id="6" name="Slide Number Placeholder 5"/>
          <p:cNvSpPr>
            <a:spLocks noGrp="1"/>
          </p:cNvSpPr>
          <p:nvPr>
            <p:ph type="sldNum" sz="quarter" idx="12"/>
          </p:nvPr>
        </p:nvSpPr>
        <p:spPr/>
        <p:txBody>
          <a:bodyPr/>
          <a:lstStyle>
            <a:lvl1pPr>
              <a:defRPr/>
            </a:lvl1pPr>
          </a:lstStyle>
          <a:p>
            <a:fld id="{40082933-3B0F-4BC4-AC63-B2A9698386D0}" type="slidenum">
              <a:rPr lang="en-GB"/>
              <a:pPr/>
              <a:t>‹#›</a:t>
            </a:fld>
            <a:endParaRPr lang="en-GB"/>
          </a:p>
        </p:txBody>
      </p:sp>
    </p:spTree>
    <p:extLst>
      <p:ext uri="{BB962C8B-B14F-4D97-AF65-F5344CB8AC3E}">
        <p14:creationId xmlns:p14="http://schemas.microsoft.com/office/powerpoint/2010/main" val="6372350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GB"/>
          </a:p>
        </p:txBody>
      </p:sp>
      <p:sp>
        <p:nvSpPr>
          <p:cNvPr id="5" name="Footer Placeholder 4"/>
          <p:cNvSpPr>
            <a:spLocks noGrp="1"/>
          </p:cNvSpPr>
          <p:nvPr>
            <p:ph type="ftr" sz="quarter" idx="11"/>
          </p:nvPr>
        </p:nvSpPr>
        <p:spPr/>
        <p:txBody>
          <a:bodyPr/>
          <a:lstStyle>
            <a:lvl1pPr>
              <a:defRPr/>
            </a:lvl1pPr>
          </a:lstStyle>
          <a:p>
            <a:endParaRPr lang="en-GB"/>
          </a:p>
        </p:txBody>
      </p:sp>
      <p:sp>
        <p:nvSpPr>
          <p:cNvPr id="6" name="Slide Number Placeholder 5"/>
          <p:cNvSpPr>
            <a:spLocks noGrp="1"/>
          </p:cNvSpPr>
          <p:nvPr>
            <p:ph type="sldNum" sz="quarter" idx="12"/>
          </p:nvPr>
        </p:nvSpPr>
        <p:spPr/>
        <p:txBody>
          <a:bodyPr/>
          <a:lstStyle>
            <a:lvl1pPr>
              <a:defRPr/>
            </a:lvl1pPr>
          </a:lstStyle>
          <a:p>
            <a:fld id="{F2C3A703-A499-4208-AD33-853EBF760F39}" type="slidenum">
              <a:rPr lang="en-GB"/>
              <a:pPr/>
              <a:t>‹#›</a:t>
            </a:fld>
            <a:endParaRPr lang="en-GB"/>
          </a:p>
        </p:txBody>
      </p:sp>
    </p:spTree>
    <p:extLst>
      <p:ext uri="{BB962C8B-B14F-4D97-AF65-F5344CB8AC3E}">
        <p14:creationId xmlns:p14="http://schemas.microsoft.com/office/powerpoint/2010/main" val="247358146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lvl1pPr>
              <a:defRPr/>
            </a:lvl1pPr>
          </a:lstStyle>
          <a:p>
            <a:endParaRPr lang="en-GB"/>
          </a:p>
        </p:txBody>
      </p:sp>
      <p:sp>
        <p:nvSpPr>
          <p:cNvPr id="6" name="Footer Placeholder 5"/>
          <p:cNvSpPr>
            <a:spLocks noGrp="1"/>
          </p:cNvSpPr>
          <p:nvPr>
            <p:ph type="ftr" sz="quarter" idx="11"/>
          </p:nvPr>
        </p:nvSpPr>
        <p:spPr/>
        <p:txBody>
          <a:bodyPr/>
          <a:lstStyle>
            <a:lvl1pPr>
              <a:defRPr/>
            </a:lvl1pPr>
          </a:lstStyle>
          <a:p>
            <a:endParaRPr lang="en-GB"/>
          </a:p>
        </p:txBody>
      </p:sp>
      <p:sp>
        <p:nvSpPr>
          <p:cNvPr id="7" name="Slide Number Placeholder 6"/>
          <p:cNvSpPr>
            <a:spLocks noGrp="1"/>
          </p:cNvSpPr>
          <p:nvPr>
            <p:ph type="sldNum" sz="quarter" idx="12"/>
          </p:nvPr>
        </p:nvSpPr>
        <p:spPr/>
        <p:txBody>
          <a:bodyPr/>
          <a:lstStyle>
            <a:lvl1pPr>
              <a:defRPr/>
            </a:lvl1pPr>
          </a:lstStyle>
          <a:p>
            <a:fld id="{5E868EE2-181F-4536-A825-29741B28E600}" type="slidenum">
              <a:rPr lang="en-GB"/>
              <a:pPr/>
              <a:t>‹#›</a:t>
            </a:fld>
            <a:endParaRPr lang="en-GB"/>
          </a:p>
        </p:txBody>
      </p:sp>
    </p:spTree>
    <p:extLst>
      <p:ext uri="{BB962C8B-B14F-4D97-AF65-F5344CB8AC3E}">
        <p14:creationId xmlns:p14="http://schemas.microsoft.com/office/powerpoint/2010/main" val="178621839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lvl1pPr>
              <a:defRPr/>
            </a:lvl1pPr>
          </a:lstStyle>
          <a:p>
            <a:endParaRPr lang="en-GB"/>
          </a:p>
        </p:txBody>
      </p:sp>
      <p:sp>
        <p:nvSpPr>
          <p:cNvPr id="8" name="Footer Placeholder 7"/>
          <p:cNvSpPr>
            <a:spLocks noGrp="1"/>
          </p:cNvSpPr>
          <p:nvPr>
            <p:ph type="ftr" sz="quarter" idx="11"/>
          </p:nvPr>
        </p:nvSpPr>
        <p:spPr/>
        <p:txBody>
          <a:bodyPr/>
          <a:lstStyle>
            <a:lvl1pPr>
              <a:defRPr/>
            </a:lvl1pPr>
          </a:lstStyle>
          <a:p>
            <a:endParaRPr lang="en-GB"/>
          </a:p>
        </p:txBody>
      </p:sp>
      <p:sp>
        <p:nvSpPr>
          <p:cNvPr id="9" name="Slide Number Placeholder 8"/>
          <p:cNvSpPr>
            <a:spLocks noGrp="1"/>
          </p:cNvSpPr>
          <p:nvPr>
            <p:ph type="sldNum" sz="quarter" idx="12"/>
          </p:nvPr>
        </p:nvSpPr>
        <p:spPr/>
        <p:txBody>
          <a:bodyPr/>
          <a:lstStyle>
            <a:lvl1pPr>
              <a:defRPr/>
            </a:lvl1pPr>
          </a:lstStyle>
          <a:p>
            <a:fld id="{79696B78-775D-4B96-B990-66D91738748C}" type="slidenum">
              <a:rPr lang="en-GB"/>
              <a:pPr/>
              <a:t>‹#›</a:t>
            </a:fld>
            <a:endParaRPr lang="en-GB"/>
          </a:p>
        </p:txBody>
      </p:sp>
    </p:spTree>
    <p:extLst>
      <p:ext uri="{BB962C8B-B14F-4D97-AF65-F5344CB8AC3E}">
        <p14:creationId xmlns:p14="http://schemas.microsoft.com/office/powerpoint/2010/main" val="309766649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lvl1pPr>
              <a:defRPr/>
            </a:lvl1pPr>
          </a:lstStyle>
          <a:p>
            <a:endParaRPr lang="en-GB"/>
          </a:p>
        </p:txBody>
      </p:sp>
      <p:sp>
        <p:nvSpPr>
          <p:cNvPr id="4" name="Footer Placeholder 3"/>
          <p:cNvSpPr>
            <a:spLocks noGrp="1"/>
          </p:cNvSpPr>
          <p:nvPr>
            <p:ph type="ftr" sz="quarter" idx="11"/>
          </p:nvPr>
        </p:nvSpPr>
        <p:spPr/>
        <p:txBody>
          <a:bodyPr/>
          <a:lstStyle>
            <a:lvl1pPr>
              <a:defRPr/>
            </a:lvl1pPr>
          </a:lstStyle>
          <a:p>
            <a:endParaRPr lang="en-GB"/>
          </a:p>
        </p:txBody>
      </p:sp>
      <p:sp>
        <p:nvSpPr>
          <p:cNvPr id="5" name="Slide Number Placeholder 4"/>
          <p:cNvSpPr>
            <a:spLocks noGrp="1"/>
          </p:cNvSpPr>
          <p:nvPr>
            <p:ph type="sldNum" sz="quarter" idx="12"/>
          </p:nvPr>
        </p:nvSpPr>
        <p:spPr/>
        <p:txBody>
          <a:bodyPr/>
          <a:lstStyle>
            <a:lvl1pPr>
              <a:defRPr/>
            </a:lvl1pPr>
          </a:lstStyle>
          <a:p>
            <a:fld id="{D7D8DA15-6DC7-4309-9E78-5136FC840107}" type="slidenum">
              <a:rPr lang="en-GB"/>
              <a:pPr/>
              <a:t>‹#›</a:t>
            </a:fld>
            <a:endParaRPr lang="en-GB"/>
          </a:p>
        </p:txBody>
      </p:sp>
    </p:spTree>
    <p:extLst>
      <p:ext uri="{BB962C8B-B14F-4D97-AF65-F5344CB8AC3E}">
        <p14:creationId xmlns:p14="http://schemas.microsoft.com/office/powerpoint/2010/main" val="224472395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GB"/>
          </a:p>
        </p:txBody>
      </p:sp>
      <p:sp>
        <p:nvSpPr>
          <p:cNvPr id="3" name="Footer Placeholder 2"/>
          <p:cNvSpPr>
            <a:spLocks noGrp="1"/>
          </p:cNvSpPr>
          <p:nvPr>
            <p:ph type="ftr" sz="quarter" idx="11"/>
          </p:nvPr>
        </p:nvSpPr>
        <p:spPr/>
        <p:txBody>
          <a:bodyPr/>
          <a:lstStyle>
            <a:lvl1pPr>
              <a:defRPr/>
            </a:lvl1pPr>
          </a:lstStyle>
          <a:p>
            <a:endParaRPr lang="en-GB"/>
          </a:p>
        </p:txBody>
      </p:sp>
      <p:sp>
        <p:nvSpPr>
          <p:cNvPr id="4" name="Slide Number Placeholder 3"/>
          <p:cNvSpPr>
            <a:spLocks noGrp="1"/>
          </p:cNvSpPr>
          <p:nvPr>
            <p:ph type="sldNum" sz="quarter" idx="12"/>
          </p:nvPr>
        </p:nvSpPr>
        <p:spPr/>
        <p:txBody>
          <a:bodyPr/>
          <a:lstStyle>
            <a:lvl1pPr>
              <a:defRPr/>
            </a:lvl1pPr>
          </a:lstStyle>
          <a:p>
            <a:fld id="{C77C1ACD-15A4-4035-9296-54852935647D}" type="slidenum">
              <a:rPr lang="en-GB"/>
              <a:pPr/>
              <a:t>‹#›</a:t>
            </a:fld>
            <a:endParaRPr lang="en-GB"/>
          </a:p>
        </p:txBody>
      </p:sp>
    </p:spTree>
    <p:extLst>
      <p:ext uri="{BB962C8B-B14F-4D97-AF65-F5344CB8AC3E}">
        <p14:creationId xmlns:p14="http://schemas.microsoft.com/office/powerpoint/2010/main" val="40681904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GB"/>
          </a:p>
        </p:txBody>
      </p:sp>
      <p:sp>
        <p:nvSpPr>
          <p:cNvPr id="6" name="Footer Placeholder 5"/>
          <p:cNvSpPr>
            <a:spLocks noGrp="1"/>
          </p:cNvSpPr>
          <p:nvPr>
            <p:ph type="ftr" sz="quarter" idx="11"/>
          </p:nvPr>
        </p:nvSpPr>
        <p:spPr/>
        <p:txBody>
          <a:bodyPr/>
          <a:lstStyle>
            <a:lvl1pPr>
              <a:defRPr/>
            </a:lvl1pPr>
          </a:lstStyle>
          <a:p>
            <a:endParaRPr lang="en-GB"/>
          </a:p>
        </p:txBody>
      </p:sp>
      <p:sp>
        <p:nvSpPr>
          <p:cNvPr id="7" name="Slide Number Placeholder 6"/>
          <p:cNvSpPr>
            <a:spLocks noGrp="1"/>
          </p:cNvSpPr>
          <p:nvPr>
            <p:ph type="sldNum" sz="quarter" idx="12"/>
          </p:nvPr>
        </p:nvSpPr>
        <p:spPr/>
        <p:txBody>
          <a:bodyPr/>
          <a:lstStyle>
            <a:lvl1pPr>
              <a:defRPr/>
            </a:lvl1pPr>
          </a:lstStyle>
          <a:p>
            <a:fld id="{2A6F05EF-AFA9-42AF-9EC7-43247F37D2D7}" type="slidenum">
              <a:rPr lang="en-GB"/>
              <a:pPr/>
              <a:t>‹#›</a:t>
            </a:fld>
            <a:endParaRPr lang="en-GB"/>
          </a:p>
        </p:txBody>
      </p:sp>
    </p:spTree>
    <p:extLst>
      <p:ext uri="{BB962C8B-B14F-4D97-AF65-F5344CB8AC3E}">
        <p14:creationId xmlns:p14="http://schemas.microsoft.com/office/powerpoint/2010/main" val="402570241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GB"/>
          </a:p>
        </p:txBody>
      </p:sp>
      <p:sp>
        <p:nvSpPr>
          <p:cNvPr id="6" name="Footer Placeholder 5"/>
          <p:cNvSpPr>
            <a:spLocks noGrp="1"/>
          </p:cNvSpPr>
          <p:nvPr>
            <p:ph type="ftr" sz="quarter" idx="11"/>
          </p:nvPr>
        </p:nvSpPr>
        <p:spPr/>
        <p:txBody>
          <a:bodyPr/>
          <a:lstStyle>
            <a:lvl1pPr>
              <a:defRPr/>
            </a:lvl1pPr>
          </a:lstStyle>
          <a:p>
            <a:endParaRPr lang="en-GB"/>
          </a:p>
        </p:txBody>
      </p:sp>
      <p:sp>
        <p:nvSpPr>
          <p:cNvPr id="7" name="Slide Number Placeholder 6"/>
          <p:cNvSpPr>
            <a:spLocks noGrp="1"/>
          </p:cNvSpPr>
          <p:nvPr>
            <p:ph type="sldNum" sz="quarter" idx="12"/>
          </p:nvPr>
        </p:nvSpPr>
        <p:spPr/>
        <p:txBody>
          <a:bodyPr/>
          <a:lstStyle>
            <a:lvl1pPr>
              <a:defRPr/>
            </a:lvl1pPr>
          </a:lstStyle>
          <a:p>
            <a:fld id="{31CD72EE-3DCE-4429-A979-D473D28466F2}" type="slidenum">
              <a:rPr lang="en-GB"/>
              <a:pPr/>
              <a:t>‹#›</a:t>
            </a:fld>
            <a:endParaRPr lang="en-GB"/>
          </a:p>
        </p:txBody>
      </p:sp>
    </p:spTree>
    <p:extLst>
      <p:ext uri="{BB962C8B-B14F-4D97-AF65-F5344CB8AC3E}">
        <p14:creationId xmlns:p14="http://schemas.microsoft.com/office/powerpoint/2010/main" val="146106788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endParaRPr lang="en-GB"/>
          </a:p>
        </p:txBody>
      </p:sp>
      <p:sp>
        <p:nvSpPr>
          <p:cNvPr id="5" name="Footer Placeholder 4"/>
          <p:cNvSpPr>
            <a:spLocks noGrp="1"/>
          </p:cNvSpPr>
          <p:nvPr>
            <p:ph type="ftr" sz="quarter" idx="11"/>
          </p:nvPr>
        </p:nvSpPr>
        <p:spPr/>
        <p:txBody>
          <a:bodyPr/>
          <a:lstStyle>
            <a:lvl1pPr>
              <a:defRPr/>
            </a:lvl1pPr>
          </a:lstStyle>
          <a:p>
            <a:endParaRPr lang="en-GB"/>
          </a:p>
        </p:txBody>
      </p:sp>
      <p:sp>
        <p:nvSpPr>
          <p:cNvPr id="6" name="Slide Number Placeholder 5"/>
          <p:cNvSpPr>
            <a:spLocks noGrp="1"/>
          </p:cNvSpPr>
          <p:nvPr>
            <p:ph type="sldNum" sz="quarter" idx="12"/>
          </p:nvPr>
        </p:nvSpPr>
        <p:spPr/>
        <p:txBody>
          <a:bodyPr/>
          <a:lstStyle>
            <a:lvl1pPr>
              <a:defRPr/>
            </a:lvl1pPr>
          </a:lstStyle>
          <a:p>
            <a:fld id="{25432B25-75B7-4402-91D3-DC1923E4057A}" type="slidenum">
              <a:rPr lang="en-GB"/>
              <a:pPr/>
              <a:t>‹#›</a:t>
            </a:fld>
            <a:endParaRPr lang="en-GB"/>
          </a:p>
        </p:txBody>
      </p:sp>
    </p:spTree>
    <p:extLst>
      <p:ext uri="{BB962C8B-B14F-4D97-AF65-F5344CB8AC3E}">
        <p14:creationId xmlns:p14="http://schemas.microsoft.com/office/powerpoint/2010/main" val="396502374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endParaRPr lang="en-GB"/>
          </a:p>
        </p:txBody>
      </p:sp>
      <p:sp>
        <p:nvSpPr>
          <p:cNvPr id="5" name="Footer Placeholder 4"/>
          <p:cNvSpPr>
            <a:spLocks noGrp="1"/>
          </p:cNvSpPr>
          <p:nvPr>
            <p:ph type="ftr" sz="quarter" idx="11"/>
          </p:nvPr>
        </p:nvSpPr>
        <p:spPr/>
        <p:txBody>
          <a:bodyPr/>
          <a:lstStyle>
            <a:lvl1pPr>
              <a:defRPr/>
            </a:lvl1pPr>
          </a:lstStyle>
          <a:p>
            <a:endParaRPr lang="en-GB"/>
          </a:p>
        </p:txBody>
      </p:sp>
      <p:sp>
        <p:nvSpPr>
          <p:cNvPr id="6" name="Slide Number Placeholder 5"/>
          <p:cNvSpPr>
            <a:spLocks noGrp="1"/>
          </p:cNvSpPr>
          <p:nvPr>
            <p:ph type="sldNum" sz="quarter" idx="12"/>
          </p:nvPr>
        </p:nvSpPr>
        <p:spPr/>
        <p:txBody>
          <a:bodyPr/>
          <a:lstStyle>
            <a:lvl1pPr>
              <a:defRPr/>
            </a:lvl1pPr>
          </a:lstStyle>
          <a:p>
            <a:fld id="{7AD78D75-A84F-4F9A-9F45-ED3C923C45B1}" type="slidenum">
              <a:rPr lang="en-GB"/>
              <a:pPr/>
              <a:t>‹#›</a:t>
            </a:fld>
            <a:endParaRPr lang="en-GB"/>
          </a:p>
        </p:txBody>
      </p:sp>
    </p:spTree>
    <p:extLst>
      <p:ext uri="{BB962C8B-B14F-4D97-AF65-F5344CB8AC3E}">
        <p14:creationId xmlns:p14="http://schemas.microsoft.com/office/powerpoint/2010/main" val="1090701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4.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3.xml"/><Relationship Id="rId2" Type="http://schemas.openxmlformats.org/officeDocument/2006/relationships/slideLayout" Target="../slideLayouts/slideLayout2.xml"/><Relationship Id="rId16" Type="http://schemas.openxmlformats.org/officeDocument/2006/relationships/tags" Target="../tags/tag2.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1.xml"/><Relationship Id="rId10" Type="http://schemas.openxmlformats.org/officeDocument/2006/relationships/slideLayout" Target="../slideLayouts/slideLayout10.xml"/><Relationship Id="rId19" Type="http://schemas.openxmlformats.org/officeDocument/2006/relationships/tags" Target="../tags/tag5.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2.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ags" Target="../tags/tag6.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17" Type="http://schemas.openxmlformats.org/officeDocument/2006/relationships/image" Target="../media/image2.png"/><Relationship Id="rId2" Type="http://schemas.openxmlformats.org/officeDocument/2006/relationships/slideLayout" Target="../slideLayouts/slideLayout26.xml"/><Relationship Id="rId16" Type="http://schemas.openxmlformats.org/officeDocument/2006/relationships/tags" Target="../tags/tag9.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tags" Target="../tags/tag8.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ags" Target="../tags/tag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tags" Target="../tags/tag10.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17" Type="http://schemas.openxmlformats.org/officeDocument/2006/relationships/image" Target="../media/image2.png"/><Relationship Id="rId2" Type="http://schemas.openxmlformats.org/officeDocument/2006/relationships/slideLayout" Target="../slideLayouts/slideLayout37.xml"/><Relationship Id="rId16" Type="http://schemas.openxmlformats.org/officeDocument/2006/relationships/tags" Target="../tags/tag13.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tags" Target="../tags/tag12.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tags" Target="../tags/tag1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tags" Target="../tags/tag14.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theme" Target="../theme/theme5.xml"/><Relationship Id="rId17" Type="http://schemas.openxmlformats.org/officeDocument/2006/relationships/tags" Target="../tags/tag18.xml"/><Relationship Id="rId2" Type="http://schemas.openxmlformats.org/officeDocument/2006/relationships/slideLayout" Target="../slideLayouts/slideLayout48.xml"/><Relationship Id="rId16" Type="http://schemas.openxmlformats.org/officeDocument/2006/relationships/tags" Target="../tags/tag17.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5" Type="http://schemas.openxmlformats.org/officeDocument/2006/relationships/tags" Target="../tags/tag16.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tags" Target="../tags/tag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20"/>
          <a:srcRect/>
          <a:stretch>
            <a:fillRect/>
          </a:stretch>
        </a:blipFill>
        <a:effectLst/>
      </p:bgPr>
    </p:bg>
    <p:spTree>
      <p:nvGrpSpPr>
        <p:cNvPr id="1" name=""/>
        <p:cNvGrpSpPr/>
        <p:nvPr/>
      </p:nvGrpSpPr>
      <p:grpSpPr>
        <a:xfrm>
          <a:off x="0" y="0"/>
          <a:ext cx="0" cy="0"/>
          <a:chOff x="0" y="0"/>
          <a:chExt cx="0" cy="0"/>
        </a:xfrm>
      </p:grpSpPr>
      <p:sp>
        <p:nvSpPr>
          <p:cNvPr id="195586" name="Rectangle 2"/>
          <p:cNvSpPr>
            <a:spLocks noGrp="1" noChangeArrowheads="1"/>
          </p:cNvSpPr>
          <p:nvPr>
            <p:ph type="title"/>
            <p:custDataLst>
              <p:tags r:id="rId15"/>
            </p:custDataLst>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95587" name="Rectangle 3"/>
          <p:cNvSpPr>
            <a:spLocks noGrp="1" noChangeArrowheads="1"/>
          </p:cNvSpPr>
          <p:nvPr>
            <p:ph type="body" idx="1"/>
            <p:custDataLst>
              <p:tags r:id="rId16"/>
            </p:custDataLst>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95588" name="Rectangle 4"/>
          <p:cNvSpPr>
            <a:spLocks noGrp="1" noChangeArrowheads="1"/>
          </p:cNvSpPr>
          <p:nvPr>
            <p:ph type="dt" sz="half" idx="2"/>
            <p:custDataLst>
              <p:tags r:id="rId17"/>
            </p:custDataLst>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195589" name="Rectangle 5"/>
          <p:cNvSpPr>
            <a:spLocks noGrp="1" noChangeArrowheads="1"/>
          </p:cNvSpPr>
          <p:nvPr>
            <p:ph type="ftr" sz="quarter" idx="3"/>
            <p:custDataLst>
              <p:tags r:id="rId18"/>
            </p:custDataLst>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p>
        </p:txBody>
      </p:sp>
      <p:sp>
        <p:nvSpPr>
          <p:cNvPr id="195590" name="Rectangle 6"/>
          <p:cNvSpPr>
            <a:spLocks noGrp="1" noChangeArrowheads="1"/>
          </p:cNvSpPr>
          <p:nvPr>
            <p:ph type="sldNum" sz="quarter" idx="4"/>
            <p:custDataLst>
              <p:tags r:id="rId19"/>
            </p:custDataLst>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248D425A-8CFD-4347-9DA8-35A72F4A244D}"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721" r:id="rId12"/>
    <p:sldLayoutId id="2147483722" r:id="rId13"/>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bwMode="auto">
          <a:xfrm>
            <a:off x="582613" y="260350"/>
            <a:ext cx="8015287"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3092D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7651" name="Rectangle 3"/>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solidFill>
                  <a:srgbClr val="3092D1"/>
                </a:solidFill>
                <a:latin typeface="Arial" charset="0"/>
                <a:cs typeface="+mn-cs"/>
              </a:defRPr>
            </a:lvl1pPr>
          </a:lstStyle>
          <a:p>
            <a:pPr>
              <a:defRPr/>
            </a:pPr>
            <a:fld id="{4B0302DF-997C-4819-BBC6-E6BD88203785}" type="slidenum">
              <a:rPr lang="en-US"/>
              <a:pPr>
                <a:defRPr/>
              </a:pPr>
              <a:t>‹#›</a:t>
            </a:fld>
            <a:endParaRPr lang="en-US"/>
          </a:p>
        </p:txBody>
      </p:sp>
      <p:sp>
        <p:nvSpPr>
          <p:cNvPr id="27652" name="Rectangle 4"/>
          <p:cNvSpPr>
            <a:spLocks noGrp="1" noChangeArrowheads="1"/>
          </p:cNvSpPr>
          <p:nvPr>
            <p:ph type="body" idx="1"/>
          </p:nvPr>
        </p:nvSpPr>
        <p:spPr bwMode="auto">
          <a:xfrm>
            <a:off x="584200" y="1428750"/>
            <a:ext cx="8015288" cy="449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pic>
        <p:nvPicPr>
          <p:cNvPr id="304133" name="Picture 5" descr="IARC-WHO-EN-R Arial final light blue 16 09 2009Trans"/>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55588" y="6096000"/>
            <a:ext cx="28670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iming>
    <p:tnLst>
      <p:par>
        <p:cTn id="1" dur="indefinite" restart="never" nodeType="tmRoot"/>
      </p:par>
    </p:tnLst>
  </p:timing>
  <p:txStyles>
    <p:titleStyle>
      <a:lvl1pPr algn="ctr" rtl="0" fontAlgn="base">
        <a:spcBef>
          <a:spcPct val="0"/>
        </a:spcBef>
        <a:spcAft>
          <a:spcPct val="0"/>
        </a:spcAft>
        <a:defRPr sz="4400">
          <a:solidFill>
            <a:srgbClr val="3333FF"/>
          </a:solidFill>
          <a:latin typeface="+mj-lt"/>
          <a:ea typeface="+mj-ea"/>
          <a:cs typeface="+mj-cs"/>
        </a:defRPr>
      </a:lvl1pPr>
      <a:lvl2pPr algn="ctr" rtl="0" fontAlgn="base">
        <a:spcBef>
          <a:spcPct val="0"/>
        </a:spcBef>
        <a:spcAft>
          <a:spcPct val="0"/>
        </a:spcAft>
        <a:defRPr sz="4400">
          <a:solidFill>
            <a:srgbClr val="3333FF"/>
          </a:solidFill>
          <a:latin typeface="Tahoma" pitchFamily="34" charset="0"/>
          <a:cs typeface="Arial" charset="0"/>
        </a:defRPr>
      </a:lvl2pPr>
      <a:lvl3pPr algn="ctr" rtl="0" fontAlgn="base">
        <a:spcBef>
          <a:spcPct val="0"/>
        </a:spcBef>
        <a:spcAft>
          <a:spcPct val="0"/>
        </a:spcAft>
        <a:defRPr sz="4400">
          <a:solidFill>
            <a:srgbClr val="3333FF"/>
          </a:solidFill>
          <a:latin typeface="Tahoma" pitchFamily="34" charset="0"/>
          <a:cs typeface="Arial" charset="0"/>
        </a:defRPr>
      </a:lvl3pPr>
      <a:lvl4pPr algn="ctr" rtl="0" fontAlgn="base">
        <a:spcBef>
          <a:spcPct val="0"/>
        </a:spcBef>
        <a:spcAft>
          <a:spcPct val="0"/>
        </a:spcAft>
        <a:defRPr sz="4400">
          <a:solidFill>
            <a:srgbClr val="3333FF"/>
          </a:solidFill>
          <a:latin typeface="Tahoma" pitchFamily="34" charset="0"/>
          <a:cs typeface="Arial" charset="0"/>
        </a:defRPr>
      </a:lvl4pPr>
      <a:lvl5pPr algn="ctr" rtl="0" fontAlgn="base">
        <a:spcBef>
          <a:spcPct val="0"/>
        </a:spcBef>
        <a:spcAft>
          <a:spcPct val="0"/>
        </a:spcAft>
        <a:defRPr sz="4400">
          <a:solidFill>
            <a:srgbClr val="3333FF"/>
          </a:solidFill>
          <a:latin typeface="Tahoma" pitchFamily="34" charset="0"/>
          <a:cs typeface="Arial" charset="0"/>
        </a:defRPr>
      </a:lvl5pPr>
      <a:lvl6pPr marL="457200" algn="ctr" rtl="0" fontAlgn="base">
        <a:spcBef>
          <a:spcPct val="0"/>
        </a:spcBef>
        <a:spcAft>
          <a:spcPct val="0"/>
        </a:spcAft>
        <a:defRPr sz="4400">
          <a:solidFill>
            <a:srgbClr val="3333FF"/>
          </a:solidFill>
          <a:latin typeface="Tahoma" pitchFamily="34" charset="0"/>
          <a:cs typeface="Arial" charset="0"/>
        </a:defRPr>
      </a:lvl6pPr>
      <a:lvl7pPr marL="914400" algn="ctr" rtl="0" fontAlgn="base">
        <a:spcBef>
          <a:spcPct val="0"/>
        </a:spcBef>
        <a:spcAft>
          <a:spcPct val="0"/>
        </a:spcAft>
        <a:defRPr sz="4400">
          <a:solidFill>
            <a:srgbClr val="3333FF"/>
          </a:solidFill>
          <a:latin typeface="Tahoma" pitchFamily="34" charset="0"/>
          <a:cs typeface="Arial" charset="0"/>
        </a:defRPr>
      </a:lvl7pPr>
      <a:lvl8pPr marL="1371600" algn="ctr" rtl="0" fontAlgn="base">
        <a:spcBef>
          <a:spcPct val="0"/>
        </a:spcBef>
        <a:spcAft>
          <a:spcPct val="0"/>
        </a:spcAft>
        <a:defRPr sz="4400">
          <a:solidFill>
            <a:srgbClr val="3333FF"/>
          </a:solidFill>
          <a:latin typeface="Tahoma" pitchFamily="34" charset="0"/>
          <a:cs typeface="Arial" charset="0"/>
        </a:defRPr>
      </a:lvl8pPr>
      <a:lvl9pPr marL="1828800" algn="ctr" rtl="0" fontAlgn="base">
        <a:spcBef>
          <a:spcPct val="0"/>
        </a:spcBef>
        <a:spcAft>
          <a:spcPct val="0"/>
        </a:spcAft>
        <a:defRPr sz="4400">
          <a:solidFill>
            <a:srgbClr val="3333FF"/>
          </a:solidFill>
          <a:latin typeface="Tahoma" pitchFamily="34" charset="0"/>
          <a:cs typeface="Arial" charset="0"/>
        </a:defRPr>
      </a:lvl9pPr>
    </p:titleStyle>
    <p:bodyStyle>
      <a:lvl1pPr marL="609600" indent="-609600" algn="l" rtl="0" fontAlgn="base">
        <a:spcBef>
          <a:spcPct val="20000"/>
        </a:spcBef>
        <a:spcAft>
          <a:spcPct val="0"/>
        </a:spcAft>
        <a:buClr>
          <a:schemeClr val="tx1"/>
        </a:buClr>
        <a:buChar char="•"/>
        <a:defRPr sz="3200">
          <a:solidFill>
            <a:schemeClr val="tx1"/>
          </a:solidFill>
          <a:latin typeface="+mn-lt"/>
          <a:ea typeface="+mn-ea"/>
          <a:cs typeface="+mn-cs"/>
        </a:defRPr>
      </a:lvl1pPr>
      <a:lvl2pPr marL="1157288" indent="-533400" algn="l" rtl="0" fontAlgn="base">
        <a:spcBef>
          <a:spcPct val="20000"/>
        </a:spcBef>
        <a:spcAft>
          <a:spcPct val="0"/>
        </a:spcAft>
        <a:buClr>
          <a:schemeClr val="tx1"/>
        </a:buClr>
        <a:buFont typeface="Tahoma" pitchFamily="34" charset="0"/>
        <a:buChar char="−"/>
        <a:defRPr sz="2800">
          <a:solidFill>
            <a:schemeClr val="tx1"/>
          </a:solidFill>
          <a:latin typeface="+mn-lt"/>
          <a:cs typeface="+mn-cs"/>
        </a:defRPr>
      </a:lvl2pPr>
      <a:lvl3pPr marL="1627188" indent="-457200" algn="l" rtl="0" fontAlgn="base">
        <a:spcBef>
          <a:spcPct val="20000"/>
        </a:spcBef>
        <a:spcAft>
          <a:spcPct val="0"/>
        </a:spcAft>
        <a:buClr>
          <a:schemeClr val="tx1"/>
        </a:buClr>
        <a:buChar char="•"/>
        <a:defRPr sz="2400">
          <a:solidFill>
            <a:schemeClr val="tx1"/>
          </a:solidFill>
          <a:latin typeface="+mn-lt"/>
          <a:cs typeface="+mn-cs"/>
        </a:defRPr>
      </a:lvl3pPr>
      <a:lvl4pPr marL="1995488" indent="-381000" algn="l" rtl="0" fontAlgn="base">
        <a:spcBef>
          <a:spcPct val="20000"/>
        </a:spcBef>
        <a:spcAft>
          <a:spcPct val="0"/>
        </a:spcAft>
        <a:buClr>
          <a:schemeClr val="tx1"/>
        </a:buClr>
        <a:buChar char="•"/>
        <a:defRPr sz="2000">
          <a:solidFill>
            <a:schemeClr val="tx1"/>
          </a:solidFill>
          <a:latin typeface="+mn-lt"/>
          <a:cs typeface="+mn-cs"/>
        </a:defRPr>
      </a:lvl4pPr>
      <a:lvl5pPr marL="2439988" indent="-381000" algn="l" rtl="0" fontAlgn="base">
        <a:spcBef>
          <a:spcPct val="20000"/>
        </a:spcBef>
        <a:spcAft>
          <a:spcPct val="0"/>
        </a:spcAft>
        <a:buClr>
          <a:schemeClr val="tx1"/>
        </a:buClr>
        <a:buChar char="•"/>
        <a:defRPr sz="2000">
          <a:solidFill>
            <a:schemeClr val="tx1"/>
          </a:solidFill>
          <a:latin typeface="+mn-lt"/>
          <a:cs typeface="+mn-cs"/>
        </a:defRPr>
      </a:lvl5pPr>
      <a:lvl6pPr marL="2897188" indent="-381000" algn="l" rtl="0" fontAlgn="base">
        <a:spcBef>
          <a:spcPct val="20000"/>
        </a:spcBef>
        <a:spcAft>
          <a:spcPct val="0"/>
        </a:spcAft>
        <a:buClr>
          <a:schemeClr val="tx1"/>
        </a:buClr>
        <a:buChar char="•"/>
        <a:defRPr sz="2000">
          <a:solidFill>
            <a:schemeClr val="tx1"/>
          </a:solidFill>
          <a:latin typeface="+mn-lt"/>
          <a:cs typeface="+mn-cs"/>
        </a:defRPr>
      </a:lvl6pPr>
      <a:lvl7pPr marL="3354388" indent="-381000" algn="l" rtl="0" fontAlgn="base">
        <a:spcBef>
          <a:spcPct val="20000"/>
        </a:spcBef>
        <a:spcAft>
          <a:spcPct val="0"/>
        </a:spcAft>
        <a:buClr>
          <a:schemeClr val="tx1"/>
        </a:buClr>
        <a:buChar char="•"/>
        <a:defRPr sz="2000">
          <a:solidFill>
            <a:schemeClr val="tx1"/>
          </a:solidFill>
          <a:latin typeface="+mn-lt"/>
          <a:cs typeface="+mn-cs"/>
        </a:defRPr>
      </a:lvl7pPr>
      <a:lvl8pPr marL="3811588" indent="-381000" algn="l" rtl="0" fontAlgn="base">
        <a:spcBef>
          <a:spcPct val="20000"/>
        </a:spcBef>
        <a:spcAft>
          <a:spcPct val="0"/>
        </a:spcAft>
        <a:buClr>
          <a:schemeClr val="tx1"/>
        </a:buClr>
        <a:buChar char="•"/>
        <a:defRPr sz="2000">
          <a:solidFill>
            <a:schemeClr val="tx1"/>
          </a:solidFill>
          <a:latin typeface="+mn-lt"/>
          <a:cs typeface="+mn-cs"/>
        </a:defRPr>
      </a:lvl8pPr>
      <a:lvl9pPr marL="4268788" indent="-381000" algn="l" rtl="0" fontAlgn="base">
        <a:spcBef>
          <a:spcPct val="20000"/>
        </a:spcBef>
        <a:spcAft>
          <a:spcPct val="0"/>
        </a:spcAft>
        <a:buClr>
          <a:schemeClr val="tx1"/>
        </a:buClr>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0210" name="Rectangle 2"/>
          <p:cNvSpPr>
            <a:spLocks noGrp="1" noChangeArrowheads="1"/>
          </p:cNvSpPr>
          <p:nvPr>
            <p:ph type="title"/>
            <p:custDataLst>
              <p:tags r:id="rId13"/>
            </p:custDataLst>
          </p:nvPr>
        </p:nvSpPr>
        <p:spPr bwMode="auto">
          <a:xfrm>
            <a:off x="582613" y="260350"/>
            <a:ext cx="801528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26979" name="Rectangle 3"/>
          <p:cNvSpPr>
            <a:spLocks noGrp="1" noChangeArrowheads="1"/>
          </p:cNvSpPr>
          <p:nvPr>
            <p:ph type="sldNum" sz="quarter" idx="4"/>
            <p:custDataLst>
              <p:tags r:id="rId14"/>
            </p:custDataLst>
          </p:nvPr>
        </p:nvSpPr>
        <p:spPr bwMode="auto">
          <a:xfrm>
            <a:off x="6553200" y="6248400"/>
            <a:ext cx="21336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defRPr sz="1200">
                <a:solidFill>
                  <a:srgbClr val="3092D1"/>
                </a:solidFill>
              </a:defRPr>
            </a:lvl1pPr>
          </a:lstStyle>
          <a:p>
            <a:pPr>
              <a:defRPr/>
            </a:pPr>
            <a:fld id="{4AEE8429-F906-4A0A-8E72-6C601D858D4F}" type="slidenum">
              <a:rPr lang="en-US"/>
              <a:pPr>
                <a:defRPr/>
              </a:pPr>
              <a:t>‹#›</a:t>
            </a:fld>
            <a:endParaRPr lang="en-US"/>
          </a:p>
        </p:txBody>
      </p:sp>
      <p:sp>
        <p:nvSpPr>
          <p:cNvPr id="350212" name="Rectangle 4"/>
          <p:cNvSpPr>
            <a:spLocks noGrp="1" noChangeArrowheads="1"/>
          </p:cNvSpPr>
          <p:nvPr>
            <p:ph type="body" idx="1"/>
            <p:custDataLst>
              <p:tags r:id="rId15"/>
            </p:custDataLst>
          </p:nvPr>
        </p:nvSpPr>
        <p:spPr bwMode="auto">
          <a:xfrm>
            <a:off x="584200" y="1428750"/>
            <a:ext cx="8015288" cy="449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pic>
        <p:nvPicPr>
          <p:cNvPr id="350213" name="Picture 5" descr="IARC-WHO-EN-R Arial final light blue 16 09 2009Trans"/>
          <p:cNvPicPr>
            <a:picLocks noChangeAspect="1" noChangeArrowheads="1"/>
          </p:cNvPicPr>
          <p:nvPr>
            <p:custDataLst>
              <p:tags r:id="rId16"/>
            </p:custDataLst>
          </p:nvPr>
        </p:nvPicPr>
        <p:blipFill>
          <a:blip r:embed="rId17">
            <a:extLst>
              <a:ext uri="{28A0092B-C50C-407E-A947-70E740481C1C}">
                <a14:useLocalDpi xmlns:a14="http://schemas.microsoft.com/office/drawing/2010/main" val="0"/>
              </a:ext>
            </a:extLst>
          </a:blip>
          <a:srcRect/>
          <a:stretch>
            <a:fillRect/>
          </a:stretch>
        </p:blipFill>
        <p:spPr bwMode="auto">
          <a:xfrm>
            <a:off x="255588" y="6096000"/>
            <a:ext cx="28670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timing>
    <p:tnLst>
      <p:par>
        <p:cTn id="1" dur="indefinite" restart="never" nodeType="tmRoot"/>
      </p:par>
    </p:tnLst>
  </p:timing>
  <p:txStyles>
    <p:titleStyle>
      <a:lvl1pPr algn="ctr" rtl="0" fontAlgn="base">
        <a:spcBef>
          <a:spcPct val="0"/>
        </a:spcBef>
        <a:spcAft>
          <a:spcPct val="0"/>
        </a:spcAft>
        <a:defRPr sz="4400">
          <a:solidFill>
            <a:srgbClr val="3333FF"/>
          </a:solidFill>
          <a:latin typeface="+mj-lt"/>
          <a:ea typeface="+mj-ea"/>
          <a:cs typeface="+mj-cs"/>
        </a:defRPr>
      </a:lvl1pPr>
      <a:lvl2pPr algn="ctr" rtl="0" fontAlgn="base">
        <a:spcBef>
          <a:spcPct val="0"/>
        </a:spcBef>
        <a:spcAft>
          <a:spcPct val="0"/>
        </a:spcAft>
        <a:defRPr sz="4400">
          <a:solidFill>
            <a:srgbClr val="3333FF"/>
          </a:solidFill>
          <a:latin typeface="Tahoma" pitchFamily="34" charset="0"/>
          <a:cs typeface="Arial" charset="0"/>
        </a:defRPr>
      </a:lvl2pPr>
      <a:lvl3pPr algn="ctr" rtl="0" fontAlgn="base">
        <a:spcBef>
          <a:spcPct val="0"/>
        </a:spcBef>
        <a:spcAft>
          <a:spcPct val="0"/>
        </a:spcAft>
        <a:defRPr sz="4400">
          <a:solidFill>
            <a:srgbClr val="3333FF"/>
          </a:solidFill>
          <a:latin typeface="Tahoma" pitchFamily="34" charset="0"/>
          <a:cs typeface="Arial" charset="0"/>
        </a:defRPr>
      </a:lvl3pPr>
      <a:lvl4pPr algn="ctr" rtl="0" fontAlgn="base">
        <a:spcBef>
          <a:spcPct val="0"/>
        </a:spcBef>
        <a:spcAft>
          <a:spcPct val="0"/>
        </a:spcAft>
        <a:defRPr sz="4400">
          <a:solidFill>
            <a:srgbClr val="3333FF"/>
          </a:solidFill>
          <a:latin typeface="Tahoma" pitchFamily="34" charset="0"/>
          <a:cs typeface="Arial" charset="0"/>
        </a:defRPr>
      </a:lvl4pPr>
      <a:lvl5pPr algn="ctr" rtl="0" fontAlgn="base">
        <a:spcBef>
          <a:spcPct val="0"/>
        </a:spcBef>
        <a:spcAft>
          <a:spcPct val="0"/>
        </a:spcAft>
        <a:defRPr sz="4400">
          <a:solidFill>
            <a:srgbClr val="3333FF"/>
          </a:solidFill>
          <a:latin typeface="Tahoma" pitchFamily="34" charset="0"/>
          <a:cs typeface="Arial" charset="0"/>
        </a:defRPr>
      </a:lvl5pPr>
      <a:lvl6pPr marL="457200" algn="ctr" rtl="0" fontAlgn="base">
        <a:spcBef>
          <a:spcPct val="0"/>
        </a:spcBef>
        <a:spcAft>
          <a:spcPct val="0"/>
        </a:spcAft>
        <a:defRPr sz="4400">
          <a:solidFill>
            <a:srgbClr val="3333FF"/>
          </a:solidFill>
          <a:latin typeface="Tahoma" pitchFamily="34" charset="0"/>
          <a:cs typeface="Arial" charset="0"/>
        </a:defRPr>
      </a:lvl6pPr>
      <a:lvl7pPr marL="914400" algn="ctr" rtl="0" fontAlgn="base">
        <a:spcBef>
          <a:spcPct val="0"/>
        </a:spcBef>
        <a:spcAft>
          <a:spcPct val="0"/>
        </a:spcAft>
        <a:defRPr sz="4400">
          <a:solidFill>
            <a:srgbClr val="3333FF"/>
          </a:solidFill>
          <a:latin typeface="Tahoma" pitchFamily="34" charset="0"/>
          <a:cs typeface="Arial" charset="0"/>
        </a:defRPr>
      </a:lvl7pPr>
      <a:lvl8pPr marL="1371600" algn="ctr" rtl="0" fontAlgn="base">
        <a:spcBef>
          <a:spcPct val="0"/>
        </a:spcBef>
        <a:spcAft>
          <a:spcPct val="0"/>
        </a:spcAft>
        <a:defRPr sz="4400">
          <a:solidFill>
            <a:srgbClr val="3333FF"/>
          </a:solidFill>
          <a:latin typeface="Tahoma" pitchFamily="34" charset="0"/>
          <a:cs typeface="Arial" charset="0"/>
        </a:defRPr>
      </a:lvl8pPr>
      <a:lvl9pPr marL="1828800" algn="ctr" rtl="0" fontAlgn="base">
        <a:spcBef>
          <a:spcPct val="0"/>
        </a:spcBef>
        <a:spcAft>
          <a:spcPct val="0"/>
        </a:spcAft>
        <a:defRPr sz="4400">
          <a:solidFill>
            <a:srgbClr val="3333FF"/>
          </a:solidFill>
          <a:latin typeface="Tahoma" pitchFamily="34" charset="0"/>
          <a:cs typeface="Arial" charset="0"/>
        </a:defRPr>
      </a:lvl9pPr>
    </p:titleStyle>
    <p:bodyStyle>
      <a:lvl1pPr marL="609600" indent="-609600" algn="l" rtl="0" fontAlgn="base">
        <a:spcBef>
          <a:spcPct val="20000"/>
        </a:spcBef>
        <a:spcAft>
          <a:spcPct val="0"/>
        </a:spcAft>
        <a:buClr>
          <a:schemeClr val="tx1"/>
        </a:buClr>
        <a:buAutoNum type="arabicPeriod"/>
        <a:defRPr sz="3200">
          <a:solidFill>
            <a:schemeClr val="tx1"/>
          </a:solidFill>
          <a:latin typeface="+mn-lt"/>
          <a:ea typeface="+mn-ea"/>
          <a:cs typeface="+mn-cs"/>
        </a:defRPr>
      </a:lvl1pPr>
      <a:lvl2pPr marL="1157288" indent="-533400" algn="l" rtl="0" fontAlgn="base">
        <a:spcBef>
          <a:spcPct val="20000"/>
        </a:spcBef>
        <a:spcAft>
          <a:spcPct val="0"/>
        </a:spcAft>
        <a:buClr>
          <a:schemeClr val="tx1"/>
        </a:buClr>
        <a:buFont typeface="Tahoma" pitchFamily="34" charset="0"/>
        <a:buChar char="−"/>
        <a:defRPr sz="2800">
          <a:solidFill>
            <a:schemeClr val="tx1"/>
          </a:solidFill>
          <a:latin typeface="+mn-lt"/>
          <a:cs typeface="+mn-cs"/>
        </a:defRPr>
      </a:lvl2pPr>
      <a:lvl3pPr marL="1627188" indent="-457200" algn="l" rtl="0" fontAlgn="base">
        <a:spcBef>
          <a:spcPct val="20000"/>
        </a:spcBef>
        <a:spcAft>
          <a:spcPct val="0"/>
        </a:spcAft>
        <a:buClr>
          <a:schemeClr val="tx1"/>
        </a:buClr>
        <a:buChar char="•"/>
        <a:defRPr sz="2400">
          <a:solidFill>
            <a:schemeClr val="tx1"/>
          </a:solidFill>
          <a:latin typeface="+mn-lt"/>
          <a:cs typeface="+mn-cs"/>
        </a:defRPr>
      </a:lvl3pPr>
      <a:lvl4pPr marL="1995488" indent="-381000" algn="l" rtl="0" fontAlgn="base">
        <a:spcBef>
          <a:spcPct val="20000"/>
        </a:spcBef>
        <a:spcAft>
          <a:spcPct val="0"/>
        </a:spcAft>
        <a:buClr>
          <a:schemeClr val="tx1"/>
        </a:buClr>
        <a:buChar char="•"/>
        <a:defRPr sz="2000">
          <a:solidFill>
            <a:schemeClr val="tx1"/>
          </a:solidFill>
          <a:latin typeface="+mn-lt"/>
          <a:cs typeface="+mn-cs"/>
        </a:defRPr>
      </a:lvl4pPr>
      <a:lvl5pPr marL="2439988" indent="-381000" algn="l" rtl="0" fontAlgn="base">
        <a:spcBef>
          <a:spcPct val="20000"/>
        </a:spcBef>
        <a:spcAft>
          <a:spcPct val="0"/>
        </a:spcAft>
        <a:buClr>
          <a:schemeClr val="tx1"/>
        </a:buClr>
        <a:buChar char="•"/>
        <a:defRPr sz="2000">
          <a:solidFill>
            <a:schemeClr val="tx1"/>
          </a:solidFill>
          <a:latin typeface="+mn-lt"/>
          <a:cs typeface="+mn-cs"/>
        </a:defRPr>
      </a:lvl5pPr>
      <a:lvl6pPr marL="2897188" indent="-381000" algn="l" rtl="0" fontAlgn="base">
        <a:spcBef>
          <a:spcPct val="20000"/>
        </a:spcBef>
        <a:spcAft>
          <a:spcPct val="0"/>
        </a:spcAft>
        <a:buClr>
          <a:schemeClr val="tx1"/>
        </a:buClr>
        <a:buChar char="•"/>
        <a:defRPr sz="2000">
          <a:solidFill>
            <a:schemeClr val="tx1"/>
          </a:solidFill>
          <a:latin typeface="+mn-lt"/>
          <a:cs typeface="+mn-cs"/>
        </a:defRPr>
      </a:lvl6pPr>
      <a:lvl7pPr marL="3354388" indent="-381000" algn="l" rtl="0" fontAlgn="base">
        <a:spcBef>
          <a:spcPct val="20000"/>
        </a:spcBef>
        <a:spcAft>
          <a:spcPct val="0"/>
        </a:spcAft>
        <a:buClr>
          <a:schemeClr val="tx1"/>
        </a:buClr>
        <a:buChar char="•"/>
        <a:defRPr sz="2000">
          <a:solidFill>
            <a:schemeClr val="tx1"/>
          </a:solidFill>
          <a:latin typeface="+mn-lt"/>
          <a:cs typeface="+mn-cs"/>
        </a:defRPr>
      </a:lvl7pPr>
      <a:lvl8pPr marL="3811588" indent="-381000" algn="l" rtl="0" fontAlgn="base">
        <a:spcBef>
          <a:spcPct val="20000"/>
        </a:spcBef>
        <a:spcAft>
          <a:spcPct val="0"/>
        </a:spcAft>
        <a:buClr>
          <a:schemeClr val="tx1"/>
        </a:buClr>
        <a:buChar char="•"/>
        <a:defRPr sz="2000">
          <a:solidFill>
            <a:schemeClr val="tx1"/>
          </a:solidFill>
          <a:latin typeface="+mn-lt"/>
          <a:cs typeface="+mn-cs"/>
        </a:defRPr>
      </a:lvl8pPr>
      <a:lvl9pPr marL="4268788" indent="-381000" algn="l" rtl="0" fontAlgn="base">
        <a:spcBef>
          <a:spcPct val="20000"/>
        </a:spcBef>
        <a:spcAft>
          <a:spcPct val="0"/>
        </a:spcAft>
        <a:buClr>
          <a:schemeClr val="tx1"/>
        </a:buClr>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9426" name="Rectangle 2"/>
          <p:cNvSpPr>
            <a:spLocks noGrp="1" noChangeArrowheads="1"/>
          </p:cNvSpPr>
          <p:nvPr>
            <p:ph type="title"/>
            <p:custDataLst>
              <p:tags r:id="rId13"/>
            </p:custDataLst>
          </p:nvPr>
        </p:nvSpPr>
        <p:spPr bwMode="auto">
          <a:xfrm>
            <a:off x="582613" y="260350"/>
            <a:ext cx="8015287"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3092D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26979" name="Rectangle 3"/>
          <p:cNvSpPr>
            <a:spLocks noGrp="1" noChangeArrowheads="1"/>
          </p:cNvSpPr>
          <p:nvPr>
            <p:ph type="sldNum" sz="quarter" idx="4"/>
            <p:custDataLst>
              <p:tags r:id="rId14"/>
            </p:custDataLst>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solidFill>
                  <a:srgbClr val="3092D1"/>
                </a:solidFill>
              </a:defRPr>
            </a:lvl1pPr>
          </a:lstStyle>
          <a:p>
            <a:pPr>
              <a:defRPr/>
            </a:pPr>
            <a:fld id="{3E538603-D55D-4E38-824A-CF5C6634A678}" type="slidenum">
              <a:rPr lang="en-US"/>
              <a:pPr>
                <a:defRPr/>
              </a:pPr>
              <a:t>‹#›</a:t>
            </a:fld>
            <a:endParaRPr lang="en-US"/>
          </a:p>
        </p:txBody>
      </p:sp>
      <p:sp>
        <p:nvSpPr>
          <p:cNvPr id="359428" name="Rectangle 4"/>
          <p:cNvSpPr>
            <a:spLocks noGrp="1" noChangeArrowheads="1"/>
          </p:cNvSpPr>
          <p:nvPr>
            <p:ph type="body" idx="1"/>
            <p:custDataLst>
              <p:tags r:id="rId15"/>
            </p:custDataLst>
          </p:nvPr>
        </p:nvSpPr>
        <p:spPr bwMode="auto">
          <a:xfrm>
            <a:off x="584200" y="1428750"/>
            <a:ext cx="8015288" cy="449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pic>
        <p:nvPicPr>
          <p:cNvPr id="359429" name="Picture 5" descr="IARC-WHO-EN-R Arial final light blue 16 09 2009Trans"/>
          <p:cNvPicPr>
            <a:picLocks noChangeAspect="1" noChangeArrowheads="1"/>
          </p:cNvPicPr>
          <p:nvPr>
            <p:custDataLst>
              <p:tags r:id="rId16"/>
            </p:custDataLst>
          </p:nvPr>
        </p:nvPicPr>
        <p:blipFill>
          <a:blip r:embed="rId17">
            <a:extLst>
              <a:ext uri="{28A0092B-C50C-407E-A947-70E740481C1C}">
                <a14:useLocalDpi xmlns:a14="http://schemas.microsoft.com/office/drawing/2010/main" val="0"/>
              </a:ext>
            </a:extLst>
          </a:blip>
          <a:srcRect/>
          <a:stretch>
            <a:fillRect/>
          </a:stretch>
        </p:blipFill>
        <p:spPr bwMode="auto">
          <a:xfrm>
            <a:off x="255588" y="6096000"/>
            <a:ext cx="28670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timing>
    <p:tnLst>
      <p:par>
        <p:cTn id="1" dur="indefinite" restart="never" nodeType="tmRoot"/>
      </p:par>
    </p:tnLst>
  </p:timing>
  <p:txStyles>
    <p:titleStyle>
      <a:lvl1pPr algn="ctr" rtl="0" fontAlgn="base">
        <a:spcBef>
          <a:spcPct val="0"/>
        </a:spcBef>
        <a:spcAft>
          <a:spcPct val="0"/>
        </a:spcAft>
        <a:defRPr sz="4400">
          <a:solidFill>
            <a:srgbClr val="3333FF"/>
          </a:solidFill>
          <a:latin typeface="+mj-lt"/>
          <a:ea typeface="+mj-ea"/>
          <a:cs typeface="+mj-cs"/>
        </a:defRPr>
      </a:lvl1pPr>
      <a:lvl2pPr algn="ctr" rtl="0" fontAlgn="base">
        <a:spcBef>
          <a:spcPct val="0"/>
        </a:spcBef>
        <a:spcAft>
          <a:spcPct val="0"/>
        </a:spcAft>
        <a:defRPr sz="4400">
          <a:solidFill>
            <a:srgbClr val="3333FF"/>
          </a:solidFill>
          <a:latin typeface="Tahoma" pitchFamily="34" charset="0"/>
          <a:cs typeface="Arial" charset="0"/>
        </a:defRPr>
      </a:lvl2pPr>
      <a:lvl3pPr algn="ctr" rtl="0" fontAlgn="base">
        <a:spcBef>
          <a:spcPct val="0"/>
        </a:spcBef>
        <a:spcAft>
          <a:spcPct val="0"/>
        </a:spcAft>
        <a:defRPr sz="4400">
          <a:solidFill>
            <a:srgbClr val="3333FF"/>
          </a:solidFill>
          <a:latin typeface="Tahoma" pitchFamily="34" charset="0"/>
          <a:cs typeface="Arial" charset="0"/>
        </a:defRPr>
      </a:lvl3pPr>
      <a:lvl4pPr algn="ctr" rtl="0" fontAlgn="base">
        <a:spcBef>
          <a:spcPct val="0"/>
        </a:spcBef>
        <a:spcAft>
          <a:spcPct val="0"/>
        </a:spcAft>
        <a:defRPr sz="4400">
          <a:solidFill>
            <a:srgbClr val="3333FF"/>
          </a:solidFill>
          <a:latin typeface="Tahoma" pitchFamily="34" charset="0"/>
          <a:cs typeface="Arial" charset="0"/>
        </a:defRPr>
      </a:lvl4pPr>
      <a:lvl5pPr algn="ctr" rtl="0" fontAlgn="base">
        <a:spcBef>
          <a:spcPct val="0"/>
        </a:spcBef>
        <a:spcAft>
          <a:spcPct val="0"/>
        </a:spcAft>
        <a:defRPr sz="4400">
          <a:solidFill>
            <a:srgbClr val="3333FF"/>
          </a:solidFill>
          <a:latin typeface="Tahoma" pitchFamily="34" charset="0"/>
          <a:cs typeface="Arial" charset="0"/>
        </a:defRPr>
      </a:lvl5pPr>
      <a:lvl6pPr marL="457200" algn="ctr" rtl="0" fontAlgn="base">
        <a:spcBef>
          <a:spcPct val="0"/>
        </a:spcBef>
        <a:spcAft>
          <a:spcPct val="0"/>
        </a:spcAft>
        <a:defRPr sz="4400">
          <a:solidFill>
            <a:srgbClr val="3333FF"/>
          </a:solidFill>
          <a:latin typeface="Tahoma" pitchFamily="34" charset="0"/>
          <a:cs typeface="Arial" charset="0"/>
        </a:defRPr>
      </a:lvl6pPr>
      <a:lvl7pPr marL="914400" algn="ctr" rtl="0" fontAlgn="base">
        <a:spcBef>
          <a:spcPct val="0"/>
        </a:spcBef>
        <a:spcAft>
          <a:spcPct val="0"/>
        </a:spcAft>
        <a:defRPr sz="4400">
          <a:solidFill>
            <a:srgbClr val="3333FF"/>
          </a:solidFill>
          <a:latin typeface="Tahoma" pitchFamily="34" charset="0"/>
          <a:cs typeface="Arial" charset="0"/>
        </a:defRPr>
      </a:lvl7pPr>
      <a:lvl8pPr marL="1371600" algn="ctr" rtl="0" fontAlgn="base">
        <a:spcBef>
          <a:spcPct val="0"/>
        </a:spcBef>
        <a:spcAft>
          <a:spcPct val="0"/>
        </a:spcAft>
        <a:defRPr sz="4400">
          <a:solidFill>
            <a:srgbClr val="3333FF"/>
          </a:solidFill>
          <a:latin typeface="Tahoma" pitchFamily="34" charset="0"/>
          <a:cs typeface="Arial" charset="0"/>
        </a:defRPr>
      </a:lvl8pPr>
      <a:lvl9pPr marL="1828800" algn="ctr" rtl="0" fontAlgn="base">
        <a:spcBef>
          <a:spcPct val="0"/>
        </a:spcBef>
        <a:spcAft>
          <a:spcPct val="0"/>
        </a:spcAft>
        <a:defRPr sz="4400">
          <a:solidFill>
            <a:srgbClr val="3333FF"/>
          </a:solidFill>
          <a:latin typeface="Tahoma" pitchFamily="34" charset="0"/>
          <a:cs typeface="Arial" charset="0"/>
        </a:defRPr>
      </a:lvl9pPr>
    </p:titleStyle>
    <p:bodyStyle>
      <a:lvl1pPr marL="609600" indent="-609600" algn="l" rtl="0" fontAlgn="base">
        <a:spcBef>
          <a:spcPct val="20000"/>
        </a:spcBef>
        <a:spcAft>
          <a:spcPct val="0"/>
        </a:spcAft>
        <a:buClr>
          <a:schemeClr val="tx1"/>
        </a:buClr>
        <a:buAutoNum type="arabicPeriod"/>
        <a:defRPr sz="3200">
          <a:solidFill>
            <a:schemeClr val="tx1"/>
          </a:solidFill>
          <a:latin typeface="+mn-lt"/>
          <a:ea typeface="+mn-ea"/>
          <a:cs typeface="+mn-cs"/>
        </a:defRPr>
      </a:lvl1pPr>
      <a:lvl2pPr marL="1157288" indent="-533400" algn="l" rtl="0" fontAlgn="base">
        <a:spcBef>
          <a:spcPct val="20000"/>
        </a:spcBef>
        <a:spcAft>
          <a:spcPct val="0"/>
        </a:spcAft>
        <a:buClr>
          <a:schemeClr val="tx1"/>
        </a:buClr>
        <a:buFont typeface="Tahoma" pitchFamily="34" charset="0"/>
        <a:buChar char="−"/>
        <a:defRPr sz="2800">
          <a:solidFill>
            <a:schemeClr val="tx1"/>
          </a:solidFill>
          <a:latin typeface="+mn-lt"/>
          <a:cs typeface="+mn-cs"/>
        </a:defRPr>
      </a:lvl2pPr>
      <a:lvl3pPr marL="1627188" indent="-457200" algn="l" rtl="0" fontAlgn="base">
        <a:spcBef>
          <a:spcPct val="20000"/>
        </a:spcBef>
        <a:spcAft>
          <a:spcPct val="0"/>
        </a:spcAft>
        <a:buClr>
          <a:schemeClr val="tx1"/>
        </a:buClr>
        <a:buChar char="•"/>
        <a:defRPr sz="2400">
          <a:solidFill>
            <a:schemeClr val="tx1"/>
          </a:solidFill>
          <a:latin typeface="+mn-lt"/>
          <a:cs typeface="+mn-cs"/>
        </a:defRPr>
      </a:lvl3pPr>
      <a:lvl4pPr marL="1995488" indent="-381000" algn="l" rtl="0" fontAlgn="base">
        <a:spcBef>
          <a:spcPct val="20000"/>
        </a:spcBef>
        <a:spcAft>
          <a:spcPct val="0"/>
        </a:spcAft>
        <a:buClr>
          <a:schemeClr val="tx1"/>
        </a:buClr>
        <a:buChar char="•"/>
        <a:defRPr sz="2000">
          <a:solidFill>
            <a:schemeClr val="tx1"/>
          </a:solidFill>
          <a:latin typeface="+mn-lt"/>
          <a:cs typeface="+mn-cs"/>
        </a:defRPr>
      </a:lvl4pPr>
      <a:lvl5pPr marL="2439988" indent="-381000" algn="l" rtl="0" fontAlgn="base">
        <a:spcBef>
          <a:spcPct val="20000"/>
        </a:spcBef>
        <a:spcAft>
          <a:spcPct val="0"/>
        </a:spcAft>
        <a:buClr>
          <a:schemeClr val="tx1"/>
        </a:buClr>
        <a:buChar char="•"/>
        <a:defRPr sz="2000">
          <a:solidFill>
            <a:schemeClr val="tx1"/>
          </a:solidFill>
          <a:latin typeface="+mn-lt"/>
          <a:cs typeface="+mn-cs"/>
        </a:defRPr>
      </a:lvl5pPr>
      <a:lvl6pPr marL="2897188" indent="-381000" algn="l" rtl="0" fontAlgn="base">
        <a:spcBef>
          <a:spcPct val="20000"/>
        </a:spcBef>
        <a:spcAft>
          <a:spcPct val="0"/>
        </a:spcAft>
        <a:buClr>
          <a:schemeClr val="tx1"/>
        </a:buClr>
        <a:buChar char="•"/>
        <a:defRPr sz="2000">
          <a:solidFill>
            <a:schemeClr val="tx1"/>
          </a:solidFill>
          <a:latin typeface="+mn-lt"/>
          <a:cs typeface="+mn-cs"/>
        </a:defRPr>
      </a:lvl6pPr>
      <a:lvl7pPr marL="3354388" indent="-381000" algn="l" rtl="0" fontAlgn="base">
        <a:spcBef>
          <a:spcPct val="20000"/>
        </a:spcBef>
        <a:spcAft>
          <a:spcPct val="0"/>
        </a:spcAft>
        <a:buClr>
          <a:schemeClr val="tx1"/>
        </a:buClr>
        <a:buChar char="•"/>
        <a:defRPr sz="2000">
          <a:solidFill>
            <a:schemeClr val="tx1"/>
          </a:solidFill>
          <a:latin typeface="+mn-lt"/>
          <a:cs typeface="+mn-cs"/>
        </a:defRPr>
      </a:lvl7pPr>
      <a:lvl8pPr marL="3811588" indent="-381000" algn="l" rtl="0" fontAlgn="base">
        <a:spcBef>
          <a:spcPct val="20000"/>
        </a:spcBef>
        <a:spcAft>
          <a:spcPct val="0"/>
        </a:spcAft>
        <a:buClr>
          <a:schemeClr val="tx1"/>
        </a:buClr>
        <a:buChar char="•"/>
        <a:defRPr sz="2000">
          <a:solidFill>
            <a:schemeClr val="tx1"/>
          </a:solidFill>
          <a:latin typeface="+mn-lt"/>
          <a:cs typeface="+mn-cs"/>
        </a:defRPr>
      </a:lvl8pPr>
      <a:lvl9pPr marL="4268788" indent="-381000" algn="l" rtl="0" fontAlgn="base">
        <a:spcBef>
          <a:spcPct val="20000"/>
        </a:spcBef>
        <a:spcAft>
          <a:spcPct val="0"/>
        </a:spcAft>
        <a:buClr>
          <a:schemeClr val="tx1"/>
        </a:buClr>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0930" name="Rectangle 2"/>
          <p:cNvSpPr>
            <a:spLocks noGrp="1" noChangeArrowheads="1"/>
          </p:cNvSpPr>
          <p:nvPr>
            <p:ph type="title"/>
            <p:custDataLst>
              <p:tags r:id="rId13"/>
            </p:custDataLst>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GB" smtClean="0"/>
              <a:t>Click to edit Master title style</a:t>
            </a:r>
          </a:p>
        </p:txBody>
      </p:sp>
      <p:sp>
        <p:nvSpPr>
          <p:cNvPr id="380931" name="Rectangle 3"/>
          <p:cNvSpPr>
            <a:spLocks noGrp="1" noChangeArrowheads="1"/>
          </p:cNvSpPr>
          <p:nvPr>
            <p:ph type="body" idx="1"/>
            <p:custDataLst>
              <p:tags r:id="rId14"/>
            </p:custDataLst>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p>
        </p:txBody>
      </p:sp>
      <p:sp>
        <p:nvSpPr>
          <p:cNvPr id="380932" name="Rectangle 4"/>
          <p:cNvSpPr>
            <a:spLocks noGrp="1" noChangeArrowheads="1"/>
          </p:cNvSpPr>
          <p:nvPr>
            <p:ph type="dt" sz="half" idx="2"/>
            <p:custDataLst>
              <p:tags r:id="rId15"/>
            </p:custDataLst>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GB"/>
          </a:p>
        </p:txBody>
      </p:sp>
      <p:sp>
        <p:nvSpPr>
          <p:cNvPr id="380933" name="Rectangle 5"/>
          <p:cNvSpPr>
            <a:spLocks noGrp="1" noChangeArrowheads="1"/>
          </p:cNvSpPr>
          <p:nvPr>
            <p:ph type="ftr" sz="quarter" idx="3"/>
            <p:custDataLst>
              <p:tags r:id="rId16"/>
            </p:custDataLst>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GB"/>
          </a:p>
        </p:txBody>
      </p:sp>
      <p:sp>
        <p:nvSpPr>
          <p:cNvPr id="380934" name="Rectangle 6"/>
          <p:cNvSpPr>
            <a:spLocks noGrp="1" noChangeArrowheads="1"/>
          </p:cNvSpPr>
          <p:nvPr>
            <p:ph type="sldNum" sz="quarter" idx="4"/>
            <p:custDataLst>
              <p:tags r:id="rId17"/>
            </p:custDataLst>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8E3FFB31-FADA-41E2-8D4C-73F97C6CF9EB}" type="slidenum">
              <a:rPr lang="en-GB"/>
              <a:pPr/>
              <a:t>‹#›</a:t>
            </a:fld>
            <a:endParaRPr lang="en-GB"/>
          </a:p>
        </p:txBody>
      </p:sp>
    </p:spTree>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cs typeface="Arial" charset="0"/>
        </a:defRPr>
      </a:lvl2pPr>
      <a:lvl3pPr algn="ctr" rtl="0" fontAlgn="base">
        <a:spcBef>
          <a:spcPct val="0"/>
        </a:spcBef>
        <a:spcAft>
          <a:spcPct val="0"/>
        </a:spcAft>
        <a:defRPr sz="4400">
          <a:solidFill>
            <a:schemeClr val="tx2"/>
          </a:solidFill>
          <a:latin typeface="Arial" charset="0"/>
          <a:cs typeface="Arial" charset="0"/>
        </a:defRPr>
      </a:lvl3pPr>
      <a:lvl4pPr algn="ctr" rtl="0" fontAlgn="base">
        <a:spcBef>
          <a:spcPct val="0"/>
        </a:spcBef>
        <a:spcAft>
          <a:spcPct val="0"/>
        </a:spcAft>
        <a:defRPr sz="4400">
          <a:solidFill>
            <a:schemeClr val="tx2"/>
          </a:solidFill>
          <a:latin typeface="Arial" charset="0"/>
          <a:cs typeface="Arial" charset="0"/>
        </a:defRPr>
      </a:lvl4pPr>
      <a:lvl5pPr algn="ctr" rtl="0" fontAlgn="base">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cs typeface="+mn-cs"/>
        </a:defRPr>
      </a:lvl2pPr>
      <a:lvl3pPr marL="1143000" indent="-228600" algn="l" rtl="0" fontAlgn="base">
        <a:spcBef>
          <a:spcPct val="20000"/>
        </a:spcBef>
        <a:spcAft>
          <a:spcPct val="0"/>
        </a:spcAft>
        <a:buChar char="•"/>
        <a:defRPr sz="2400">
          <a:solidFill>
            <a:schemeClr val="tx1"/>
          </a:solidFill>
          <a:latin typeface="+mn-lt"/>
          <a:cs typeface="+mn-cs"/>
        </a:defRPr>
      </a:lvl3pPr>
      <a:lvl4pPr marL="1600200" indent="-228600" algn="l" rtl="0" fontAlgn="base">
        <a:spcBef>
          <a:spcPct val="20000"/>
        </a:spcBef>
        <a:spcAft>
          <a:spcPct val="0"/>
        </a:spcAft>
        <a:buChar char="–"/>
        <a:defRPr sz="2000">
          <a:solidFill>
            <a:schemeClr val="tx1"/>
          </a:solidFill>
          <a:latin typeface="+mn-lt"/>
          <a:cs typeface="+mn-cs"/>
        </a:defRPr>
      </a:lvl4pPr>
      <a:lvl5pPr marL="2057400" indent="-228600" algn="l" rtl="0" fontAlgn="base">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3.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oleObject" Target="../embeddings/oleObject1.bin"/><Relationship Id="rId3" Type="http://schemas.openxmlformats.org/officeDocument/2006/relationships/tags" Target="../tags/tag22.xml"/><Relationship Id="rId7" Type="http://schemas.openxmlformats.org/officeDocument/2006/relationships/tags" Target="../tags/tag26.xml"/><Relationship Id="rId12" Type="http://schemas.openxmlformats.org/officeDocument/2006/relationships/image" Target="../media/image5.png"/><Relationship Id="rId2" Type="http://schemas.openxmlformats.org/officeDocument/2006/relationships/tags" Target="../tags/tag21.xml"/><Relationship Id="rId1" Type="http://schemas.openxmlformats.org/officeDocument/2006/relationships/vmlDrawing" Target="../drawings/vmlDrawing1.vml"/><Relationship Id="rId6" Type="http://schemas.openxmlformats.org/officeDocument/2006/relationships/tags" Target="../tags/tag25.xml"/><Relationship Id="rId11" Type="http://schemas.openxmlformats.org/officeDocument/2006/relationships/notesSlide" Target="../notesSlides/notesSlide2.xml"/><Relationship Id="rId5" Type="http://schemas.openxmlformats.org/officeDocument/2006/relationships/tags" Target="../tags/tag24.xml"/><Relationship Id="rId15" Type="http://schemas.openxmlformats.org/officeDocument/2006/relationships/image" Target="../media/image6.wmf"/><Relationship Id="rId10" Type="http://schemas.openxmlformats.org/officeDocument/2006/relationships/slideLayout" Target="../slideLayouts/slideLayout7.xml"/><Relationship Id="rId4" Type="http://schemas.openxmlformats.org/officeDocument/2006/relationships/tags" Target="../tags/tag23.xml"/><Relationship Id="rId9" Type="http://schemas.openxmlformats.org/officeDocument/2006/relationships/tags" Target="../tags/tag28.xml"/><Relationship Id="rId1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tags" Target="../tags/tag36.xml"/><Relationship Id="rId13" Type="http://schemas.openxmlformats.org/officeDocument/2006/relationships/tags" Target="../tags/tag41.xml"/><Relationship Id="rId18" Type="http://schemas.openxmlformats.org/officeDocument/2006/relationships/tags" Target="../tags/tag46.xml"/><Relationship Id="rId26" Type="http://schemas.openxmlformats.org/officeDocument/2006/relationships/tags" Target="../tags/tag54.xml"/><Relationship Id="rId3" Type="http://schemas.openxmlformats.org/officeDocument/2006/relationships/tags" Target="../tags/tag31.xml"/><Relationship Id="rId21" Type="http://schemas.openxmlformats.org/officeDocument/2006/relationships/tags" Target="../tags/tag49.xml"/><Relationship Id="rId34" Type="http://schemas.openxmlformats.org/officeDocument/2006/relationships/tags" Target="../tags/tag62.xml"/><Relationship Id="rId7" Type="http://schemas.openxmlformats.org/officeDocument/2006/relationships/tags" Target="../tags/tag35.xml"/><Relationship Id="rId12" Type="http://schemas.openxmlformats.org/officeDocument/2006/relationships/tags" Target="../tags/tag40.xml"/><Relationship Id="rId17" Type="http://schemas.openxmlformats.org/officeDocument/2006/relationships/tags" Target="../tags/tag45.xml"/><Relationship Id="rId25" Type="http://schemas.openxmlformats.org/officeDocument/2006/relationships/tags" Target="../tags/tag53.xml"/><Relationship Id="rId33" Type="http://schemas.openxmlformats.org/officeDocument/2006/relationships/tags" Target="../tags/tag61.xml"/><Relationship Id="rId2" Type="http://schemas.openxmlformats.org/officeDocument/2006/relationships/tags" Target="../tags/tag30.xml"/><Relationship Id="rId16" Type="http://schemas.openxmlformats.org/officeDocument/2006/relationships/tags" Target="../tags/tag44.xml"/><Relationship Id="rId20" Type="http://schemas.openxmlformats.org/officeDocument/2006/relationships/tags" Target="../tags/tag48.xml"/><Relationship Id="rId29" Type="http://schemas.openxmlformats.org/officeDocument/2006/relationships/tags" Target="../tags/tag57.xml"/><Relationship Id="rId1" Type="http://schemas.openxmlformats.org/officeDocument/2006/relationships/tags" Target="../tags/tag29.xml"/><Relationship Id="rId6" Type="http://schemas.openxmlformats.org/officeDocument/2006/relationships/tags" Target="../tags/tag34.xml"/><Relationship Id="rId11" Type="http://schemas.openxmlformats.org/officeDocument/2006/relationships/tags" Target="../tags/tag39.xml"/><Relationship Id="rId24" Type="http://schemas.openxmlformats.org/officeDocument/2006/relationships/tags" Target="../tags/tag52.xml"/><Relationship Id="rId32" Type="http://schemas.openxmlformats.org/officeDocument/2006/relationships/tags" Target="../tags/tag60.xml"/><Relationship Id="rId5" Type="http://schemas.openxmlformats.org/officeDocument/2006/relationships/tags" Target="../tags/tag33.xml"/><Relationship Id="rId15" Type="http://schemas.openxmlformats.org/officeDocument/2006/relationships/tags" Target="../tags/tag43.xml"/><Relationship Id="rId23" Type="http://schemas.openxmlformats.org/officeDocument/2006/relationships/tags" Target="../tags/tag51.xml"/><Relationship Id="rId28" Type="http://schemas.openxmlformats.org/officeDocument/2006/relationships/tags" Target="../tags/tag56.xml"/><Relationship Id="rId36" Type="http://schemas.openxmlformats.org/officeDocument/2006/relationships/notesSlide" Target="../notesSlides/notesSlide3.xml"/><Relationship Id="rId10" Type="http://schemas.openxmlformats.org/officeDocument/2006/relationships/tags" Target="../tags/tag38.xml"/><Relationship Id="rId19" Type="http://schemas.openxmlformats.org/officeDocument/2006/relationships/tags" Target="../tags/tag47.xml"/><Relationship Id="rId31" Type="http://schemas.openxmlformats.org/officeDocument/2006/relationships/tags" Target="../tags/tag59.xml"/><Relationship Id="rId4" Type="http://schemas.openxmlformats.org/officeDocument/2006/relationships/tags" Target="../tags/tag32.xml"/><Relationship Id="rId9" Type="http://schemas.openxmlformats.org/officeDocument/2006/relationships/tags" Target="../tags/tag37.xml"/><Relationship Id="rId14" Type="http://schemas.openxmlformats.org/officeDocument/2006/relationships/tags" Target="../tags/tag42.xml"/><Relationship Id="rId22" Type="http://schemas.openxmlformats.org/officeDocument/2006/relationships/tags" Target="../tags/tag50.xml"/><Relationship Id="rId27" Type="http://schemas.openxmlformats.org/officeDocument/2006/relationships/tags" Target="../tags/tag55.xml"/><Relationship Id="rId30" Type="http://schemas.openxmlformats.org/officeDocument/2006/relationships/tags" Target="../tags/tag58.xml"/><Relationship Id="rId35"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tags" Target="../tags/tag70.xml"/><Relationship Id="rId13" Type="http://schemas.openxmlformats.org/officeDocument/2006/relationships/tags" Target="../tags/tag75.xml"/><Relationship Id="rId18" Type="http://schemas.openxmlformats.org/officeDocument/2006/relationships/tags" Target="../tags/tag80.xml"/><Relationship Id="rId3" Type="http://schemas.openxmlformats.org/officeDocument/2006/relationships/tags" Target="../tags/tag65.xml"/><Relationship Id="rId21" Type="http://schemas.openxmlformats.org/officeDocument/2006/relationships/slideLayout" Target="../slideLayouts/slideLayout7.xml"/><Relationship Id="rId7" Type="http://schemas.openxmlformats.org/officeDocument/2006/relationships/tags" Target="../tags/tag69.xml"/><Relationship Id="rId12" Type="http://schemas.openxmlformats.org/officeDocument/2006/relationships/tags" Target="../tags/tag74.xml"/><Relationship Id="rId17" Type="http://schemas.openxmlformats.org/officeDocument/2006/relationships/tags" Target="../tags/tag79.xml"/><Relationship Id="rId2" Type="http://schemas.openxmlformats.org/officeDocument/2006/relationships/tags" Target="../tags/tag64.xml"/><Relationship Id="rId16" Type="http://schemas.openxmlformats.org/officeDocument/2006/relationships/tags" Target="../tags/tag78.xml"/><Relationship Id="rId20" Type="http://schemas.openxmlformats.org/officeDocument/2006/relationships/tags" Target="../tags/tag82.xml"/><Relationship Id="rId1" Type="http://schemas.openxmlformats.org/officeDocument/2006/relationships/tags" Target="../tags/tag63.xml"/><Relationship Id="rId6" Type="http://schemas.openxmlformats.org/officeDocument/2006/relationships/tags" Target="../tags/tag68.xml"/><Relationship Id="rId11" Type="http://schemas.openxmlformats.org/officeDocument/2006/relationships/tags" Target="../tags/tag73.xml"/><Relationship Id="rId5" Type="http://schemas.openxmlformats.org/officeDocument/2006/relationships/tags" Target="../tags/tag67.xml"/><Relationship Id="rId15" Type="http://schemas.openxmlformats.org/officeDocument/2006/relationships/tags" Target="../tags/tag77.xml"/><Relationship Id="rId10" Type="http://schemas.openxmlformats.org/officeDocument/2006/relationships/tags" Target="../tags/tag72.xml"/><Relationship Id="rId19" Type="http://schemas.openxmlformats.org/officeDocument/2006/relationships/tags" Target="../tags/tag81.xml"/><Relationship Id="rId4" Type="http://schemas.openxmlformats.org/officeDocument/2006/relationships/tags" Target="../tags/tag66.xml"/><Relationship Id="rId9" Type="http://schemas.openxmlformats.org/officeDocument/2006/relationships/tags" Target="../tags/tag71.xml"/><Relationship Id="rId14" Type="http://schemas.openxmlformats.org/officeDocument/2006/relationships/tags" Target="../tags/tag76.xml"/></Relationships>
</file>

<file path=ppt/slides/_rels/slide5.xml.rels><?xml version="1.0" encoding="UTF-8" standalone="yes"?>
<Relationships xmlns="http://schemas.openxmlformats.org/package/2006/relationships"><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tags" Target="../tags/tag83.xml"/><Relationship Id="rId5" Type="http://schemas.openxmlformats.org/officeDocument/2006/relationships/image" Target="../media/image7.png"/><Relationship Id="rId4"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tags" Target="../tags/tag93.xml"/><Relationship Id="rId13" Type="http://schemas.openxmlformats.org/officeDocument/2006/relationships/image" Target="../media/image10.png"/><Relationship Id="rId3" Type="http://schemas.openxmlformats.org/officeDocument/2006/relationships/tags" Target="../tags/tag88.xml"/><Relationship Id="rId7" Type="http://schemas.openxmlformats.org/officeDocument/2006/relationships/tags" Target="../tags/tag92.xml"/><Relationship Id="rId12" Type="http://schemas.openxmlformats.org/officeDocument/2006/relationships/image" Target="../media/image9.png"/><Relationship Id="rId2" Type="http://schemas.openxmlformats.org/officeDocument/2006/relationships/tags" Target="../tags/tag87.xml"/><Relationship Id="rId16" Type="http://schemas.openxmlformats.org/officeDocument/2006/relationships/image" Target="../media/image13.png"/><Relationship Id="rId1" Type="http://schemas.openxmlformats.org/officeDocument/2006/relationships/tags" Target="../tags/tag86.xml"/><Relationship Id="rId6" Type="http://schemas.openxmlformats.org/officeDocument/2006/relationships/tags" Target="../tags/tag91.xml"/><Relationship Id="rId11" Type="http://schemas.openxmlformats.org/officeDocument/2006/relationships/image" Target="../media/image8.png"/><Relationship Id="rId5" Type="http://schemas.openxmlformats.org/officeDocument/2006/relationships/tags" Target="../tags/tag90.xml"/><Relationship Id="rId15" Type="http://schemas.openxmlformats.org/officeDocument/2006/relationships/image" Target="../media/image12.png"/><Relationship Id="rId10" Type="http://schemas.openxmlformats.org/officeDocument/2006/relationships/notesSlide" Target="../notesSlides/notesSlide4.xml"/><Relationship Id="rId4" Type="http://schemas.openxmlformats.org/officeDocument/2006/relationships/tags" Target="../tags/tag89.xml"/><Relationship Id="rId9" Type="http://schemas.openxmlformats.org/officeDocument/2006/relationships/slideLayout" Target="../slideLayouts/slideLayout1.xml"/><Relationship Id="rId1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5.xml"/><Relationship Id="rId3" Type="http://schemas.openxmlformats.org/officeDocument/2006/relationships/tags" Target="../tags/tag96.xml"/><Relationship Id="rId7" Type="http://schemas.openxmlformats.org/officeDocument/2006/relationships/slideLayout" Target="../slideLayouts/slideLayout7.xml"/><Relationship Id="rId12" Type="http://schemas.openxmlformats.org/officeDocument/2006/relationships/image" Target="../media/image17.png"/><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tags" Target="../tags/tag99.xml"/><Relationship Id="rId11" Type="http://schemas.openxmlformats.org/officeDocument/2006/relationships/image" Target="../media/image16.png"/><Relationship Id="rId5" Type="http://schemas.openxmlformats.org/officeDocument/2006/relationships/tags" Target="../tags/tag98.xml"/><Relationship Id="rId10" Type="http://schemas.openxmlformats.org/officeDocument/2006/relationships/image" Target="../media/image15.png"/><Relationship Id="rId4" Type="http://schemas.openxmlformats.org/officeDocument/2006/relationships/tags" Target="../tags/tag97.xml"/><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7.xml"/><Relationship Id="rId13" Type="http://schemas.openxmlformats.org/officeDocument/2006/relationships/image" Target="../media/image20.png"/><Relationship Id="rId3" Type="http://schemas.openxmlformats.org/officeDocument/2006/relationships/tags" Target="../tags/tag102.xml"/><Relationship Id="rId7" Type="http://schemas.openxmlformats.org/officeDocument/2006/relationships/tags" Target="../tags/tag106.xml"/><Relationship Id="rId12" Type="http://schemas.openxmlformats.org/officeDocument/2006/relationships/image" Target="../media/image19.png"/><Relationship Id="rId2" Type="http://schemas.openxmlformats.org/officeDocument/2006/relationships/tags" Target="../tags/tag101.xml"/><Relationship Id="rId1" Type="http://schemas.openxmlformats.org/officeDocument/2006/relationships/tags" Target="../tags/tag100.xml"/><Relationship Id="rId6" Type="http://schemas.openxmlformats.org/officeDocument/2006/relationships/tags" Target="../tags/tag105.xml"/><Relationship Id="rId11" Type="http://schemas.openxmlformats.org/officeDocument/2006/relationships/image" Target="../media/image18.png"/><Relationship Id="rId5" Type="http://schemas.openxmlformats.org/officeDocument/2006/relationships/tags" Target="../tags/tag104.xml"/><Relationship Id="rId10" Type="http://schemas.openxmlformats.org/officeDocument/2006/relationships/image" Target="../media/image14.png"/><Relationship Id="rId4" Type="http://schemas.openxmlformats.org/officeDocument/2006/relationships/tags" Target="../tags/tag103.xml"/><Relationship Id="rId9" Type="http://schemas.openxmlformats.org/officeDocument/2006/relationships/notesSlide" Target="../notesSlides/notesSlide6.xml"/><Relationship Id="rId1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tags" Target="../tags/tag109.xml"/><Relationship Id="rId2" Type="http://schemas.openxmlformats.org/officeDocument/2006/relationships/tags" Target="../tags/tag108.xml"/><Relationship Id="rId1" Type="http://schemas.openxmlformats.org/officeDocument/2006/relationships/tags" Target="../tags/tag107.xml"/><Relationship Id="rId5" Type="http://schemas.openxmlformats.org/officeDocument/2006/relationships/image" Target="../media/image22.png"/><Relationship Id="rId4"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tags" Target="../tags/tag112.xml"/><Relationship Id="rId2" Type="http://schemas.openxmlformats.org/officeDocument/2006/relationships/tags" Target="../tags/tag111.xml"/><Relationship Id="rId1" Type="http://schemas.openxmlformats.org/officeDocument/2006/relationships/tags" Target="../tags/tag110.xml"/><Relationship Id="rId5" Type="http://schemas.openxmlformats.org/officeDocument/2006/relationships/image" Target="../media/image23.png"/><Relationship Id="rId4"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tags" Target="../tags/tag120.xml"/><Relationship Id="rId13" Type="http://schemas.openxmlformats.org/officeDocument/2006/relationships/image" Target="../media/image27.png"/><Relationship Id="rId3" Type="http://schemas.openxmlformats.org/officeDocument/2006/relationships/tags" Target="../tags/tag115.xml"/><Relationship Id="rId7" Type="http://schemas.openxmlformats.org/officeDocument/2006/relationships/tags" Target="../tags/tag119.xml"/><Relationship Id="rId12" Type="http://schemas.openxmlformats.org/officeDocument/2006/relationships/image" Target="../media/image26.png"/><Relationship Id="rId2" Type="http://schemas.openxmlformats.org/officeDocument/2006/relationships/tags" Target="../tags/tag114.xml"/><Relationship Id="rId1" Type="http://schemas.openxmlformats.org/officeDocument/2006/relationships/tags" Target="../tags/tag113.xml"/><Relationship Id="rId6" Type="http://schemas.openxmlformats.org/officeDocument/2006/relationships/tags" Target="../tags/tag118.xml"/><Relationship Id="rId11" Type="http://schemas.openxmlformats.org/officeDocument/2006/relationships/image" Target="../media/image25.png"/><Relationship Id="rId5" Type="http://schemas.openxmlformats.org/officeDocument/2006/relationships/tags" Target="../tags/tag117.xml"/><Relationship Id="rId15" Type="http://schemas.openxmlformats.org/officeDocument/2006/relationships/image" Target="../media/image29.png"/><Relationship Id="rId10" Type="http://schemas.openxmlformats.org/officeDocument/2006/relationships/image" Target="../media/image24.png"/><Relationship Id="rId4" Type="http://schemas.openxmlformats.org/officeDocument/2006/relationships/tags" Target="../tags/tag116.xml"/><Relationship Id="rId9" Type="http://schemas.openxmlformats.org/officeDocument/2006/relationships/slideLayout" Target="../slideLayouts/slideLayout7.xml"/><Relationship Id="rId1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 Id="rId6" Type="http://schemas.openxmlformats.org/officeDocument/2006/relationships/image" Target="../media/image30.png"/><Relationship Id="rId5" Type="http://schemas.openxmlformats.org/officeDocument/2006/relationships/slideLayout" Target="../slideLayouts/slideLayout7.xml"/><Relationship Id="rId4" Type="http://schemas.openxmlformats.org/officeDocument/2006/relationships/tags" Target="../tags/tag124.xml"/></Relationships>
</file>

<file path=ppt/slides/_rels/slide13.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tags" Target="../tags/tag127.xml"/><Relationship Id="rId7" Type="http://schemas.openxmlformats.org/officeDocument/2006/relationships/slideLayout" Target="../slideLayouts/slideLayout7.xml"/><Relationship Id="rId2" Type="http://schemas.openxmlformats.org/officeDocument/2006/relationships/tags" Target="../tags/tag126.xml"/><Relationship Id="rId1" Type="http://schemas.openxmlformats.org/officeDocument/2006/relationships/tags" Target="../tags/tag125.xml"/><Relationship Id="rId6" Type="http://schemas.openxmlformats.org/officeDocument/2006/relationships/tags" Target="../tags/tag130.xml"/><Relationship Id="rId5" Type="http://schemas.openxmlformats.org/officeDocument/2006/relationships/tags" Target="../tags/tag129.xml"/><Relationship Id="rId10" Type="http://schemas.openxmlformats.org/officeDocument/2006/relationships/image" Target="../media/image33.png"/><Relationship Id="rId4" Type="http://schemas.openxmlformats.org/officeDocument/2006/relationships/tags" Target="../tags/tag128.xml"/><Relationship Id="rId9" Type="http://schemas.openxmlformats.org/officeDocument/2006/relationships/image" Target="../media/image32.png"/></Relationships>
</file>

<file path=ppt/slides/_rels/slide1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tags" Target="../tags/tag133.xml"/><Relationship Id="rId7" Type="http://schemas.openxmlformats.org/officeDocument/2006/relationships/slideLayout" Target="../slideLayouts/slideLayout7.xml"/><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tags" Target="../tags/tag136.xml"/><Relationship Id="rId5" Type="http://schemas.openxmlformats.org/officeDocument/2006/relationships/tags" Target="../tags/tag135.xml"/><Relationship Id="rId10" Type="http://schemas.openxmlformats.org/officeDocument/2006/relationships/image" Target="../media/image36.png"/><Relationship Id="rId4" Type="http://schemas.openxmlformats.org/officeDocument/2006/relationships/tags" Target="../tags/tag134.xml"/><Relationship Id="rId9"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13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ags" Target="../tags/tag138.xml"/><Relationship Id="rId5" Type="http://schemas.openxmlformats.org/officeDocument/2006/relationships/image" Target="../media/image38.png"/><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139.xml"/><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140.xml"/><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ags" Target="../tags/tag14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8" Type="http://schemas.openxmlformats.org/officeDocument/2006/relationships/tags" Target="../tags/tag149.xml"/><Relationship Id="rId13" Type="http://schemas.openxmlformats.org/officeDocument/2006/relationships/slideLayout" Target="../slideLayouts/slideLayout7.xml"/><Relationship Id="rId3" Type="http://schemas.openxmlformats.org/officeDocument/2006/relationships/tags" Target="../tags/tag144.xml"/><Relationship Id="rId7" Type="http://schemas.openxmlformats.org/officeDocument/2006/relationships/tags" Target="../tags/tag148.xml"/><Relationship Id="rId12" Type="http://schemas.openxmlformats.org/officeDocument/2006/relationships/tags" Target="../tags/tag153.xml"/><Relationship Id="rId2" Type="http://schemas.openxmlformats.org/officeDocument/2006/relationships/tags" Target="../tags/tag143.xml"/><Relationship Id="rId1" Type="http://schemas.openxmlformats.org/officeDocument/2006/relationships/tags" Target="../tags/tag142.xml"/><Relationship Id="rId6" Type="http://schemas.openxmlformats.org/officeDocument/2006/relationships/tags" Target="../tags/tag147.xml"/><Relationship Id="rId11" Type="http://schemas.openxmlformats.org/officeDocument/2006/relationships/tags" Target="../tags/tag152.xml"/><Relationship Id="rId5" Type="http://schemas.openxmlformats.org/officeDocument/2006/relationships/tags" Target="../tags/tag146.xml"/><Relationship Id="rId15" Type="http://schemas.openxmlformats.org/officeDocument/2006/relationships/image" Target="../media/image44.png"/><Relationship Id="rId10" Type="http://schemas.openxmlformats.org/officeDocument/2006/relationships/tags" Target="../tags/tag151.xml"/><Relationship Id="rId4" Type="http://schemas.openxmlformats.org/officeDocument/2006/relationships/tags" Target="../tags/tag145.xml"/><Relationship Id="rId9" Type="http://schemas.openxmlformats.org/officeDocument/2006/relationships/tags" Target="../tags/tag150.xml"/><Relationship Id="rId14"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tags" Target="../tags/tag156.xml"/><Relationship Id="rId7" Type="http://schemas.openxmlformats.org/officeDocument/2006/relationships/slideLayout" Target="../slideLayouts/slideLayout7.xml"/><Relationship Id="rId2" Type="http://schemas.openxmlformats.org/officeDocument/2006/relationships/tags" Target="../tags/tag155.xml"/><Relationship Id="rId1" Type="http://schemas.openxmlformats.org/officeDocument/2006/relationships/tags" Target="../tags/tag154.xml"/><Relationship Id="rId6" Type="http://schemas.openxmlformats.org/officeDocument/2006/relationships/tags" Target="../tags/tag159.xml"/><Relationship Id="rId5" Type="http://schemas.openxmlformats.org/officeDocument/2006/relationships/tags" Target="../tags/tag158.xml"/><Relationship Id="rId4" Type="http://schemas.openxmlformats.org/officeDocument/2006/relationships/tags" Target="../tags/tag157.xml"/><Relationship Id="rId9" Type="http://schemas.openxmlformats.org/officeDocument/2006/relationships/image" Target="../media/image46.png"/></Relationships>
</file>

<file path=ppt/slides/_rels/slide22.xml.rels><?xml version="1.0" encoding="UTF-8" standalone="yes"?>
<Relationships xmlns="http://schemas.openxmlformats.org/package/2006/relationships"><Relationship Id="rId3" Type="http://schemas.openxmlformats.org/officeDocument/2006/relationships/tags" Target="../tags/tag162.xml"/><Relationship Id="rId7" Type="http://schemas.openxmlformats.org/officeDocument/2006/relationships/image" Target="../media/image48.png"/><Relationship Id="rId2" Type="http://schemas.openxmlformats.org/officeDocument/2006/relationships/tags" Target="../tags/tag161.xml"/><Relationship Id="rId1" Type="http://schemas.openxmlformats.org/officeDocument/2006/relationships/tags" Target="../tags/tag160.xml"/><Relationship Id="rId6" Type="http://schemas.openxmlformats.org/officeDocument/2006/relationships/image" Target="../media/image47.png"/><Relationship Id="rId5" Type="http://schemas.openxmlformats.org/officeDocument/2006/relationships/slideLayout" Target="../slideLayouts/slideLayout7.xml"/><Relationship Id="rId4" Type="http://schemas.openxmlformats.org/officeDocument/2006/relationships/tags" Target="../tags/tag163.xml"/></Relationships>
</file>

<file path=ppt/slides/_rels/slide23.xml.rels><?xml version="1.0" encoding="UTF-8" standalone="yes"?>
<Relationships xmlns="http://schemas.openxmlformats.org/package/2006/relationships"><Relationship Id="rId3" Type="http://schemas.openxmlformats.org/officeDocument/2006/relationships/tags" Target="../tags/tag166.xml"/><Relationship Id="rId2" Type="http://schemas.openxmlformats.org/officeDocument/2006/relationships/tags" Target="../tags/tag165.xml"/><Relationship Id="rId1" Type="http://schemas.openxmlformats.org/officeDocument/2006/relationships/tags" Target="../tags/tag164.xml"/><Relationship Id="rId6" Type="http://schemas.openxmlformats.org/officeDocument/2006/relationships/image" Target="../media/image49.png"/><Relationship Id="rId5" Type="http://schemas.openxmlformats.org/officeDocument/2006/relationships/notesSlide" Target="../notesSlides/notesSlide13.xml"/><Relationship Id="rId4"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tags" Target="../tags/tag169.xml"/><Relationship Id="rId7" Type="http://schemas.openxmlformats.org/officeDocument/2006/relationships/image" Target="../media/image50.png"/><Relationship Id="rId2" Type="http://schemas.openxmlformats.org/officeDocument/2006/relationships/tags" Target="../tags/tag168.xml"/><Relationship Id="rId1" Type="http://schemas.openxmlformats.org/officeDocument/2006/relationships/tags" Target="../tags/tag167.xml"/><Relationship Id="rId6" Type="http://schemas.openxmlformats.org/officeDocument/2006/relationships/notesSlide" Target="../notesSlides/notesSlide14.xml"/><Relationship Id="rId5" Type="http://schemas.openxmlformats.org/officeDocument/2006/relationships/slideLayout" Target="../slideLayouts/slideLayout1.xml"/><Relationship Id="rId4" Type="http://schemas.openxmlformats.org/officeDocument/2006/relationships/tags" Target="../tags/tag170.xml"/></Relationships>
</file>

<file path=ppt/slides/_rels/slide25.xml.rels><?xml version="1.0" encoding="UTF-8" standalone="yes"?>
<Relationships xmlns="http://schemas.openxmlformats.org/package/2006/relationships"><Relationship Id="rId3" Type="http://schemas.openxmlformats.org/officeDocument/2006/relationships/tags" Target="../tags/tag173.xml"/><Relationship Id="rId2" Type="http://schemas.openxmlformats.org/officeDocument/2006/relationships/tags" Target="../tags/tag172.xml"/><Relationship Id="rId1" Type="http://schemas.openxmlformats.org/officeDocument/2006/relationships/tags" Target="../tags/tag171.xml"/><Relationship Id="rId5" Type="http://schemas.openxmlformats.org/officeDocument/2006/relationships/notesSlide" Target="../notesSlides/notesSlide15.xml"/><Relationship Id="rId4" Type="http://schemas.openxmlformats.org/officeDocument/2006/relationships/slideLayout" Target="../slideLayouts/slideLayout42.xml"/></Relationships>
</file>

<file path=ppt/slides/_rels/slide26.xml.rels><?xml version="1.0" encoding="UTF-8" standalone="yes"?>
<Relationships xmlns="http://schemas.openxmlformats.org/package/2006/relationships"><Relationship Id="rId8" Type="http://schemas.openxmlformats.org/officeDocument/2006/relationships/notesSlide" Target="../notesSlides/notesSlide16.xml"/><Relationship Id="rId13" Type="http://schemas.openxmlformats.org/officeDocument/2006/relationships/image" Target="../media/image55.emf"/><Relationship Id="rId18" Type="http://schemas.openxmlformats.org/officeDocument/2006/relationships/image" Target="../media/image60.emf"/><Relationship Id="rId3" Type="http://schemas.openxmlformats.org/officeDocument/2006/relationships/tags" Target="../tags/tag176.xml"/><Relationship Id="rId21" Type="http://schemas.openxmlformats.org/officeDocument/2006/relationships/image" Target="../media/image63.emf"/><Relationship Id="rId7" Type="http://schemas.openxmlformats.org/officeDocument/2006/relationships/slideLayout" Target="../slideLayouts/slideLayout7.xml"/><Relationship Id="rId12" Type="http://schemas.openxmlformats.org/officeDocument/2006/relationships/image" Target="../media/image54.emf"/><Relationship Id="rId17" Type="http://schemas.openxmlformats.org/officeDocument/2006/relationships/image" Target="../media/image59.emf"/><Relationship Id="rId2" Type="http://schemas.openxmlformats.org/officeDocument/2006/relationships/tags" Target="../tags/tag175.xml"/><Relationship Id="rId16" Type="http://schemas.openxmlformats.org/officeDocument/2006/relationships/image" Target="../media/image58.emf"/><Relationship Id="rId20" Type="http://schemas.openxmlformats.org/officeDocument/2006/relationships/image" Target="../media/image62.emf"/><Relationship Id="rId1" Type="http://schemas.openxmlformats.org/officeDocument/2006/relationships/tags" Target="../tags/tag174.xml"/><Relationship Id="rId6" Type="http://schemas.openxmlformats.org/officeDocument/2006/relationships/tags" Target="../tags/tag179.xml"/><Relationship Id="rId11" Type="http://schemas.openxmlformats.org/officeDocument/2006/relationships/image" Target="../media/image53.emf"/><Relationship Id="rId24" Type="http://schemas.openxmlformats.org/officeDocument/2006/relationships/image" Target="../media/image66.emf"/><Relationship Id="rId5" Type="http://schemas.openxmlformats.org/officeDocument/2006/relationships/tags" Target="../tags/tag178.xml"/><Relationship Id="rId15" Type="http://schemas.openxmlformats.org/officeDocument/2006/relationships/image" Target="../media/image57.emf"/><Relationship Id="rId23" Type="http://schemas.openxmlformats.org/officeDocument/2006/relationships/image" Target="../media/image65.emf"/><Relationship Id="rId10" Type="http://schemas.openxmlformats.org/officeDocument/2006/relationships/image" Target="../media/image52.emf"/><Relationship Id="rId19" Type="http://schemas.openxmlformats.org/officeDocument/2006/relationships/image" Target="../media/image61.emf"/><Relationship Id="rId4" Type="http://schemas.openxmlformats.org/officeDocument/2006/relationships/tags" Target="../tags/tag177.xml"/><Relationship Id="rId9" Type="http://schemas.openxmlformats.org/officeDocument/2006/relationships/image" Target="../media/image51.emf"/><Relationship Id="rId14" Type="http://schemas.openxmlformats.org/officeDocument/2006/relationships/image" Target="../media/image56.emf"/><Relationship Id="rId22" Type="http://schemas.openxmlformats.org/officeDocument/2006/relationships/image" Target="../media/image64.emf"/></Relationships>
</file>

<file path=ppt/slides/_rels/slide27.xml.rels><?xml version="1.0" encoding="UTF-8" standalone="yes"?>
<Relationships xmlns="http://schemas.openxmlformats.org/package/2006/relationships"><Relationship Id="rId3" Type="http://schemas.openxmlformats.org/officeDocument/2006/relationships/tags" Target="../tags/tag182.xml"/><Relationship Id="rId2" Type="http://schemas.openxmlformats.org/officeDocument/2006/relationships/tags" Target="../tags/tag181.xml"/><Relationship Id="rId1" Type="http://schemas.openxmlformats.org/officeDocument/2006/relationships/tags" Target="../tags/tag180.xml"/><Relationship Id="rId6" Type="http://schemas.openxmlformats.org/officeDocument/2006/relationships/image" Target="../media/image67.png"/><Relationship Id="rId5" Type="http://schemas.openxmlformats.org/officeDocument/2006/relationships/notesSlide" Target="../notesSlides/notesSlide17.xml"/><Relationship Id="rId4"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tags" Target="../tags/tag185.xml"/><Relationship Id="rId2" Type="http://schemas.openxmlformats.org/officeDocument/2006/relationships/tags" Target="../tags/tag184.xml"/><Relationship Id="rId1" Type="http://schemas.openxmlformats.org/officeDocument/2006/relationships/tags" Target="../tags/tag183.xml"/><Relationship Id="rId6" Type="http://schemas.openxmlformats.org/officeDocument/2006/relationships/image" Target="../media/image68.png"/><Relationship Id="rId5" Type="http://schemas.openxmlformats.org/officeDocument/2006/relationships/notesSlide" Target="../notesSlides/notesSlide18.xml"/><Relationship Id="rId4"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tags" Target="../tags/tag193.xml"/><Relationship Id="rId13" Type="http://schemas.openxmlformats.org/officeDocument/2006/relationships/tags" Target="../tags/tag198.xml"/><Relationship Id="rId18" Type="http://schemas.openxmlformats.org/officeDocument/2006/relationships/tags" Target="../tags/tag203.xml"/><Relationship Id="rId3" Type="http://schemas.openxmlformats.org/officeDocument/2006/relationships/tags" Target="../tags/tag188.xml"/><Relationship Id="rId21" Type="http://schemas.openxmlformats.org/officeDocument/2006/relationships/notesSlide" Target="../notesSlides/notesSlide19.xml"/><Relationship Id="rId7" Type="http://schemas.openxmlformats.org/officeDocument/2006/relationships/tags" Target="../tags/tag192.xml"/><Relationship Id="rId12" Type="http://schemas.openxmlformats.org/officeDocument/2006/relationships/tags" Target="../tags/tag197.xml"/><Relationship Id="rId17" Type="http://schemas.openxmlformats.org/officeDocument/2006/relationships/tags" Target="../tags/tag202.xml"/><Relationship Id="rId2" Type="http://schemas.openxmlformats.org/officeDocument/2006/relationships/tags" Target="../tags/tag187.xml"/><Relationship Id="rId16" Type="http://schemas.openxmlformats.org/officeDocument/2006/relationships/tags" Target="../tags/tag201.xml"/><Relationship Id="rId20" Type="http://schemas.openxmlformats.org/officeDocument/2006/relationships/slideLayout" Target="../slideLayouts/slideLayout2.xml"/><Relationship Id="rId1" Type="http://schemas.openxmlformats.org/officeDocument/2006/relationships/tags" Target="../tags/tag186.xml"/><Relationship Id="rId6" Type="http://schemas.openxmlformats.org/officeDocument/2006/relationships/tags" Target="../tags/tag191.xml"/><Relationship Id="rId11" Type="http://schemas.openxmlformats.org/officeDocument/2006/relationships/tags" Target="../tags/tag196.xml"/><Relationship Id="rId5" Type="http://schemas.openxmlformats.org/officeDocument/2006/relationships/tags" Target="../tags/tag190.xml"/><Relationship Id="rId15" Type="http://schemas.openxmlformats.org/officeDocument/2006/relationships/tags" Target="../tags/tag200.xml"/><Relationship Id="rId10" Type="http://schemas.openxmlformats.org/officeDocument/2006/relationships/tags" Target="../tags/tag195.xml"/><Relationship Id="rId19" Type="http://schemas.openxmlformats.org/officeDocument/2006/relationships/tags" Target="../tags/tag204.xml"/><Relationship Id="rId4" Type="http://schemas.openxmlformats.org/officeDocument/2006/relationships/tags" Target="../tags/tag189.xml"/><Relationship Id="rId9" Type="http://schemas.openxmlformats.org/officeDocument/2006/relationships/tags" Target="../tags/tag194.xml"/><Relationship Id="rId14" Type="http://schemas.openxmlformats.org/officeDocument/2006/relationships/tags" Target="../tags/tag199.xml"/></Relationships>
</file>

<file path=ppt/slides/_rels/slide30.xml.rels><?xml version="1.0" encoding="UTF-8" standalone="yes"?>
<Relationships xmlns="http://schemas.openxmlformats.org/package/2006/relationships"><Relationship Id="rId13" Type="http://schemas.openxmlformats.org/officeDocument/2006/relationships/tags" Target="../tags/tag217.xml"/><Relationship Id="rId18" Type="http://schemas.openxmlformats.org/officeDocument/2006/relationships/tags" Target="../tags/tag222.xml"/><Relationship Id="rId26" Type="http://schemas.openxmlformats.org/officeDocument/2006/relationships/tags" Target="../tags/tag230.xml"/><Relationship Id="rId39" Type="http://schemas.openxmlformats.org/officeDocument/2006/relationships/tags" Target="../tags/tag243.xml"/><Relationship Id="rId21" Type="http://schemas.openxmlformats.org/officeDocument/2006/relationships/tags" Target="../tags/tag225.xml"/><Relationship Id="rId34" Type="http://schemas.openxmlformats.org/officeDocument/2006/relationships/tags" Target="../tags/tag238.xml"/><Relationship Id="rId42" Type="http://schemas.openxmlformats.org/officeDocument/2006/relationships/tags" Target="../tags/tag246.xml"/><Relationship Id="rId47" Type="http://schemas.openxmlformats.org/officeDocument/2006/relationships/tags" Target="../tags/tag251.xml"/><Relationship Id="rId50" Type="http://schemas.openxmlformats.org/officeDocument/2006/relationships/tags" Target="../tags/tag254.xml"/><Relationship Id="rId55" Type="http://schemas.openxmlformats.org/officeDocument/2006/relationships/image" Target="../media/image69.png"/><Relationship Id="rId7" Type="http://schemas.openxmlformats.org/officeDocument/2006/relationships/tags" Target="../tags/tag211.xml"/><Relationship Id="rId12" Type="http://schemas.openxmlformats.org/officeDocument/2006/relationships/tags" Target="../tags/tag216.xml"/><Relationship Id="rId17" Type="http://schemas.openxmlformats.org/officeDocument/2006/relationships/tags" Target="../tags/tag221.xml"/><Relationship Id="rId25" Type="http://schemas.openxmlformats.org/officeDocument/2006/relationships/tags" Target="../tags/tag229.xml"/><Relationship Id="rId33" Type="http://schemas.openxmlformats.org/officeDocument/2006/relationships/tags" Target="../tags/tag237.xml"/><Relationship Id="rId38" Type="http://schemas.openxmlformats.org/officeDocument/2006/relationships/tags" Target="../tags/tag242.xml"/><Relationship Id="rId46" Type="http://schemas.openxmlformats.org/officeDocument/2006/relationships/tags" Target="../tags/tag250.xml"/><Relationship Id="rId2" Type="http://schemas.openxmlformats.org/officeDocument/2006/relationships/tags" Target="../tags/tag206.xml"/><Relationship Id="rId16" Type="http://schemas.openxmlformats.org/officeDocument/2006/relationships/tags" Target="../tags/tag220.xml"/><Relationship Id="rId20" Type="http://schemas.openxmlformats.org/officeDocument/2006/relationships/tags" Target="../tags/tag224.xml"/><Relationship Id="rId29" Type="http://schemas.openxmlformats.org/officeDocument/2006/relationships/tags" Target="../tags/tag233.xml"/><Relationship Id="rId41" Type="http://schemas.openxmlformats.org/officeDocument/2006/relationships/tags" Target="../tags/tag245.xml"/><Relationship Id="rId54" Type="http://schemas.openxmlformats.org/officeDocument/2006/relationships/notesSlide" Target="../notesSlides/notesSlide20.xml"/><Relationship Id="rId1" Type="http://schemas.openxmlformats.org/officeDocument/2006/relationships/tags" Target="../tags/tag205.xml"/><Relationship Id="rId6" Type="http://schemas.openxmlformats.org/officeDocument/2006/relationships/tags" Target="../tags/tag210.xml"/><Relationship Id="rId11" Type="http://schemas.openxmlformats.org/officeDocument/2006/relationships/tags" Target="../tags/tag215.xml"/><Relationship Id="rId24" Type="http://schemas.openxmlformats.org/officeDocument/2006/relationships/tags" Target="../tags/tag228.xml"/><Relationship Id="rId32" Type="http://schemas.openxmlformats.org/officeDocument/2006/relationships/tags" Target="../tags/tag236.xml"/><Relationship Id="rId37" Type="http://schemas.openxmlformats.org/officeDocument/2006/relationships/tags" Target="../tags/tag241.xml"/><Relationship Id="rId40" Type="http://schemas.openxmlformats.org/officeDocument/2006/relationships/tags" Target="../tags/tag244.xml"/><Relationship Id="rId45" Type="http://schemas.openxmlformats.org/officeDocument/2006/relationships/tags" Target="../tags/tag249.xml"/><Relationship Id="rId53" Type="http://schemas.openxmlformats.org/officeDocument/2006/relationships/slideLayout" Target="../slideLayouts/slideLayout7.xml"/><Relationship Id="rId5" Type="http://schemas.openxmlformats.org/officeDocument/2006/relationships/tags" Target="../tags/tag209.xml"/><Relationship Id="rId15" Type="http://schemas.openxmlformats.org/officeDocument/2006/relationships/tags" Target="../tags/tag219.xml"/><Relationship Id="rId23" Type="http://schemas.openxmlformats.org/officeDocument/2006/relationships/tags" Target="../tags/tag227.xml"/><Relationship Id="rId28" Type="http://schemas.openxmlformats.org/officeDocument/2006/relationships/tags" Target="../tags/tag232.xml"/><Relationship Id="rId36" Type="http://schemas.openxmlformats.org/officeDocument/2006/relationships/tags" Target="../tags/tag240.xml"/><Relationship Id="rId49" Type="http://schemas.openxmlformats.org/officeDocument/2006/relationships/tags" Target="../tags/tag253.xml"/><Relationship Id="rId57" Type="http://schemas.openxmlformats.org/officeDocument/2006/relationships/image" Target="../media/image71.png"/><Relationship Id="rId10" Type="http://schemas.openxmlformats.org/officeDocument/2006/relationships/tags" Target="../tags/tag214.xml"/><Relationship Id="rId19" Type="http://schemas.openxmlformats.org/officeDocument/2006/relationships/tags" Target="../tags/tag223.xml"/><Relationship Id="rId31" Type="http://schemas.openxmlformats.org/officeDocument/2006/relationships/tags" Target="../tags/tag235.xml"/><Relationship Id="rId44" Type="http://schemas.openxmlformats.org/officeDocument/2006/relationships/tags" Target="../tags/tag248.xml"/><Relationship Id="rId52" Type="http://schemas.openxmlformats.org/officeDocument/2006/relationships/tags" Target="../tags/tag256.xml"/><Relationship Id="rId4" Type="http://schemas.openxmlformats.org/officeDocument/2006/relationships/tags" Target="../tags/tag208.xml"/><Relationship Id="rId9" Type="http://schemas.openxmlformats.org/officeDocument/2006/relationships/tags" Target="../tags/tag213.xml"/><Relationship Id="rId14" Type="http://schemas.openxmlformats.org/officeDocument/2006/relationships/tags" Target="../tags/tag218.xml"/><Relationship Id="rId22" Type="http://schemas.openxmlformats.org/officeDocument/2006/relationships/tags" Target="../tags/tag226.xml"/><Relationship Id="rId27" Type="http://schemas.openxmlformats.org/officeDocument/2006/relationships/tags" Target="../tags/tag231.xml"/><Relationship Id="rId30" Type="http://schemas.openxmlformats.org/officeDocument/2006/relationships/tags" Target="../tags/tag234.xml"/><Relationship Id="rId35" Type="http://schemas.openxmlformats.org/officeDocument/2006/relationships/tags" Target="../tags/tag239.xml"/><Relationship Id="rId43" Type="http://schemas.openxmlformats.org/officeDocument/2006/relationships/tags" Target="../tags/tag247.xml"/><Relationship Id="rId48" Type="http://schemas.openxmlformats.org/officeDocument/2006/relationships/tags" Target="../tags/tag252.xml"/><Relationship Id="rId56" Type="http://schemas.openxmlformats.org/officeDocument/2006/relationships/image" Target="../media/image70.png"/><Relationship Id="rId8" Type="http://schemas.openxmlformats.org/officeDocument/2006/relationships/tags" Target="../tags/tag212.xml"/><Relationship Id="rId51" Type="http://schemas.openxmlformats.org/officeDocument/2006/relationships/tags" Target="../tags/tag255.xml"/><Relationship Id="rId3" Type="http://schemas.openxmlformats.org/officeDocument/2006/relationships/tags" Target="../tags/tag207.xml"/></Relationships>
</file>

<file path=ppt/slides/_rels/slide31.xml.rels><?xml version="1.0" encoding="UTF-8" standalone="yes"?>
<Relationships xmlns="http://schemas.openxmlformats.org/package/2006/relationships"><Relationship Id="rId3" Type="http://schemas.openxmlformats.org/officeDocument/2006/relationships/tags" Target="../tags/tag259.xml"/><Relationship Id="rId2" Type="http://schemas.openxmlformats.org/officeDocument/2006/relationships/tags" Target="../tags/tag258.xml"/><Relationship Id="rId1" Type="http://schemas.openxmlformats.org/officeDocument/2006/relationships/tags" Target="../tags/tag257.xml"/><Relationship Id="rId5" Type="http://schemas.openxmlformats.org/officeDocument/2006/relationships/image" Target="../media/image72.png"/><Relationship Id="rId4"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tags" Target="../tags/tag262.xml"/><Relationship Id="rId7" Type="http://schemas.openxmlformats.org/officeDocument/2006/relationships/image" Target="../media/image73.png"/><Relationship Id="rId2" Type="http://schemas.openxmlformats.org/officeDocument/2006/relationships/tags" Target="../tags/tag261.xml"/><Relationship Id="rId1" Type="http://schemas.openxmlformats.org/officeDocument/2006/relationships/tags" Target="../tags/tag260.xml"/><Relationship Id="rId6" Type="http://schemas.openxmlformats.org/officeDocument/2006/relationships/slideLayout" Target="../slideLayouts/slideLayout2.xml"/><Relationship Id="rId5" Type="http://schemas.openxmlformats.org/officeDocument/2006/relationships/tags" Target="../tags/tag264.xml"/><Relationship Id="rId4" Type="http://schemas.openxmlformats.org/officeDocument/2006/relationships/tags" Target="../tags/tag263.xml"/><Relationship Id="rId9" Type="http://schemas.openxmlformats.org/officeDocument/2006/relationships/image" Target="../media/image75.png"/></Relationships>
</file>

<file path=ppt/slides/_rels/slide33.xml.rels><?xml version="1.0" encoding="UTF-8" standalone="yes"?>
<Relationships xmlns="http://schemas.openxmlformats.org/package/2006/relationships"><Relationship Id="rId13" Type="http://schemas.openxmlformats.org/officeDocument/2006/relationships/tags" Target="../tags/tag276.xml"/><Relationship Id="rId18" Type="http://schemas.openxmlformats.org/officeDocument/2006/relationships/tags" Target="../tags/tag281.xml"/><Relationship Id="rId26" Type="http://schemas.openxmlformats.org/officeDocument/2006/relationships/tags" Target="../tags/tag289.xml"/><Relationship Id="rId39" Type="http://schemas.openxmlformats.org/officeDocument/2006/relationships/tags" Target="../tags/tag302.xml"/><Relationship Id="rId21" Type="http://schemas.openxmlformats.org/officeDocument/2006/relationships/tags" Target="../tags/tag284.xml"/><Relationship Id="rId34" Type="http://schemas.openxmlformats.org/officeDocument/2006/relationships/tags" Target="../tags/tag297.xml"/><Relationship Id="rId42" Type="http://schemas.openxmlformats.org/officeDocument/2006/relationships/tags" Target="../tags/tag305.xml"/><Relationship Id="rId47" Type="http://schemas.openxmlformats.org/officeDocument/2006/relationships/tags" Target="../tags/tag310.xml"/><Relationship Id="rId50" Type="http://schemas.openxmlformats.org/officeDocument/2006/relationships/image" Target="../media/image80.png"/><Relationship Id="rId55" Type="http://schemas.openxmlformats.org/officeDocument/2006/relationships/image" Target="../media/image85.png"/><Relationship Id="rId63" Type="http://schemas.openxmlformats.org/officeDocument/2006/relationships/image" Target="../media/image77.emf"/><Relationship Id="rId68" Type="http://schemas.openxmlformats.org/officeDocument/2006/relationships/oleObject" Target="../embeddings/oleObject7.bin"/><Relationship Id="rId7" Type="http://schemas.openxmlformats.org/officeDocument/2006/relationships/tags" Target="../tags/tag270.xml"/><Relationship Id="rId71" Type="http://schemas.openxmlformats.org/officeDocument/2006/relationships/oleObject" Target="../embeddings/oleObject9.bin"/><Relationship Id="rId2" Type="http://schemas.openxmlformats.org/officeDocument/2006/relationships/tags" Target="../tags/tag265.xml"/><Relationship Id="rId16" Type="http://schemas.openxmlformats.org/officeDocument/2006/relationships/tags" Target="../tags/tag279.xml"/><Relationship Id="rId29" Type="http://schemas.openxmlformats.org/officeDocument/2006/relationships/tags" Target="../tags/tag292.xml"/><Relationship Id="rId1" Type="http://schemas.openxmlformats.org/officeDocument/2006/relationships/vmlDrawing" Target="../drawings/vmlDrawing2.vml"/><Relationship Id="rId6" Type="http://schemas.openxmlformats.org/officeDocument/2006/relationships/tags" Target="../tags/tag269.xml"/><Relationship Id="rId11" Type="http://schemas.openxmlformats.org/officeDocument/2006/relationships/tags" Target="../tags/tag274.xml"/><Relationship Id="rId24" Type="http://schemas.openxmlformats.org/officeDocument/2006/relationships/tags" Target="../tags/tag287.xml"/><Relationship Id="rId32" Type="http://schemas.openxmlformats.org/officeDocument/2006/relationships/tags" Target="../tags/tag295.xml"/><Relationship Id="rId37" Type="http://schemas.openxmlformats.org/officeDocument/2006/relationships/tags" Target="../tags/tag300.xml"/><Relationship Id="rId40" Type="http://schemas.openxmlformats.org/officeDocument/2006/relationships/tags" Target="../tags/tag303.xml"/><Relationship Id="rId45" Type="http://schemas.openxmlformats.org/officeDocument/2006/relationships/tags" Target="../tags/tag308.xml"/><Relationship Id="rId53" Type="http://schemas.openxmlformats.org/officeDocument/2006/relationships/image" Target="../media/image83.png"/><Relationship Id="rId58" Type="http://schemas.openxmlformats.org/officeDocument/2006/relationships/image" Target="../media/image88.png"/><Relationship Id="rId66" Type="http://schemas.openxmlformats.org/officeDocument/2006/relationships/oleObject" Target="../embeddings/oleObject5.bin"/><Relationship Id="rId5" Type="http://schemas.openxmlformats.org/officeDocument/2006/relationships/tags" Target="../tags/tag268.xml"/><Relationship Id="rId15" Type="http://schemas.openxmlformats.org/officeDocument/2006/relationships/tags" Target="../tags/tag278.xml"/><Relationship Id="rId23" Type="http://schemas.openxmlformats.org/officeDocument/2006/relationships/tags" Target="../tags/tag286.xml"/><Relationship Id="rId28" Type="http://schemas.openxmlformats.org/officeDocument/2006/relationships/tags" Target="../tags/tag291.xml"/><Relationship Id="rId36" Type="http://schemas.openxmlformats.org/officeDocument/2006/relationships/tags" Target="../tags/tag299.xml"/><Relationship Id="rId49" Type="http://schemas.openxmlformats.org/officeDocument/2006/relationships/notesSlide" Target="../notesSlides/notesSlide21.xml"/><Relationship Id="rId57" Type="http://schemas.openxmlformats.org/officeDocument/2006/relationships/image" Target="../media/image87.png"/><Relationship Id="rId61" Type="http://schemas.openxmlformats.org/officeDocument/2006/relationships/image" Target="../media/image76.emf"/><Relationship Id="rId10" Type="http://schemas.openxmlformats.org/officeDocument/2006/relationships/tags" Target="../tags/tag273.xml"/><Relationship Id="rId19" Type="http://schemas.openxmlformats.org/officeDocument/2006/relationships/tags" Target="../tags/tag282.xml"/><Relationship Id="rId31" Type="http://schemas.openxmlformats.org/officeDocument/2006/relationships/tags" Target="../tags/tag294.xml"/><Relationship Id="rId44" Type="http://schemas.openxmlformats.org/officeDocument/2006/relationships/tags" Target="../tags/tag307.xml"/><Relationship Id="rId52" Type="http://schemas.openxmlformats.org/officeDocument/2006/relationships/image" Target="../media/image82.png"/><Relationship Id="rId60" Type="http://schemas.openxmlformats.org/officeDocument/2006/relationships/oleObject" Target="../embeddings/oleObject2.bin"/><Relationship Id="rId65" Type="http://schemas.openxmlformats.org/officeDocument/2006/relationships/image" Target="../media/image78.emf"/><Relationship Id="rId4" Type="http://schemas.openxmlformats.org/officeDocument/2006/relationships/tags" Target="../tags/tag267.xml"/><Relationship Id="rId9" Type="http://schemas.openxmlformats.org/officeDocument/2006/relationships/tags" Target="../tags/tag272.xml"/><Relationship Id="rId14" Type="http://schemas.openxmlformats.org/officeDocument/2006/relationships/tags" Target="../tags/tag277.xml"/><Relationship Id="rId22" Type="http://schemas.openxmlformats.org/officeDocument/2006/relationships/tags" Target="../tags/tag285.xml"/><Relationship Id="rId27" Type="http://schemas.openxmlformats.org/officeDocument/2006/relationships/tags" Target="../tags/tag290.xml"/><Relationship Id="rId30" Type="http://schemas.openxmlformats.org/officeDocument/2006/relationships/tags" Target="../tags/tag293.xml"/><Relationship Id="rId35" Type="http://schemas.openxmlformats.org/officeDocument/2006/relationships/tags" Target="../tags/tag298.xml"/><Relationship Id="rId43" Type="http://schemas.openxmlformats.org/officeDocument/2006/relationships/tags" Target="../tags/tag306.xml"/><Relationship Id="rId48" Type="http://schemas.openxmlformats.org/officeDocument/2006/relationships/slideLayout" Target="../slideLayouts/slideLayout7.xml"/><Relationship Id="rId56" Type="http://schemas.openxmlformats.org/officeDocument/2006/relationships/image" Target="../media/image86.png"/><Relationship Id="rId64" Type="http://schemas.openxmlformats.org/officeDocument/2006/relationships/oleObject" Target="../embeddings/oleObject4.bin"/><Relationship Id="rId69" Type="http://schemas.openxmlformats.org/officeDocument/2006/relationships/image" Target="../media/image79.emf"/><Relationship Id="rId8" Type="http://schemas.openxmlformats.org/officeDocument/2006/relationships/tags" Target="../tags/tag271.xml"/><Relationship Id="rId51" Type="http://schemas.openxmlformats.org/officeDocument/2006/relationships/image" Target="../media/image81.png"/><Relationship Id="rId72" Type="http://schemas.openxmlformats.org/officeDocument/2006/relationships/oleObject" Target="../embeddings/oleObject10.bin"/><Relationship Id="rId3" Type="http://schemas.openxmlformats.org/officeDocument/2006/relationships/tags" Target="../tags/tag266.xml"/><Relationship Id="rId12" Type="http://schemas.openxmlformats.org/officeDocument/2006/relationships/tags" Target="../tags/tag275.xml"/><Relationship Id="rId17" Type="http://schemas.openxmlformats.org/officeDocument/2006/relationships/tags" Target="../tags/tag280.xml"/><Relationship Id="rId25" Type="http://schemas.openxmlformats.org/officeDocument/2006/relationships/tags" Target="../tags/tag288.xml"/><Relationship Id="rId33" Type="http://schemas.openxmlformats.org/officeDocument/2006/relationships/tags" Target="../tags/tag296.xml"/><Relationship Id="rId38" Type="http://schemas.openxmlformats.org/officeDocument/2006/relationships/tags" Target="../tags/tag301.xml"/><Relationship Id="rId46" Type="http://schemas.openxmlformats.org/officeDocument/2006/relationships/tags" Target="../tags/tag309.xml"/><Relationship Id="rId59" Type="http://schemas.openxmlformats.org/officeDocument/2006/relationships/image" Target="../media/image89.png"/><Relationship Id="rId67" Type="http://schemas.openxmlformats.org/officeDocument/2006/relationships/oleObject" Target="../embeddings/oleObject6.bin"/><Relationship Id="rId20" Type="http://schemas.openxmlformats.org/officeDocument/2006/relationships/tags" Target="../tags/tag283.xml"/><Relationship Id="rId41" Type="http://schemas.openxmlformats.org/officeDocument/2006/relationships/tags" Target="../tags/tag304.xml"/><Relationship Id="rId54" Type="http://schemas.openxmlformats.org/officeDocument/2006/relationships/image" Target="../media/image84.png"/><Relationship Id="rId62" Type="http://schemas.openxmlformats.org/officeDocument/2006/relationships/oleObject" Target="../embeddings/oleObject3.bin"/><Relationship Id="rId70" Type="http://schemas.openxmlformats.org/officeDocument/2006/relationships/oleObject" Target="../embeddings/oleObject8.bin"/></Relationships>
</file>

<file path=ppt/slides/_rels/slide34.xml.rels><?xml version="1.0" encoding="UTF-8" standalone="yes"?>
<Relationships xmlns="http://schemas.openxmlformats.org/package/2006/relationships"><Relationship Id="rId13" Type="http://schemas.openxmlformats.org/officeDocument/2006/relationships/tags" Target="../tags/tag322.xml"/><Relationship Id="rId18" Type="http://schemas.openxmlformats.org/officeDocument/2006/relationships/tags" Target="../tags/tag327.xml"/><Relationship Id="rId26" Type="http://schemas.openxmlformats.org/officeDocument/2006/relationships/tags" Target="../tags/tag335.xml"/><Relationship Id="rId39" Type="http://schemas.openxmlformats.org/officeDocument/2006/relationships/image" Target="../media/image69.png"/><Relationship Id="rId21" Type="http://schemas.openxmlformats.org/officeDocument/2006/relationships/tags" Target="../tags/tag330.xml"/><Relationship Id="rId34" Type="http://schemas.openxmlformats.org/officeDocument/2006/relationships/tags" Target="../tags/tag343.xml"/><Relationship Id="rId42" Type="http://schemas.openxmlformats.org/officeDocument/2006/relationships/image" Target="../media/image79.emf"/><Relationship Id="rId47" Type="http://schemas.openxmlformats.org/officeDocument/2006/relationships/oleObject" Target="../embeddings/oleObject14.bin"/><Relationship Id="rId50" Type="http://schemas.openxmlformats.org/officeDocument/2006/relationships/image" Target="../media/image92.png"/><Relationship Id="rId55" Type="http://schemas.openxmlformats.org/officeDocument/2006/relationships/image" Target="../media/image77.emf"/><Relationship Id="rId63" Type="http://schemas.openxmlformats.org/officeDocument/2006/relationships/oleObject" Target="../embeddings/oleObject19.bin"/><Relationship Id="rId7" Type="http://schemas.openxmlformats.org/officeDocument/2006/relationships/tags" Target="../tags/tag316.xml"/><Relationship Id="rId2" Type="http://schemas.openxmlformats.org/officeDocument/2006/relationships/tags" Target="../tags/tag311.xml"/><Relationship Id="rId16" Type="http://schemas.openxmlformats.org/officeDocument/2006/relationships/tags" Target="../tags/tag325.xml"/><Relationship Id="rId20" Type="http://schemas.openxmlformats.org/officeDocument/2006/relationships/tags" Target="../tags/tag329.xml"/><Relationship Id="rId29" Type="http://schemas.openxmlformats.org/officeDocument/2006/relationships/tags" Target="../tags/tag338.xml"/><Relationship Id="rId41" Type="http://schemas.openxmlformats.org/officeDocument/2006/relationships/oleObject" Target="../embeddings/oleObject11.bin"/><Relationship Id="rId54" Type="http://schemas.openxmlformats.org/officeDocument/2006/relationships/oleObject" Target="../embeddings/oleObject18.bin"/><Relationship Id="rId62" Type="http://schemas.openxmlformats.org/officeDocument/2006/relationships/image" Target="../media/image95.png"/><Relationship Id="rId1" Type="http://schemas.openxmlformats.org/officeDocument/2006/relationships/vmlDrawing" Target="../drawings/vmlDrawing3.vml"/><Relationship Id="rId6" Type="http://schemas.openxmlformats.org/officeDocument/2006/relationships/tags" Target="../tags/tag315.xml"/><Relationship Id="rId11" Type="http://schemas.openxmlformats.org/officeDocument/2006/relationships/tags" Target="../tags/tag320.xml"/><Relationship Id="rId24" Type="http://schemas.openxmlformats.org/officeDocument/2006/relationships/tags" Target="../tags/tag333.xml"/><Relationship Id="rId32" Type="http://schemas.openxmlformats.org/officeDocument/2006/relationships/tags" Target="../tags/tag341.xml"/><Relationship Id="rId37" Type="http://schemas.openxmlformats.org/officeDocument/2006/relationships/slideLayout" Target="../slideLayouts/slideLayout7.xml"/><Relationship Id="rId40" Type="http://schemas.openxmlformats.org/officeDocument/2006/relationships/image" Target="../media/image70.png"/><Relationship Id="rId45" Type="http://schemas.openxmlformats.org/officeDocument/2006/relationships/oleObject" Target="../embeddings/oleObject13.bin"/><Relationship Id="rId53" Type="http://schemas.openxmlformats.org/officeDocument/2006/relationships/image" Target="../media/image78.emf"/><Relationship Id="rId58" Type="http://schemas.openxmlformats.org/officeDocument/2006/relationships/image" Target="../media/image88.png"/><Relationship Id="rId5" Type="http://schemas.openxmlformats.org/officeDocument/2006/relationships/tags" Target="../tags/tag314.xml"/><Relationship Id="rId15" Type="http://schemas.openxmlformats.org/officeDocument/2006/relationships/tags" Target="../tags/tag324.xml"/><Relationship Id="rId23" Type="http://schemas.openxmlformats.org/officeDocument/2006/relationships/tags" Target="../tags/tag332.xml"/><Relationship Id="rId28" Type="http://schemas.openxmlformats.org/officeDocument/2006/relationships/tags" Target="../tags/tag337.xml"/><Relationship Id="rId36" Type="http://schemas.openxmlformats.org/officeDocument/2006/relationships/tags" Target="../tags/tag345.xml"/><Relationship Id="rId49" Type="http://schemas.openxmlformats.org/officeDocument/2006/relationships/oleObject" Target="../embeddings/oleObject15.bin"/><Relationship Id="rId57" Type="http://schemas.openxmlformats.org/officeDocument/2006/relationships/image" Target="../media/image85.png"/><Relationship Id="rId61" Type="http://schemas.openxmlformats.org/officeDocument/2006/relationships/image" Target="../media/image94.png"/><Relationship Id="rId10" Type="http://schemas.openxmlformats.org/officeDocument/2006/relationships/tags" Target="../tags/tag319.xml"/><Relationship Id="rId19" Type="http://schemas.openxmlformats.org/officeDocument/2006/relationships/tags" Target="../tags/tag328.xml"/><Relationship Id="rId31" Type="http://schemas.openxmlformats.org/officeDocument/2006/relationships/tags" Target="../tags/tag340.xml"/><Relationship Id="rId44" Type="http://schemas.openxmlformats.org/officeDocument/2006/relationships/oleObject" Target="../embeddings/oleObject12.bin"/><Relationship Id="rId52" Type="http://schemas.openxmlformats.org/officeDocument/2006/relationships/oleObject" Target="../embeddings/oleObject17.bin"/><Relationship Id="rId60" Type="http://schemas.openxmlformats.org/officeDocument/2006/relationships/image" Target="../media/image93.png"/><Relationship Id="rId4" Type="http://schemas.openxmlformats.org/officeDocument/2006/relationships/tags" Target="../tags/tag313.xml"/><Relationship Id="rId9" Type="http://schemas.openxmlformats.org/officeDocument/2006/relationships/tags" Target="../tags/tag318.xml"/><Relationship Id="rId14" Type="http://schemas.openxmlformats.org/officeDocument/2006/relationships/tags" Target="../tags/tag323.xml"/><Relationship Id="rId22" Type="http://schemas.openxmlformats.org/officeDocument/2006/relationships/tags" Target="../tags/tag331.xml"/><Relationship Id="rId27" Type="http://schemas.openxmlformats.org/officeDocument/2006/relationships/tags" Target="../tags/tag336.xml"/><Relationship Id="rId30" Type="http://schemas.openxmlformats.org/officeDocument/2006/relationships/tags" Target="../tags/tag339.xml"/><Relationship Id="rId35" Type="http://schemas.openxmlformats.org/officeDocument/2006/relationships/tags" Target="../tags/tag344.xml"/><Relationship Id="rId43" Type="http://schemas.openxmlformats.org/officeDocument/2006/relationships/image" Target="../media/image90.png"/><Relationship Id="rId48" Type="http://schemas.openxmlformats.org/officeDocument/2006/relationships/image" Target="../media/image76.emf"/><Relationship Id="rId56" Type="http://schemas.openxmlformats.org/officeDocument/2006/relationships/image" Target="../media/image84.png"/><Relationship Id="rId8" Type="http://schemas.openxmlformats.org/officeDocument/2006/relationships/tags" Target="../tags/tag317.xml"/><Relationship Id="rId51" Type="http://schemas.openxmlformats.org/officeDocument/2006/relationships/oleObject" Target="../embeddings/oleObject16.bin"/><Relationship Id="rId3" Type="http://schemas.openxmlformats.org/officeDocument/2006/relationships/tags" Target="../tags/tag312.xml"/><Relationship Id="rId12" Type="http://schemas.openxmlformats.org/officeDocument/2006/relationships/tags" Target="../tags/tag321.xml"/><Relationship Id="rId17" Type="http://schemas.openxmlformats.org/officeDocument/2006/relationships/tags" Target="../tags/tag326.xml"/><Relationship Id="rId25" Type="http://schemas.openxmlformats.org/officeDocument/2006/relationships/tags" Target="../tags/tag334.xml"/><Relationship Id="rId33" Type="http://schemas.openxmlformats.org/officeDocument/2006/relationships/tags" Target="../tags/tag342.xml"/><Relationship Id="rId38" Type="http://schemas.openxmlformats.org/officeDocument/2006/relationships/notesSlide" Target="../notesSlides/notesSlide22.xml"/><Relationship Id="rId46" Type="http://schemas.openxmlformats.org/officeDocument/2006/relationships/image" Target="../media/image91.png"/><Relationship Id="rId59" Type="http://schemas.openxmlformats.org/officeDocument/2006/relationships/image" Target="../media/image89.png"/></Relationships>
</file>

<file path=ppt/slides/_rels/slide35.xml.rels><?xml version="1.0" encoding="UTF-8" standalone="yes"?>
<Relationships xmlns="http://schemas.openxmlformats.org/package/2006/relationships"><Relationship Id="rId3" Type="http://schemas.openxmlformats.org/officeDocument/2006/relationships/tags" Target="../tags/tag348.xml"/><Relationship Id="rId2" Type="http://schemas.openxmlformats.org/officeDocument/2006/relationships/tags" Target="../tags/tag347.xml"/><Relationship Id="rId1" Type="http://schemas.openxmlformats.org/officeDocument/2006/relationships/tags" Target="../tags/tag346.xml"/><Relationship Id="rId6" Type="http://schemas.openxmlformats.org/officeDocument/2006/relationships/image" Target="../media/image96.png"/><Relationship Id="rId5" Type="http://schemas.openxmlformats.org/officeDocument/2006/relationships/notesSlide" Target="../notesSlides/notesSlide23.xml"/><Relationship Id="rId4"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tags" Target="../tags/tag351.xml"/><Relationship Id="rId7" Type="http://schemas.openxmlformats.org/officeDocument/2006/relationships/notesSlide" Target="../notesSlides/notesSlide24.xml"/><Relationship Id="rId2" Type="http://schemas.openxmlformats.org/officeDocument/2006/relationships/tags" Target="../tags/tag350.xml"/><Relationship Id="rId1" Type="http://schemas.openxmlformats.org/officeDocument/2006/relationships/tags" Target="../tags/tag349.xml"/><Relationship Id="rId6" Type="http://schemas.openxmlformats.org/officeDocument/2006/relationships/slideLayout" Target="../slideLayouts/slideLayout2.xml"/><Relationship Id="rId5" Type="http://schemas.openxmlformats.org/officeDocument/2006/relationships/tags" Target="../tags/tag353.xml"/><Relationship Id="rId10" Type="http://schemas.openxmlformats.org/officeDocument/2006/relationships/comments" Target="../comments/comment1.xml"/><Relationship Id="rId4" Type="http://schemas.openxmlformats.org/officeDocument/2006/relationships/tags" Target="../tags/tag352.xml"/><Relationship Id="rId9" Type="http://schemas.openxmlformats.org/officeDocument/2006/relationships/image" Target="../media/image98.png"/></Relationships>
</file>

<file path=ppt/slides/_rels/slide37.xml.rels><?xml version="1.0" encoding="UTF-8" standalone="yes"?>
<Relationships xmlns="http://schemas.openxmlformats.org/package/2006/relationships"><Relationship Id="rId8" Type="http://schemas.openxmlformats.org/officeDocument/2006/relationships/tags" Target="../tags/tag361.xml"/><Relationship Id="rId13" Type="http://schemas.openxmlformats.org/officeDocument/2006/relationships/tags" Target="../tags/tag366.xml"/><Relationship Id="rId18" Type="http://schemas.openxmlformats.org/officeDocument/2006/relationships/comments" Target="../comments/comment2.xml"/><Relationship Id="rId3" Type="http://schemas.openxmlformats.org/officeDocument/2006/relationships/tags" Target="../tags/tag356.xml"/><Relationship Id="rId7" Type="http://schemas.openxmlformats.org/officeDocument/2006/relationships/tags" Target="../tags/tag360.xml"/><Relationship Id="rId12" Type="http://schemas.openxmlformats.org/officeDocument/2006/relationships/tags" Target="../tags/tag365.xml"/><Relationship Id="rId17" Type="http://schemas.openxmlformats.org/officeDocument/2006/relationships/image" Target="../media/image100.png"/><Relationship Id="rId2" Type="http://schemas.openxmlformats.org/officeDocument/2006/relationships/tags" Target="../tags/tag355.xml"/><Relationship Id="rId16" Type="http://schemas.openxmlformats.org/officeDocument/2006/relationships/image" Target="../media/image99.png"/><Relationship Id="rId1" Type="http://schemas.openxmlformats.org/officeDocument/2006/relationships/tags" Target="../tags/tag354.xml"/><Relationship Id="rId6" Type="http://schemas.openxmlformats.org/officeDocument/2006/relationships/tags" Target="../tags/tag359.xml"/><Relationship Id="rId11" Type="http://schemas.openxmlformats.org/officeDocument/2006/relationships/tags" Target="../tags/tag364.xml"/><Relationship Id="rId5" Type="http://schemas.openxmlformats.org/officeDocument/2006/relationships/tags" Target="../tags/tag358.xml"/><Relationship Id="rId15" Type="http://schemas.openxmlformats.org/officeDocument/2006/relationships/notesSlide" Target="../notesSlides/notesSlide25.xml"/><Relationship Id="rId10" Type="http://schemas.openxmlformats.org/officeDocument/2006/relationships/tags" Target="../tags/tag363.xml"/><Relationship Id="rId4" Type="http://schemas.openxmlformats.org/officeDocument/2006/relationships/tags" Target="../tags/tag357.xml"/><Relationship Id="rId9" Type="http://schemas.openxmlformats.org/officeDocument/2006/relationships/tags" Target="../tags/tag362.xml"/><Relationship Id="rId14"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tags" Target="../tags/tag369.xml"/><Relationship Id="rId7" Type="http://schemas.openxmlformats.org/officeDocument/2006/relationships/tags" Target="../tags/tag373.xml"/><Relationship Id="rId12" Type="http://schemas.openxmlformats.org/officeDocument/2006/relationships/image" Target="../media/image103.png"/><Relationship Id="rId2" Type="http://schemas.openxmlformats.org/officeDocument/2006/relationships/tags" Target="../tags/tag368.xml"/><Relationship Id="rId1" Type="http://schemas.openxmlformats.org/officeDocument/2006/relationships/tags" Target="../tags/tag367.xml"/><Relationship Id="rId6" Type="http://schemas.openxmlformats.org/officeDocument/2006/relationships/tags" Target="../tags/tag372.xml"/><Relationship Id="rId11" Type="http://schemas.openxmlformats.org/officeDocument/2006/relationships/image" Target="../media/image102.png"/><Relationship Id="rId5" Type="http://schemas.openxmlformats.org/officeDocument/2006/relationships/tags" Target="../tags/tag371.xml"/><Relationship Id="rId10" Type="http://schemas.openxmlformats.org/officeDocument/2006/relationships/image" Target="../media/image101.png"/><Relationship Id="rId4" Type="http://schemas.openxmlformats.org/officeDocument/2006/relationships/tags" Target="../tags/tag370.xml"/><Relationship Id="rId9" Type="http://schemas.openxmlformats.org/officeDocument/2006/relationships/notesSlide" Target="../notesSlides/notesSlide26.xml"/></Relationships>
</file>

<file path=ppt/slides/_rels/slide39.xml.rels><?xml version="1.0" encoding="UTF-8" standalone="yes"?>
<Relationships xmlns="http://schemas.openxmlformats.org/package/2006/relationships"><Relationship Id="rId8" Type="http://schemas.openxmlformats.org/officeDocument/2006/relationships/tags" Target="../tags/tag381.xml"/><Relationship Id="rId13" Type="http://schemas.openxmlformats.org/officeDocument/2006/relationships/image" Target="../media/image105.png"/><Relationship Id="rId3" Type="http://schemas.openxmlformats.org/officeDocument/2006/relationships/tags" Target="../tags/tag376.xml"/><Relationship Id="rId7" Type="http://schemas.openxmlformats.org/officeDocument/2006/relationships/tags" Target="../tags/tag380.xml"/><Relationship Id="rId12" Type="http://schemas.openxmlformats.org/officeDocument/2006/relationships/image" Target="../media/image104.png"/><Relationship Id="rId17" Type="http://schemas.openxmlformats.org/officeDocument/2006/relationships/image" Target="../media/image109.png"/><Relationship Id="rId2" Type="http://schemas.openxmlformats.org/officeDocument/2006/relationships/tags" Target="../tags/tag375.xml"/><Relationship Id="rId16" Type="http://schemas.openxmlformats.org/officeDocument/2006/relationships/image" Target="../media/image108.png"/><Relationship Id="rId1" Type="http://schemas.openxmlformats.org/officeDocument/2006/relationships/tags" Target="../tags/tag374.xml"/><Relationship Id="rId6" Type="http://schemas.openxmlformats.org/officeDocument/2006/relationships/tags" Target="../tags/tag379.xml"/><Relationship Id="rId11" Type="http://schemas.openxmlformats.org/officeDocument/2006/relationships/slideLayout" Target="../slideLayouts/slideLayout7.xml"/><Relationship Id="rId5" Type="http://schemas.openxmlformats.org/officeDocument/2006/relationships/tags" Target="../tags/tag378.xml"/><Relationship Id="rId15" Type="http://schemas.openxmlformats.org/officeDocument/2006/relationships/image" Target="../media/image107.png"/><Relationship Id="rId10" Type="http://schemas.openxmlformats.org/officeDocument/2006/relationships/tags" Target="../tags/tag383.xml"/><Relationship Id="rId4" Type="http://schemas.openxmlformats.org/officeDocument/2006/relationships/tags" Target="../tags/tag377.xml"/><Relationship Id="rId9" Type="http://schemas.openxmlformats.org/officeDocument/2006/relationships/tags" Target="../tags/tag382.xml"/><Relationship Id="rId14" Type="http://schemas.openxmlformats.org/officeDocument/2006/relationships/image" Target="../media/image106.png"/></Relationships>
</file>

<file path=ppt/slides/_rels/slide40.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tags" Target="../tags/tag386.xml"/><Relationship Id="rId7" Type="http://schemas.openxmlformats.org/officeDocument/2006/relationships/slideLayout" Target="../slideLayouts/slideLayout7.xml"/><Relationship Id="rId2" Type="http://schemas.openxmlformats.org/officeDocument/2006/relationships/tags" Target="../tags/tag385.xml"/><Relationship Id="rId1" Type="http://schemas.openxmlformats.org/officeDocument/2006/relationships/tags" Target="../tags/tag384.xml"/><Relationship Id="rId6" Type="http://schemas.openxmlformats.org/officeDocument/2006/relationships/tags" Target="../tags/tag389.xml"/><Relationship Id="rId5" Type="http://schemas.openxmlformats.org/officeDocument/2006/relationships/tags" Target="../tags/tag388.xml"/><Relationship Id="rId10" Type="http://schemas.openxmlformats.org/officeDocument/2006/relationships/image" Target="../media/image112.png"/><Relationship Id="rId4" Type="http://schemas.openxmlformats.org/officeDocument/2006/relationships/tags" Target="../tags/tag387.xml"/><Relationship Id="rId9" Type="http://schemas.openxmlformats.org/officeDocument/2006/relationships/image" Target="../media/image111.png"/></Relationships>
</file>

<file path=ppt/slides/_rels/slide41.xml.rels><?xml version="1.0" encoding="UTF-8" standalone="yes"?>
<Relationships xmlns="http://schemas.openxmlformats.org/package/2006/relationships"><Relationship Id="rId8" Type="http://schemas.openxmlformats.org/officeDocument/2006/relationships/slideLayout" Target="../slideLayouts/slideLayout7.xml"/><Relationship Id="rId3" Type="http://schemas.openxmlformats.org/officeDocument/2006/relationships/tags" Target="../tags/tag392.xml"/><Relationship Id="rId7" Type="http://schemas.openxmlformats.org/officeDocument/2006/relationships/tags" Target="../tags/tag396.xml"/><Relationship Id="rId12" Type="http://schemas.openxmlformats.org/officeDocument/2006/relationships/image" Target="../media/image104.png"/><Relationship Id="rId2" Type="http://schemas.openxmlformats.org/officeDocument/2006/relationships/tags" Target="../tags/tag391.xml"/><Relationship Id="rId1" Type="http://schemas.openxmlformats.org/officeDocument/2006/relationships/tags" Target="../tags/tag390.xml"/><Relationship Id="rId6" Type="http://schemas.openxmlformats.org/officeDocument/2006/relationships/tags" Target="../tags/tag395.xml"/><Relationship Id="rId11" Type="http://schemas.openxmlformats.org/officeDocument/2006/relationships/image" Target="../media/image115.png"/><Relationship Id="rId5" Type="http://schemas.openxmlformats.org/officeDocument/2006/relationships/tags" Target="../tags/tag394.xml"/><Relationship Id="rId10" Type="http://schemas.openxmlformats.org/officeDocument/2006/relationships/image" Target="../media/image114.png"/><Relationship Id="rId4" Type="http://schemas.openxmlformats.org/officeDocument/2006/relationships/tags" Target="../tags/tag393.xml"/><Relationship Id="rId9" Type="http://schemas.openxmlformats.org/officeDocument/2006/relationships/image" Target="../media/image113.png"/></Relationships>
</file>

<file path=ppt/slides/_rels/slide42.xml.rels><?xml version="1.0" encoding="UTF-8" standalone="yes"?>
<Relationships xmlns="http://schemas.openxmlformats.org/package/2006/relationships"><Relationship Id="rId3" Type="http://schemas.openxmlformats.org/officeDocument/2006/relationships/tags" Target="../tags/tag399.xml"/><Relationship Id="rId2" Type="http://schemas.openxmlformats.org/officeDocument/2006/relationships/tags" Target="../tags/tag398.xml"/><Relationship Id="rId1" Type="http://schemas.openxmlformats.org/officeDocument/2006/relationships/tags" Target="../tags/tag397.xml"/><Relationship Id="rId4"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tags" Target="../tags/tag402.xml"/><Relationship Id="rId2" Type="http://schemas.openxmlformats.org/officeDocument/2006/relationships/tags" Target="../tags/tag401.xml"/><Relationship Id="rId1" Type="http://schemas.openxmlformats.org/officeDocument/2006/relationships/tags" Target="../tags/tag400.xml"/><Relationship Id="rId5" Type="http://schemas.openxmlformats.org/officeDocument/2006/relationships/notesSlide" Target="../notesSlides/notesSlide27.xml"/><Relationship Id="rId4" Type="http://schemas.openxmlformats.org/officeDocument/2006/relationships/slideLayout" Target="../slideLayouts/slideLayout48.xml"/></Relationships>
</file>

<file path=ppt/slides/_rels/slide44.xml.rels><?xml version="1.0" encoding="UTF-8" standalone="yes"?>
<Relationships xmlns="http://schemas.openxmlformats.org/package/2006/relationships"><Relationship Id="rId13" Type="http://schemas.openxmlformats.org/officeDocument/2006/relationships/tags" Target="../tags/tag415.xml"/><Relationship Id="rId18" Type="http://schemas.openxmlformats.org/officeDocument/2006/relationships/tags" Target="../tags/tag420.xml"/><Relationship Id="rId26" Type="http://schemas.openxmlformats.org/officeDocument/2006/relationships/tags" Target="../tags/tag428.xml"/><Relationship Id="rId39" Type="http://schemas.openxmlformats.org/officeDocument/2006/relationships/tags" Target="../tags/tag441.xml"/><Relationship Id="rId3" Type="http://schemas.openxmlformats.org/officeDocument/2006/relationships/tags" Target="../tags/tag405.xml"/><Relationship Id="rId21" Type="http://schemas.openxmlformats.org/officeDocument/2006/relationships/tags" Target="../tags/tag423.xml"/><Relationship Id="rId34" Type="http://schemas.openxmlformats.org/officeDocument/2006/relationships/tags" Target="../tags/tag436.xml"/><Relationship Id="rId42" Type="http://schemas.openxmlformats.org/officeDocument/2006/relationships/tags" Target="../tags/tag444.xml"/><Relationship Id="rId47" Type="http://schemas.openxmlformats.org/officeDocument/2006/relationships/tags" Target="../tags/tag449.xml"/><Relationship Id="rId50" Type="http://schemas.openxmlformats.org/officeDocument/2006/relationships/tags" Target="../tags/tag452.xml"/><Relationship Id="rId7" Type="http://schemas.openxmlformats.org/officeDocument/2006/relationships/tags" Target="../tags/tag409.xml"/><Relationship Id="rId12" Type="http://schemas.openxmlformats.org/officeDocument/2006/relationships/tags" Target="../tags/tag414.xml"/><Relationship Id="rId17" Type="http://schemas.openxmlformats.org/officeDocument/2006/relationships/tags" Target="../tags/tag419.xml"/><Relationship Id="rId25" Type="http://schemas.openxmlformats.org/officeDocument/2006/relationships/tags" Target="../tags/tag427.xml"/><Relationship Id="rId33" Type="http://schemas.openxmlformats.org/officeDocument/2006/relationships/tags" Target="../tags/tag435.xml"/><Relationship Id="rId38" Type="http://schemas.openxmlformats.org/officeDocument/2006/relationships/tags" Target="../tags/tag440.xml"/><Relationship Id="rId46" Type="http://schemas.openxmlformats.org/officeDocument/2006/relationships/tags" Target="../tags/tag448.xml"/><Relationship Id="rId2" Type="http://schemas.openxmlformats.org/officeDocument/2006/relationships/tags" Target="../tags/tag404.xml"/><Relationship Id="rId16" Type="http://schemas.openxmlformats.org/officeDocument/2006/relationships/tags" Target="../tags/tag418.xml"/><Relationship Id="rId20" Type="http://schemas.openxmlformats.org/officeDocument/2006/relationships/tags" Target="../tags/tag422.xml"/><Relationship Id="rId29" Type="http://schemas.openxmlformats.org/officeDocument/2006/relationships/tags" Target="../tags/tag431.xml"/><Relationship Id="rId41" Type="http://schemas.openxmlformats.org/officeDocument/2006/relationships/tags" Target="../tags/tag443.xml"/><Relationship Id="rId1" Type="http://schemas.openxmlformats.org/officeDocument/2006/relationships/tags" Target="../tags/tag403.xml"/><Relationship Id="rId6" Type="http://schemas.openxmlformats.org/officeDocument/2006/relationships/tags" Target="../tags/tag408.xml"/><Relationship Id="rId11" Type="http://schemas.openxmlformats.org/officeDocument/2006/relationships/tags" Target="../tags/tag413.xml"/><Relationship Id="rId24" Type="http://schemas.openxmlformats.org/officeDocument/2006/relationships/tags" Target="../tags/tag426.xml"/><Relationship Id="rId32" Type="http://schemas.openxmlformats.org/officeDocument/2006/relationships/tags" Target="../tags/tag434.xml"/><Relationship Id="rId37" Type="http://schemas.openxmlformats.org/officeDocument/2006/relationships/tags" Target="../tags/tag439.xml"/><Relationship Id="rId40" Type="http://schemas.openxmlformats.org/officeDocument/2006/relationships/tags" Target="../tags/tag442.xml"/><Relationship Id="rId45" Type="http://schemas.openxmlformats.org/officeDocument/2006/relationships/tags" Target="../tags/tag447.xml"/><Relationship Id="rId5" Type="http://schemas.openxmlformats.org/officeDocument/2006/relationships/tags" Target="../tags/tag407.xml"/><Relationship Id="rId15" Type="http://schemas.openxmlformats.org/officeDocument/2006/relationships/tags" Target="../tags/tag417.xml"/><Relationship Id="rId23" Type="http://schemas.openxmlformats.org/officeDocument/2006/relationships/tags" Target="../tags/tag425.xml"/><Relationship Id="rId28" Type="http://schemas.openxmlformats.org/officeDocument/2006/relationships/tags" Target="../tags/tag430.xml"/><Relationship Id="rId36" Type="http://schemas.openxmlformats.org/officeDocument/2006/relationships/tags" Target="../tags/tag438.xml"/><Relationship Id="rId49" Type="http://schemas.openxmlformats.org/officeDocument/2006/relationships/tags" Target="../tags/tag451.xml"/><Relationship Id="rId10" Type="http://schemas.openxmlformats.org/officeDocument/2006/relationships/tags" Target="../tags/tag412.xml"/><Relationship Id="rId19" Type="http://schemas.openxmlformats.org/officeDocument/2006/relationships/tags" Target="../tags/tag421.xml"/><Relationship Id="rId31" Type="http://schemas.openxmlformats.org/officeDocument/2006/relationships/tags" Target="../tags/tag433.xml"/><Relationship Id="rId44" Type="http://schemas.openxmlformats.org/officeDocument/2006/relationships/tags" Target="../tags/tag446.xml"/><Relationship Id="rId52" Type="http://schemas.openxmlformats.org/officeDocument/2006/relationships/slideLayout" Target="../slideLayouts/slideLayout48.xml"/><Relationship Id="rId4" Type="http://schemas.openxmlformats.org/officeDocument/2006/relationships/tags" Target="../tags/tag406.xml"/><Relationship Id="rId9" Type="http://schemas.openxmlformats.org/officeDocument/2006/relationships/tags" Target="../tags/tag411.xml"/><Relationship Id="rId14" Type="http://schemas.openxmlformats.org/officeDocument/2006/relationships/tags" Target="../tags/tag416.xml"/><Relationship Id="rId22" Type="http://schemas.openxmlformats.org/officeDocument/2006/relationships/tags" Target="../tags/tag424.xml"/><Relationship Id="rId27" Type="http://schemas.openxmlformats.org/officeDocument/2006/relationships/tags" Target="../tags/tag429.xml"/><Relationship Id="rId30" Type="http://schemas.openxmlformats.org/officeDocument/2006/relationships/tags" Target="../tags/tag432.xml"/><Relationship Id="rId35" Type="http://schemas.openxmlformats.org/officeDocument/2006/relationships/tags" Target="../tags/tag437.xml"/><Relationship Id="rId43" Type="http://schemas.openxmlformats.org/officeDocument/2006/relationships/tags" Target="../tags/tag445.xml"/><Relationship Id="rId48" Type="http://schemas.openxmlformats.org/officeDocument/2006/relationships/tags" Target="../tags/tag450.xml"/><Relationship Id="rId8" Type="http://schemas.openxmlformats.org/officeDocument/2006/relationships/tags" Target="../tags/tag410.xml"/><Relationship Id="rId51" Type="http://schemas.openxmlformats.org/officeDocument/2006/relationships/tags" Target="../tags/tag453.xml"/></Relationships>
</file>

<file path=ppt/slides/_rels/slide45.xml.rels><?xml version="1.0" encoding="UTF-8" standalone="yes"?>
<Relationships xmlns="http://schemas.openxmlformats.org/package/2006/relationships"><Relationship Id="rId13" Type="http://schemas.openxmlformats.org/officeDocument/2006/relationships/tags" Target="../tags/tag466.xml"/><Relationship Id="rId18" Type="http://schemas.openxmlformats.org/officeDocument/2006/relationships/tags" Target="../tags/tag471.xml"/><Relationship Id="rId26" Type="http://schemas.openxmlformats.org/officeDocument/2006/relationships/tags" Target="../tags/tag479.xml"/><Relationship Id="rId39" Type="http://schemas.openxmlformats.org/officeDocument/2006/relationships/image" Target="../media/image117.png"/><Relationship Id="rId21" Type="http://schemas.openxmlformats.org/officeDocument/2006/relationships/tags" Target="../tags/tag474.xml"/><Relationship Id="rId34" Type="http://schemas.openxmlformats.org/officeDocument/2006/relationships/tags" Target="../tags/tag487.xml"/><Relationship Id="rId42" Type="http://schemas.openxmlformats.org/officeDocument/2006/relationships/image" Target="../media/image119.png"/><Relationship Id="rId47" Type="http://schemas.openxmlformats.org/officeDocument/2006/relationships/image" Target="../media/image124.png"/><Relationship Id="rId50" Type="http://schemas.openxmlformats.org/officeDocument/2006/relationships/image" Target="../media/image127.jpeg"/><Relationship Id="rId55" Type="http://schemas.openxmlformats.org/officeDocument/2006/relationships/image" Target="../media/image132.jpeg"/><Relationship Id="rId7" Type="http://schemas.openxmlformats.org/officeDocument/2006/relationships/tags" Target="../tags/tag460.xml"/><Relationship Id="rId12" Type="http://schemas.openxmlformats.org/officeDocument/2006/relationships/tags" Target="../tags/tag465.xml"/><Relationship Id="rId17" Type="http://schemas.openxmlformats.org/officeDocument/2006/relationships/tags" Target="../tags/tag470.xml"/><Relationship Id="rId25" Type="http://schemas.openxmlformats.org/officeDocument/2006/relationships/tags" Target="../tags/tag478.xml"/><Relationship Id="rId33" Type="http://schemas.openxmlformats.org/officeDocument/2006/relationships/tags" Target="../tags/tag486.xml"/><Relationship Id="rId38" Type="http://schemas.openxmlformats.org/officeDocument/2006/relationships/image" Target="../media/image116.png"/><Relationship Id="rId46" Type="http://schemas.openxmlformats.org/officeDocument/2006/relationships/image" Target="../media/image123.png"/><Relationship Id="rId2" Type="http://schemas.openxmlformats.org/officeDocument/2006/relationships/tags" Target="../tags/tag455.xml"/><Relationship Id="rId16" Type="http://schemas.openxmlformats.org/officeDocument/2006/relationships/tags" Target="../tags/tag469.xml"/><Relationship Id="rId20" Type="http://schemas.openxmlformats.org/officeDocument/2006/relationships/tags" Target="../tags/tag473.xml"/><Relationship Id="rId29" Type="http://schemas.openxmlformats.org/officeDocument/2006/relationships/tags" Target="../tags/tag482.xml"/><Relationship Id="rId41" Type="http://schemas.openxmlformats.org/officeDocument/2006/relationships/hyperlink" Target="http://www.inra.fr/" TargetMode="External"/><Relationship Id="rId54" Type="http://schemas.openxmlformats.org/officeDocument/2006/relationships/image" Target="../media/image131.png"/><Relationship Id="rId1" Type="http://schemas.openxmlformats.org/officeDocument/2006/relationships/tags" Target="../tags/tag454.xml"/><Relationship Id="rId6" Type="http://schemas.openxmlformats.org/officeDocument/2006/relationships/tags" Target="../tags/tag459.xml"/><Relationship Id="rId11" Type="http://schemas.openxmlformats.org/officeDocument/2006/relationships/tags" Target="../tags/tag464.xml"/><Relationship Id="rId24" Type="http://schemas.openxmlformats.org/officeDocument/2006/relationships/tags" Target="../tags/tag477.xml"/><Relationship Id="rId32" Type="http://schemas.openxmlformats.org/officeDocument/2006/relationships/tags" Target="../tags/tag485.xml"/><Relationship Id="rId37" Type="http://schemas.openxmlformats.org/officeDocument/2006/relationships/slideLayout" Target="../slideLayouts/slideLayout53.xml"/><Relationship Id="rId40" Type="http://schemas.openxmlformats.org/officeDocument/2006/relationships/image" Target="../media/image118.png"/><Relationship Id="rId45" Type="http://schemas.openxmlformats.org/officeDocument/2006/relationships/image" Target="../media/image122.png"/><Relationship Id="rId53" Type="http://schemas.openxmlformats.org/officeDocument/2006/relationships/image" Target="../media/image130.jpeg"/><Relationship Id="rId5" Type="http://schemas.openxmlformats.org/officeDocument/2006/relationships/tags" Target="../tags/tag458.xml"/><Relationship Id="rId15" Type="http://schemas.openxmlformats.org/officeDocument/2006/relationships/tags" Target="../tags/tag468.xml"/><Relationship Id="rId23" Type="http://schemas.openxmlformats.org/officeDocument/2006/relationships/tags" Target="../tags/tag476.xml"/><Relationship Id="rId28" Type="http://schemas.openxmlformats.org/officeDocument/2006/relationships/tags" Target="../tags/tag481.xml"/><Relationship Id="rId36" Type="http://schemas.openxmlformats.org/officeDocument/2006/relationships/tags" Target="../tags/tag489.xml"/><Relationship Id="rId49" Type="http://schemas.openxmlformats.org/officeDocument/2006/relationships/image" Target="../media/image126.png"/><Relationship Id="rId10" Type="http://schemas.openxmlformats.org/officeDocument/2006/relationships/tags" Target="../tags/tag463.xml"/><Relationship Id="rId19" Type="http://schemas.openxmlformats.org/officeDocument/2006/relationships/tags" Target="../tags/tag472.xml"/><Relationship Id="rId31" Type="http://schemas.openxmlformats.org/officeDocument/2006/relationships/tags" Target="../tags/tag484.xml"/><Relationship Id="rId44" Type="http://schemas.openxmlformats.org/officeDocument/2006/relationships/image" Target="../media/image121.png"/><Relationship Id="rId52" Type="http://schemas.openxmlformats.org/officeDocument/2006/relationships/image" Target="../media/image129.jpeg"/><Relationship Id="rId4" Type="http://schemas.openxmlformats.org/officeDocument/2006/relationships/tags" Target="../tags/tag457.xml"/><Relationship Id="rId9" Type="http://schemas.openxmlformats.org/officeDocument/2006/relationships/tags" Target="../tags/tag462.xml"/><Relationship Id="rId14" Type="http://schemas.openxmlformats.org/officeDocument/2006/relationships/tags" Target="../tags/tag467.xml"/><Relationship Id="rId22" Type="http://schemas.openxmlformats.org/officeDocument/2006/relationships/tags" Target="../tags/tag475.xml"/><Relationship Id="rId27" Type="http://schemas.openxmlformats.org/officeDocument/2006/relationships/tags" Target="../tags/tag480.xml"/><Relationship Id="rId30" Type="http://schemas.openxmlformats.org/officeDocument/2006/relationships/tags" Target="../tags/tag483.xml"/><Relationship Id="rId35" Type="http://schemas.openxmlformats.org/officeDocument/2006/relationships/tags" Target="../tags/tag488.xml"/><Relationship Id="rId43" Type="http://schemas.openxmlformats.org/officeDocument/2006/relationships/image" Target="../media/image120.jpeg"/><Relationship Id="rId48" Type="http://schemas.openxmlformats.org/officeDocument/2006/relationships/image" Target="../media/image125.png"/><Relationship Id="rId8" Type="http://schemas.openxmlformats.org/officeDocument/2006/relationships/tags" Target="../tags/tag461.xml"/><Relationship Id="rId51" Type="http://schemas.openxmlformats.org/officeDocument/2006/relationships/image" Target="../media/image128.png"/><Relationship Id="rId3" Type="http://schemas.openxmlformats.org/officeDocument/2006/relationships/tags" Target="../tags/tag4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Picture 2"/>
          <p:cNvPicPr>
            <a:picLocks noChangeAspect="1" noChangeArrowheads="1"/>
          </p:cNvPicPr>
          <p:nvPr>
            <p:custDataLst>
              <p:tags r:id="rId2"/>
            </p:custDataLst>
          </p:nvPr>
        </p:nvPicPr>
        <p:blipFill>
          <a:blip r:embed="rId5">
            <a:extLst>
              <a:ext uri="{28A0092B-C50C-407E-A947-70E740481C1C}">
                <a14:useLocalDpi xmlns:a14="http://schemas.microsoft.com/office/drawing/2010/main" val="0"/>
              </a:ext>
            </a:extLst>
          </a:blip>
          <a:srcRect/>
          <a:stretch>
            <a:fillRect/>
          </a:stretch>
        </p:blipFill>
        <p:spPr bwMode="auto">
          <a:xfrm>
            <a:off x="-1549400" y="0"/>
            <a:ext cx="106934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7147435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body" idx="4294967295"/>
            <p:custDataLst>
              <p:tags r:id="rId3"/>
            </p:custDataLst>
          </p:nvPr>
        </p:nvSpPr>
        <p:spPr>
          <a:xfrm>
            <a:off x="3795713" y="892175"/>
            <a:ext cx="5348287" cy="3328988"/>
          </a:xfrm>
        </p:spPr>
        <p:txBody>
          <a:bodyPr/>
          <a:lstStyle/>
          <a:p>
            <a:pPr marL="266700" indent="-266700">
              <a:lnSpc>
                <a:spcPct val="80000"/>
              </a:lnSpc>
              <a:buFont typeface="Tahoma" pitchFamily="34" charset="0"/>
              <a:buChar char="•"/>
            </a:pPr>
            <a:endParaRPr lang="en-GB" sz="1800" dirty="0">
              <a:solidFill>
                <a:schemeClr val="accent2"/>
              </a:solidFill>
            </a:endParaRPr>
          </a:p>
          <a:p>
            <a:pPr marL="266700" indent="-266700">
              <a:lnSpc>
                <a:spcPct val="80000"/>
              </a:lnSpc>
              <a:buFont typeface="Tahoma" pitchFamily="34" charset="0"/>
              <a:buChar char="•"/>
            </a:pPr>
            <a:r>
              <a:rPr lang="en-GB" sz="1800" dirty="0">
                <a:solidFill>
                  <a:srgbClr val="0000FF"/>
                </a:solidFill>
              </a:rPr>
              <a:t>Highly standardised and detailed 24-HDR method across EU countries (18 versions)</a:t>
            </a:r>
          </a:p>
          <a:p>
            <a:pPr marL="266700" indent="-266700">
              <a:lnSpc>
                <a:spcPct val="80000"/>
              </a:lnSpc>
              <a:buFont typeface="Tahoma" pitchFamily="34" charset="0"/>
              <a:buChar char="•"/>
            </a:pPr>
            <a:r>
              <a:rPr lang="en-GB" sz="1800" dirty="0"/>
              <a:t>Same general concept and user’s interface</a:t>
            </a:r>
          </a:p>
          <a:p>
            <a:pPr marL="266700" indent="-266700">
              <a:lnSpc>
                <a:spcPct val="80000"/>
              </a:lnSpc>
              <a:buFont typeface="Tahoma" pitchFamily="34" charset="0"/>
              <a:buChar char="•"/>
            </a:pPr>
            <a:r>
              <a:rPr lang="en-GB" sz="1800" dirty="0">
                <a:solidFill>
                  <a:srgbClr val="0000FF"/>
                </a:solidFill>
              </a:rPr>
              <a:t>Adapted version for children and potentially elderly people (Data entry system)</a:t>
            </a:r>
          </a:p>
          <a:p>
            <a:pPr marL="266700" indent="-266700">
              <a:lnSpc>
                <a:spcPct val="80000"/>
              </a:lnSpc>
              <a:buFont typeface="Tahoma" pitchFamily="34" charset="0"/>
              <a:buChar char="•"/>
            </a:pPr>
            <a:r>
              <a:rPr lang="en-GB" sz="1800" dirty="0"/>
              <a:t>Comprehensive quality controls (before, during and after interview collection)</a:t>
            </a:r>
            <a:endParaRPr lang="en-GB" sz="1800" dirty="0">
              <a:solidFill>
                <a:srgbClr val="0000FF"/>
              </a:solidFill>
            </a:endParaRPr>
          </a:p>
          <a:p>
            <a:pPr marL="266700" indent="-266700">
              <a:lnSpc>
                <a:spcPct val="80000"/>
              </a:lnSpc>
              <a:buFont typeface="Tahoma" pitchFamily="34" charset="0"/>
              <a:buChar char="•"/>
            </a:pPr>
            <a:r>
              <a:rPr lang="en-GB" sz="1800" dirty="0">
                <a:solidFill>
                  <a:srgbClr val="0000FF"/>
                </a:solidFill>
              </a:rPr>
              <a:t>Validated for face-to-face and telephone interview alternatives</a:t>
            </a:r>
            <a:endParaRPr lang="en-GB" sz="1800" dirty="0"/>
          </a:p>
          <a:p>
            <a:pPr marL="266700" indent="-266700">
              <a:lnSpc>
                <a:spcPct val="80000"/>
              </a:lnSpc>
              <a:buFont typeface="Tahoma" pitchFamily="34" charset="0"/>
              <a:buChar char="•"/>
            </a:pPr>
            <a:r>
              <a:rPr lang="en-GB" sz="1800" dirty="0"/>
              <a:t>Tested in different study designs &amp; populations</a:t>
            </a:r>
          </a:p>
          <a:p>
            <a:pPr marL="266700" indent="-266700">
              <a:lnSpc>
                <a:spcPct val="80000"/>
              </a:lnSpc>
              <a:buFont typeface="Tahoma" pitchFamily="34" charset="0"/>
              <a:buChar char="•"/>
            </a:pPr>
            <a:r>
              <a:rPr lang="en-GB" sz="1800" dirty="0">
                <a:solidFill>
                  <a:srgbClr val="0000FF"/>
                </a:solidFill>
              </a:rPr>
              <a:t>Standardised e-training facilities (</a:t>
            </a:r>
            <a:r>
              <a:rPr lang="en-GB" sz="1800" dirty="0" err="1">
                <a:solidFill>
                  <a:srgbClr val="0000FF"/>
                </a:solidFill>
              </a:rPr>
              <a:t>ongoing</a:t>
            </a:r>
            <a:r>
              <a:rPr lang="en-GB" sz="1800" dirty="0">
                <a:solidFill>
                  <a:srgbClr val="0000FF"/>
                </a:solidFill>
              </a:rPr>
              <a:t>) </a:t>
            </a:r>
          </a:p>
        </p:txBody>
      </p:sp>
      <p:sp>
        <p:nvSpPr>
          <p:cNvPr id="155651" name="Text Box 2"/>
          <p:cNvSpPr txBox="1">
            <a:spLocks noGrp="1" noChangeArrowheads="1"/>
          </p:cNvSpPr>
          <p:nvPr>
            <p:ph type="title" idx="4294967295"/>
            <p:custDataLst>
              <p:tags r:id="rId4"/>
            </p:custDataLst>
          </p:nvPr>
        </p:nvSpPr>
        <p:spPr>
          <a:xfrm>
            <a:off x="-684213" y="0"/>
            <a:ext cx="10440988" cy="914400"/>
          </a:xfrm>
        </p:spPr>
        <p:txBody>
          <a:bodyPr/>
          <a:lstStyle/>
          <a:p>
            <a:r>
              <a:rPr lang="en-GB" sz="3200" dirty="0">
                <a:solidFill>
                  <a:srgbClr val="0066FF"/>
                </a:solidFill>
              </a:rPr>
              <a:t>A common methodological for measuring </a:t>
            </a:r>
            <a:br>
              <a:rPr lang="en-GB" sz="3200" dirty="0">
                <a:solidFill>
                  <a:srgbClr val="0066FF"/>
                </a:solidFill>
              </a:rPr>
            </a:br>
            <a:r>
              <a:rPr lang="en-GB" sz="3200" dirty="0">
                <a:solidFill>
                  <a:srgbClr val="0066FF"/>
                </a:solidFill>
              </a:rPr>
              <a:t>&amp; monitoring accurately diet across Europe  </a:t>
            </a:r>
          </a:p>
        </p:txBody>
      </p:sp>
      <p:pic>
        <p:nvPicPr>
          <p:cNvPr id="149508" name="Picture 4"/>
          <p:cNvPicPr>
            <a:picLocks noChangeAspect="1" noChangeArrowheads="1"/>
          </p:cNvPicPr>
          <p:nvPr>
            <p:custDataLst>
              <p:tags r:id="rId5"/>
            </p:custDataLst>
          </p:nvPr>
        </p:nvPicPr>
        <p:blipFill>
          <a:blip r:embed="rId12">
            <a:extLst>
              <a:ext uri="{28A0092B-C50C-407E-A947-70E740481C1C}">
                <a14:useLocalDpi xmlns:a14="http://schemas.microsoft.com/office/drawing/2010/main" val="0"/>
              </a:ext>
            </a:extLst>
          </a:blip>
          <a:srcRect/>
          <a:stretch>
            <a:fillRect/>
          </a:stretch>
        </p:blipFill>
        <p:spPr bwMode="auto">
          <a:xfrm>
            <a:off x="179388" y="1268413"/>
            <a:ext cx="3590925" cy="253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5653" name="Text Box 5"/>
          <p:cNvSpPr txBox="1">
            <a:spLocks noChangeArrowheads="1"/>
          </p:cNvSpPr>
          <p:nvPr>
            <p:custDataLst>
              <p:tags r:id="rId6"/>
            </p:custDataLst>
          </p:nvPr>
        </p:nvSpPr>
        <p:spPr bwMode="auto">
          <a:xfrm>
            <a:off x="120650" y="4292600"/>
            <a:ext cx="7043738" cy="1739900"/>
          </a:xfrm>
          <a:prstGeom prst="rect">
            <a:avLst/>
          </a:prstGeom>
          <a:noFill/>
          <a:ln w="12700" algn="ctr">
            <a:noFill/>
            <a:miter lim="800000"/>
            <a:headEnd/>
            <a:tailEnd/>
          </a:ln>
          <a:effec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buFontTx/>
              <a:buChar char="•"/>
            </a:pPr>
            <a:r>
              <a:rPr lang="en-GB" b="1">
                <a:solidFill>
                  <a:srgbClr val="0000FF"/>
                </a:solidFill>
                <a:effectLst>
                  <a:outerShdw blurRad="38100" dist="38100" dir="2700000" algn="tl">
                    <a:srgbClr val="000000"/>
                  </a:outerShdw>
                </a:effectLst>
                <a:latin typeface="Tahoma" pitchFamily="34" charset="0"/>
              </a:rPr>
              <a:t> </a:t>
            </a:r>
            <a:r>
              <a:rPr lang="en-GB">
                <a:solidFill>
                  <a:srgbClr val="0000FF"/>
                </a:solidFill>
                <a:latin typeface="Tahoma" pitchFamily="34" charset="0"/>
              </a:rPr>
              <a:t>Methodological papers (concept, validation)</a:t>
            </a:r>
          </a:p>
          <a:p>
            <a:pPr>
              <a:buFontTx/>
              <a:buChar char="•"/>
            </a:pPr>
            <a:r>
              <a:rPr lang="en-GB" b="1">
                <a:effectLst>
                  <a:outerShdw blurRad="38100" dist="38100" dir="2700000" algn="tl">
                    <a:srgbClr val="000000"/>
                  </a:outerShdw>
                </a:effectLst>
                <a:latin typeface="Tahoma" pitchFamily="34" charset="0"/>
              </a:rPr>
              <a:t> </a:t>
            </a:r>
            <a:r>
              <a:rPr lang="en-GB">
                <a:latin typeface="Tahoma" pitchFamily="34" charset="0"/>
              </a:rPr>
              <a:t>Descriptive EPIC papers</a:t>
            </a:r>
            <a:r>
              <a:rPr lang="en-GB" b="1">
                <a:effectLst>
                  <a:outerShdw blurRad="38100" dist="38100" dir="2700000" algn="tl">
                    <a:srgbClr val="000000"/>
                  </a:outerShdw>
                </a:effectLst>
                <a:latin typeface="Tahoma" pitchFamily="34" charset="0"/>
              </a:rPr>
              <a:t> </a:t>
            </a:r>
            <a:r>
              <a:rPr lang="en-GB">
                <a:latin typeface="Tahoma" pitchFamily="34" charset="0"/>
              </a:rPr>
              <a:t>on food &amp; nutrient intakes/patterns</a:t>
            </a:r>
          </a:p>
          <a:p>
            <a:r>
              <a:rPr lang="en-GB">
                <a:latin typeface="Tahoma" pitchFamily="34" charset="0"/>
              </a:rPr>
              <a:t>  (First set of EU comparable data at food </a:t>
            </a:r>
            <a:r>
              <a:rPr lang="en-GB" u="sng">
                <a:latin typeface="Tahoma" pitchFamily="34" charset="0"/>
              </a:rPr>
              <a:t>and</a:t>
            </a:r>
            <a:r>
              <a:rPr lang="en-GB">
                <a:latin typeface="Tahoma" pitchFamily="34" charset="0"/>
              </a:rPr>
              <a:t> nutrient level)</a:t>
            </a:r>
          </a:p>
          <a:p>
            <a:pPr>
              <a:buFontTx/>
              <a:buChar char="•"/>
            </a:pPr>
            <a:r>
              <a:rPr lang="en-GB">
                <a:solidFill>
                  <a:srgbClr val="0000FF"/>
                </a:solidFill>
                <a:latin typeface="Tahoma" pitchFamily="34" charset="0"/>
              </a:rPr>
              <a:t> Other papers outside EPIC</a:t>
            </a:r>
            <a:r>
              <a:rPr lang="en-GB">
                <a:solidFill>
                  <a:srgbClr val="0000FF"/>
                </a:solidFill>
              </a:rPr>
              <a:t> (e.g. EFCOVAL special issue)</a:t>
            </a:r>
          </a:p>
          <a:p>
            <a:pPr>
              <a:buFontTx/>
              <a:buChar char="•"/>
            </a:pPr>
            <a:r>
              <a:rPr lang="en-GB" b="1">
                <a:latin typeface="Tahoma" pitchFamily="34" charset="0"/>
              </a:rPr>
              <a:t> </a:t>
            </a:r>
            <a:r>
              <a:rPr lang="en-GB">
                <a:latin typeface="Tahoma" pitchFamily="34" charset="0"/>
              </a:rPr>
              <a:t>EPIC diet-disease association papers</a:t>
            </a:r>
          </a:p>
          <a:p>
            <a:r>
              <a:rPr lang="en-GB">
                <a:latin typeface="Tahoma" pitchFamily="34" charset="0"/>
              </a:rPr>
              <a:t>  (EPIC-soft as reference calibration method) </a:t>
            </a:r>
            <a:endParaRPr lang="en-US">
              <a:latin typeface="Tahoma" pitchFamily="34" charset="0"/>
            </a:endParaRPr>
          </a:p>
        </p:txBody>
      </p:sp>
      <p:graphicFrame>
        <p:nvGraphicFramePr>
          <p:cNvPr id="155654" name="Object 6"/>
          <p:cNvGraphicFramePr>
            <a:graphicFrameLocks noChangeAspect="1"/>
          </p:cNvGraphicFramePr>
          <p:nvPr>
            <p:custDataLst>
              <p:tags r:id="rId7"/>
            </p:custDataLst>
          </p:nvPr>
        </p:nvGraphicFramePr>
        <p:xfrm>
          <a:off x="7031038" y="4652963"/>
          <a:ext cx="1069975" cy="1511300"/>
        </p:xfrm>
        <a:graphic>
          <a:graphicData uri="http://schemas.openxmlformats.org/presentationml/2006/ole">
            <mc:AlternateContent xmlns:mc="http://schemas.openxmlformats.org/markup-compatibility/2006">
              <mc:Choice xmlns:v="urn:schemas-microsoft-com:vml" Requires="v">
                <p:oleObj spid="_x0000_s431114" name="Acrobat Document" r:id="rId13" imgW="4540952" imgH="6408975" progId="AcroExch.Document.7">
                  <p:embed/>
                </p:oleObj>
              </mc:Choice>
              <mc:Fallback>
                <p:oleObj name="Acrobat Document" r:id="rId13" imgW="4540952" imgH="6408975" progId="AcroExch.Document.7">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031038" y="4652963"/>
                        <a:ext cx="1069975" cy="151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55655" name="Picture 7"/>
          <p:cNvPicPr>
            <a:picLocks noChangeAspect="1" noChangeArrowheads="1"/>
          </p:cNvPicPr>
          <p:nvPr>
            <p:custDataLst>
              <p:tags r:id="rId8"/>
            </p:custDataLst>
          </p:nvPr>
        </p:nvPicPr>
        <p:blipFill>
          <a:blip r:embed="rId15" cstate="print">
            <a:extLst>
              <a:ext uri="{28A0092B-C50C-407E-A947-70E740481C1C}">
                <a14:useLocalDpi xmlns:a14="http://schemas.microsoft.com/office/drawing/2010/main" val="0"/>
              </a:ext>
            </a:extLst>
          </a:blip>
          <a:srcRect/>
          <a:stretch>
            <a:fillRect/>
          </a:stretch>
        </p:blipFill>
        <p:spPr bwMode="auto">
          <a:xfrm>
            <a:off x="7524750" y="4941888"/>
            <a:ext cx="1184275" cy="156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7"/>
          <p:cNvPicPr>
            <a:picLocks noChangeAspect="1" noChangeArrowheads="1"/>
          </p:cNvPicPr>
          <p:nvPr>
            <p:custDataLst>
              <p:tags r:id="rId9"/>
            </p:custDataLst>
          </p:nvPr>
        </p:nvPicPr>
        <p:blipFill>
          <a:blip r:embed="rId15" cstate="print">
            <a:extLst>
              <a:ext uri="{28A0092B-C50C-407E-A947-70E740481C1C}">
                <a14:useLocalDpi xmlns:a14="http://schemas.microsoft.com/office/drawing/2010/main" val="0"/>
              </a:ext>
            </a:extLst>
          </a:blip>
          <a:srcRect/>
          <a:stretch>
            <a:fillRect/>
          </a:stretch>
        </p:blipFill>
        <p:spPr bwMode="auto">
          <a:xfrm>
            <a:off x="7959725" y="5297488"/>
            <a:ext cx="1184275" cy="156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extLst>
      <p:ext uri="{BB962C8B-B14F-4D97-AF65-F5344CB8AC3E}">
        <p14:creationId xmlns:p14="http://schemas.microsoft.com/office/powerpoint/2010/main" val="26490297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5650">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5650">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55650">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55650">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55650">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55650">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55650">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565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5565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5565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Text Box 2"/>
          <p:cNvSpPr txBox="1">
            <a:spLocks noChangeArrowheads="1"/>
          </p:cNvSpPr>
          <p:nvPr>
            <p:custDataLst>
              <p:tags r:id="rId2"/>
            </p:custDataLst>
          </p:nvPr>
        </p:nvSpPr>
        <p:spPr bwMode="auto">
          <a:xfrm rot="-5400000">
            <a:off x="-704850" y="1554163"/>
            <a:ext cx="1806575" cy="396875"/>
          </a:xfrm>
          <a:prstGeom prst="rect">
            <a:avLst/>
          </a:prstGeom>
          <a:noFill/>
          <a:ln>
            <a:noFill/>
          </a:ln>
          <a:effectLst/>
          <a:extLst/>
        </p:spPr>
        <p:txBody>
          <a:bodyPr wrap="none">
            <a:spAutoFit/>
          </a:bodyPr>
          <a:lstStyle/>
          <a:p>
            <a:pPr algn="ctr" eaLnBrk="0" hangingPunct="0">
              <a:defRPr/>
            </a:pPr>
            <a:r>
              <a:rPr lang="en-US" sz="2000" b="1">
                <a:solidFill>
                  <a:srgbClr val="FFFF00"/>
                </a:solidFill>
                <a:cs typeface="+mn-cs"/>
              </a:rPr>
              <a:t>Common</a:t>
            </a:r>
            <a:r>
              <a:rPr lang="en-US" b="1">
                <a:solidFill>
                  <a:srgbClr val="FFFF00"/>
                </a:solidFill>
                <a:cs typeface="+mn-cs"/>
              </a:rPr>
              <a:t> files</a:t>
            </a:r>
            <a:endParaRPr lang="en-US" sz="1200" b="1">
              <a:solidFill>
                <a:srgbClr val="FFFF00"/>
              </a:solidFill>
              <a:cs typeface="+mn-cs"/>
            </a:endParaRPr>
          </a:p>
        </p:txBody>
      </p:sp>
      <p:sp>
        <p:nvSpPr>
          <p:cNvPr id="386051" name="Text Box 3"/>
          <p:cNvSpPr txBox="1">
            <a:spLocks noChangeArrowheads="1"/>
          </p:cNvSpPr>
          <p:nvPr>
            <p:custDataLst>
              <p:tags r:id="rId3"/>
            </p:custDataLst>
          </p:nvPr>
        </p:nvSpPr>
        <p:spPr bwMode="auto">
          <a:xfrm rot="-5400000">
            <a:off x="-1102519" y="4226719"/>
            <a:ext cx="2601913" cy="396875"/>
          </a:xfrm>
          <a:prstGeom prst="rect">
            <a:avLst/>
          </a:prstGeom>
          <a:noFill/>
          <a:ln>
            <a:noFill/>
          </a:ln>
          <a:effectLst/>
          <a:extLst/>
        </p:spPr>
        <p:txBody>
          <a:bodyPr wrap="none">
            <a:spAutoFit/>
          </a:bodyPr>
          <a:lstStyle/>
          <a:p>
            <a:pPr algn="ctr" eaLnBrk="0" hangingPunct="0">
              <a:defRPr/>
            </a:pPr>
            <a:r>
              <a:rPr lang="en-US" b="1">
                <a:solidFill>
                  <a:srgbClr val="CCECFF"/>
                </a:solidFill>
                <a:cs typeface="+mn-cs"/>
              </a:rPr>
              <a:t>Country-</a:t>
            </a:r>
            <a:r>
              <a:rPr lang="en-US" sz="2000" b="1">
                <a:solidFill>
                  <a:srgbClr val="CCECFF"/>
                </a:solidFill>
                <a:cs typeface="+mn-cs"/>
              </a:rPr>
              <a:t>specific</a:t>
            </a:r>
            <a:r>
              <a:rPr lang="en-US" b="1">
                <a:solidFill>
                  <a:srgbClr val="CCECFF"/>
                </a:solidFill>
                <a:cs typeface="+mn-cs"/>
              </a:rPr>
              <a:t> files</a:t>
            </a:r>
            <a:endParaRPr lang="en-US" sz="1200" b="1">
              <a:solidFill>
                <a:srgbClr val="CCECFF"/>
              </a:solidFill>
              <a:cs typeface="+mn-cs"/>
            </a:endParaRPr>
          </a:p>
        </p:txBody>
      </p:sp>
      <p:sp>
        <p:nvSpPr>
          <p:cNvPr id="386052" name="Line 4"/>
          <p:cNvSpPr>
            <a:spLocks noChangeShapeType="1"/>
          </p:cNvSpPr>
          <p:nvPr>
            <p:custDataLst>
              <p:tags r:id="rId4"/>
            </p:custDataLst>
          </p:nvPr>
        </p:nvSpPr>
        <p:spPr bwMode="auto">
          <a:xfrm flipH="1">
            <a:off x="1498600" y="1219200"/>
            <a:ext cx="685800" cy="395288"/>
          </a:xfrm>
          <a:prstGeom prst="line">
            <a:avLst/>
          </a:prstGeom>
          <a:noFill/>
          <a:ln>
            <a:noFill/>
          </a:ln>
          <a:effectLst/>
          <a:extLst/>
        </p:spPr>
        <p:txBody>
          <a:bodyPr wrap="none" anchor="ctr">
            <a:spAutoFit/>
          </a:bodyPr>
          <a:lstStyle/>
          <a:p>
            <a:pPr>
              <a:defRPr/>
            </a:pPr>
            <a:endParaRPr lang="fr-FR" sz="2400">
              <a:solidFill>
                <a:srgbClr val="FFFFFF"/>
              </a:solidFill>
              <a:cs typeface="+mn-cs"/>
            </a:endParaRPr>
          </a:p>
        </p:txBody>
      </p:sp>
      <p:sp>
        <p:nvSpPr>
          <p:cNvPr id="386053" name="Rectangle 5"/>
          <p:cNvSpPr>
            <a:spLocks noChangeArrowheads="1"/>
          </p:cNvSpPr>
          <p:nvPr>
            <p:custDataLst>
              <p:tags r:id="rId5"/>
            </p:custDataLst>
          </p:nvPr>
        </p:nvSpPr>
        <p:spPr bwMode="auto">
          <a:xfrm>
            <a:off x="457200" y="533400"/>
            <a:ext cx="8509000" cy="2514600"/>
          </a:xfrm>
          <a:prstGeom prst="rect">
            <a:avLst/>
          </a:prstGeom>
          <a:noFill/>
          <a:ln w="9525">
            <a:solidFill>
              <a:schemeClr val="tx1"/>
            </a:solidFill>
            <a:prstDash val="dash"/>
            <a:miter lim="800000"/>
            <a:headEnd/>
            <a:tailEnd/>
          </a:ln>
          <a:effectLst/>
          <a:extLst/>
        </p:spPr>
        <p:txBody>
          <a:bodyPr wrap="none" anchor="ctr">
            <a:spAutoFit/>
          </a:bodyPr>
          <a:lstStyle/>
          <a:p>
            <a:pPr>
              <a:defRPr/>
            </a:pPr>
            <a:endParaRPr lang="fr-FR" sz="2400">
              <a:solidFill>
                <a:srgbClr val="FFFFFF"/>
              </a:solidFill>
              <a:cs typeface="+mn-cs"/>
            </a:endParaRPr>
          </a:p>
        </p:txBody>
      </p:sp>
      <p:sp>
        <p:nvSpPr>
          <p:cNvPr id="386054" name="Rectangle 6"/>
          <p:cNvSpPr>
            <a:spLocks noChangeArrowheads="1"/>
          </p:cNvSpPr>
          <p:nvPr>
            <p:custDataLst>
              <p:tags r:id="rId6"/>
            </p:custDataLst>
          </p:nvPr>
        </p:nvSpPr>
        <p:spPr bwMode="auto">
          <a:xfrm>
            <a:off x="476250" y="3263900"/>
            <a:ext cx="8509000" cy="2514600"/>
          </a:xfrm>
          <a:prstGeom prst="rect">
            <a:avLst/>
          </a:prstGeom>
          <a:noFill/>
          <a:ln w="9525">
            <a:solidFill>
              <a:schemeClr val="tx1"/>
            </a:solidFill>
            <a:prstDash val="dash"/>
            <a:miter lim="800000"/>
            <a:headEnd/>
            <a:tailEnd/>
          </a:ln>
          <a:effectLst/>
          <a:extLst/>
        </p:spPr>
        <p:txBody>
          <a:bodyPr wrap="none" anchor="ctr">
            <a:spAutoFit/>
          </a:bodyPr>
          <a:lstStyle/>
          <a:p>
            <a:pPr>
              <a:defRPr/>
            </a:pPr>
            <a:endParaRPr lang="fr-FR" sz="2400">
              <a:solidFill>
                <a:srgbClr val="FFFFFF"/>
              </a:solidFill>
              <a:cs typeface="+mn-cs"/>
            </a:endParaRPr>
          </a:p>
        </p:txBody>
      </p:sp>
      <p:sp>
        <p:nvSpPr>
          <p:cNvPr id="386055" name="Text Box 7"/>
          <p:cNvSpPr txBox="1">
            <a:spLocks noChangeArrowheads="1"/>
          </p:cNvSpPr>
          <p:nvPr>
            <p:custDataLst>
              <p:tags r:id="rId7"/>
            </p:custDataLst>
          </p:nvPr>
        </p:nvSpPr>
        <p:spPr bwMode="auto">
          <a:xfrm>
            <a:off x="1295400" y="685800"/>
            <a:ext cx="6781800" cy="406400"/>
          </a:xfrm>
          <a:prstGeom prst="rect">
            <a:avLst/>
          </a:prstGeom>
          <a:solidFill>
            <a:schemeClr val="tx1"/>
          </a:solidFill>
          <a:ln w="9525">
            <a:solidFill>
              <a:schemeClr val="bg1"/>
            </a:solidFill>
            <a:miter lim="800000"/>
            <a:headEnd/>
            <a:tailEnd/>
          </a:ln>
          <a:effectLst/>
          <a:extLst/>
        </p:spPr>
        <p:txBody>
          <a:bodyPr>
            <a:spAutoFit/>
          </a:bodyPr>
          <a:lstStyle/>
          <a:p>
            <a:pPr algn="ctr" eaLnBrk="0" hangingPunct="0">
              <a:defRPr/>
            </a:pPr>
            <a:r>
              <a:rPr lang="en-US" sz="2000" b="1" dirty="0">
                <a:solidFill>
                  <a:srgbClr val="FFFFFF"/>
                </a:solidFill>
                <a:cs typeface="+mn-cs"/>
              </a:rPr>
              <a:t>Common EPIC-Soft food or recipe classification</a:t>
            </a:r>
            <a:endParaRPr lang="en-US" sz="2000" dirty="0">
              <a:solidFill>
                <a:srgbClr val="FFFFFF"/>
              </a:solidFill>
              <a:cs typeface="+mn-cs"/>
            </a:endParaRPr>
          </a:p>
        </p:txBody>
      </p:sp>
      <p:sp>
        <p:nvSpPr>
          <p:cNvPr id="386056" name="Text Box 8"/>
          <p:cNvSpPr txBox="1">
            <a:spLocks noChangeArrowheads="1"/>
          </p:cNvSpPr>
          <p:nvPr>
            <p:custDataLst>
              <p:tags r:id="rId8"/>
            </p:custDataLst>
          </p:nvPr>
        </p:nvSpPr>
        <p:spPr bwMode="auto">
          <a:xfrm>
            <a:off x="3106738" y="3498850"/>
            <a:ext cx="2379662" cy="711200"/>
          </a:xfrm>
          <a:prstGeom prst="rect">
            <a:avLst/>
          </a:prstGeom>
          <a:solidFill>
            <a:schemeClr val="tx1"/>
          </a:solidFill>
          <a:ln w="9525">
            <a:solidFill>
              <a:schemeClr val="bg1"/>
            </a:solidFill>
            <a:miter lim="800000"/>
            <a:headEnd/>
            <a:tailEnd/>
          </a:ln>
          <a:effectLst/>
          <a:extLst/>
        </p:spPr>
        <p:txBody>
          <a:bodyPr>
            <a:spAutoFit/>
          </a:bodyPr>
          <a:lstStyle/>
          <a:p>
            <a:pPr algn="ctr" eaLnBrk="0" hangingPunct="0">
              <a:defRPr/>
            </a:pPr>
            <a:r>
              <a:rPr lang="en-US" sz="2000" b="1">
                <a:solidFill>
                  <a:srgbClr val="FFFFFF"/>
                </a:solidFill>
                <a:cs typeface="+mn-cs"/>
              </a:rPr>
              <a:t>Food and </a:t>
            </a:r>
          </a:p>
          <a:p>
            <a:pPr algn="ctr" eaLnBrk="0" hangingPunct="0">
              <a:defRPr/>
            </a:pPr>
            <a:r>
              <a:rPr lang="en-US" sz="2000" b="1">
                <a:solidFill>
                  <a:srgbClr val="FFFFFF"/>
                </a:solidFill>
                <a:cs typeface="+mn-cs"/>
              </a:rPr>
              <a:t>recipe lists</a:t>
            </a:r>
          </a:p>
        </p:txBody>
      </p:sp>
      <p:sp>
        <p:nvSpPr>
          <p:cNvPr id="386057" name="Text Box 9"/>
          <p:cNvSpPr txBox="1">
            <a:spLocks noChangeArrowheads="1"/>
          </p:cNvSpPr>
          <p:nvPr>
            <p:custDataLst>
              <p:tags r:id="rId9"/>
            </p:custDataLst>
          </p:nvPr>
        </p:nvSpPr>
        <p:spPr bwMode="auto">
          <a:xfrm>
            <a:off x="533400" y="4622800"/>
            <a:ext cx="1752600" cy="711200"/>
          </a:xfrm>
          <a:prstGeom prst="rect">
            <a:avLst/>
          </a:prstGeom>
          <a:gradFill rotWithShape="0">
            <a:gsLst>
              <a:gs pos="0">
                <a:srgbClr val="CCECFF"/>
              </a:gs>
              <a:gs pos="100000">
                <a:srgbClr val="FFFFFF"/>
              </a:gs>
            </a:gsLst>
            <a:lin ang="2700000" scaled="1"/>
          </a:gradFill>
          <a:ln w="9525">
            <a:solidFill>
              <a:schemeClr val="bg1"/>
            </a:solidFill>
            <a:miter lim="800000"/>
            <a:headEnd/>
            <a:tailEnd/>
          </a:ln>
          <a:effectLst/>
          <a:extLst/>
        </p:spPr>
        <p:txBody>
          <a:bodyPr>
            <a:spAutoFit/>
          </a:bodyPr>
          <a:lstStyle/>
          <a:p>
            <a:pPr eaLnBrk="0" hangingPunct="0">
              <a:defRPr/>
            </a:pPr>
            <a:r>
              <a:rPr lang="en-US" sz="2000">
                <a:solidFill>
                  <a:srgbClr val="0033CC"/>
                </a:solidFill>
                <a:cs typeface="+mn-cs"/>
              </a:rPr>
              <a:t>Specific level </a:t>
            </a:r>
          </a:p>
          <a:p>
            <a:pPr eaLnBrk="0" hangingPunct="0">
              <a:defRPr/>
            </a:pPr>
            <a:r>
              <a:rPr lang="en-US" sz="2000">
                <a:solidFill>
                  <a:srgbClr val="0033CC"/>
                </a:solidFill>
                <a:cs typeface="+mn-cs"/>
              </a:rPr>
              <a:t>of description</a:t>
            </a:r>
          </a:p>
        </p:txBody>
      </p:sp>
      <p:sp>
        <p:nvSpPr>
          <p:cNvPr id="386058" name="Text Box 10"/>
          <p:cNvSpPr txBox="1">
            <a:spLocks noChangeArrowheads="1"/>
          </p:cNvSpPr>
          <p:nvPr>
            <p:custDataLst>
              <p:tags r:id="rId10"/>
            </p:custDataLst>
          </p:nvPr>
        </p:nvSpPr>
        <p:spPr bwMode="auto">
          <a:xfrm>
            <a:off x="2354263" y="4619625"/>
            <a:ext cx="1760537" cy="1016000"/>
          </a:xfrm>
          <a:prstGeom prst="rect">
            <a:avLst/>
          </a:prstGeom>
          <a:gradFill rotWithShape="0">
            <a:gsLst>
              <a:gs pos="0">
                <a:srgbClr val="CCECFF"/>
              </a:gs>
              <a:gs pos="100000">
                <a:srgbClr val="FFFFFF"/>
              </a:gs>
            </a:gsLst>
            <a:lin ang="2700000" scaled="1"/>
          </a:gradFill>
          <a:ln w="9525">
            <a:solidFill>
              <a:schemeClr val="bg1"/>
            </a:solidFill>
            <a:miter lim="800000"/>
            <a:headEnd/>
            <a:tailEnd/>
          </a:ln>
          <a:effectLst/>
          <a:extLst/>
        </p:spPr>
        <p:txBody>
          <a:bodyPr wrap="none">
            <a:spAutoFit/>
          </a:bodyPr>
          <a:lstStyle/>
          <a:p>
            <a:pPr eaLnBrk="0" hangingPunct="0">
              <a:defRPr/>
            </a:pPr>
            <a:r>
              <a:rPr lang="en-US" sz="2000">
                <a:solidFill>
                  <a:srgbClr val="0033CC"/>
                </a:solidFill>
                <a:cs typeface="+mn-cs"/>
              </a:rPr>
              <a:t>Specific </a:t>
            </a:r>
          </a:p>
          <a:p>
            <a:pPr eaLnBrk="0" hangingPunct="0">
              <a:defRPr/>
            </a:pPr>
            <a:r>
              <a:rPr lang="en-US" sz="2000">
                <a:solidFill>
                  <a:srgbClr val="0033CC"/>
                </a:solidFill>
                <a:cs typeface="+mn-cs"/>
              </a:rPr>
              <a:t>quantification </a:t>
            </a:r>
          </a:p>
          <a:p>
            <a:pPr eaLnBrk="0" hangingPunct="0">
              <a:defRPr/>
            </a:pPr>
            <a:r>
              <a:rPr lang="en-US" sz="2000">
                <a:solidFill>
                  <a:srgbClr val="0033CC"/>
                </a:solidFill>
                <a:cs typeface="+mn-cs"/>
              </a:rPr>
              <a:t>methods</a:t>
            </a:r>
          </a:p>
        </p:txBody>
      </p:sp>
      <p:sp>
        <p:nvSpPr>
          <p:cNvPr id="386059" name="Text Box 11"/>
          <p:cNvSpPr txBox="1">
            <a:spLocks noChangeArrowheads="1"/>
          </p:cNvSpPr>
          <p:nvPr>
            <p:custDataLst>
              <p:tags r:id="rId11"/>
            </p:custDataLst>
          </p:nvPr>
        </p:nvSpPr>
        <p:spPr bwMode="auto">
          <a:xfrm>
            <a:off x="4637088" y="4648200"/>
            <a:ext cx="1154112" cy="711200"/>
          </a:xfrm>
          <a:prstGeom prst="rect">
            <a:avLst/>
          </a:prstGeom>
          <a:gradFill rotWithShape="0">
            <a:gsLst>
              <a:gs pos="0">
                <a:srgbClr val="CCECFF"/>
              </a:gs>
              <a:gs pos="100000">
                <a:srgbClr val="FFFFFF"/>
              </a:gs>
            </a:gsLst>
            <a:lin ang="2700000" scaled="1"/>
          </a:gradFill>
          <a:ln w="9525">
            <a:solidFill>
              <a:schemeClr val="bg1"/>
            </a:solidFill>
            <a:miter lim="800000"/>
            <a:headEnd/>
            <a:tailEnd/>
          </a:ln>
          <a:effectLst/>
          <a:extLst/>
        </p:spPr>
        <p:txBody>
          <a:bodyPr wrap="none">
            <a:spAutoFit/>
          </a:bodyPr>
          <a:lstStyle/>
          <a:p>
            <a:pPr eaLnBrk="0" hangingPunct="0">
              <a:defRPr/>
            </a:pPr>
            <a:r>
              <a:rPr lang="en-US" sz="2000">
                <a:solidFill>
                  <a:srgbClr val="0033CC"/>
                </a:solidFill>
                <a:cs typeface="+mn-cs"/>
              </a:rPr>
              <a:t>Specific </a:t>
            </a:r>
          </a:p>
          <a:p>
            <a:pPr eaLnBrk="0" hangingPunct="0">
              <a:defRPr/>
            </a:pPr>
            <a:r>
              <a:rPr lang="en-US" sz="2000">
                <a:solidFill>
                  <a:srgbClr val="0033CC"/>
                </a:solidFill>
                <a:cs typeface="+mn-cs"/>
              </a:rPr>
              <a:t>probes</a:t>
            </a:r>
          </a:p>
        </p:txBody>
      </p:sp>
      <p:sp>
        <p:nvSpPr>
          <p:cNvPr id="386060" name="Text Box 12"/>
          <p:cNvSpPr txBox="1">
            <a:spLocks noChangeArrowheads="1"/>
          </p:cNvSpPr>
          <p:nvPr>
            <p:custDataLst>
              <p:tags r:id="rId12"/>
            </p:custDataLst>
          </p:nvPr>
        </p:nvSpPr>
        <p:spPr bwMode="auto">
          <a:xfrm>
            <a:off x="6080125" y="4648200"/>
            <a:ext cx="1463675" cy="711200"/>
          </a:xfrm>
          <a:prstGeom prst="rect">
            <a:avLst/>
          </a:prstGeom>
          <a:gradFill rotWithShape="0">
            <a:gsLst>
              <a:gs pos="0">
                <a:srgbClr val="CCECFF"/>
              </a:gs>
              <a:gs pos="100000">
                <a:srgbClr val="FFFFFF"/>
              </a:gs>
            </a:gsLst>
            <a:lin ang="2700000" scaled="1"/>
          </a:gradFill>
          <a:ln w="9525">
            <a:solidFill>
              <a:schemeClr val="bg1"/>
            </a:solidFill>
            <a:miter lim="800000"/>
            <a:headEnd/>
            <a:tailEnd/>
          </a:ln>
          <a:effectLst/>
          <a:extLst/>
        </p:spPr>
        <p:txBody>
          <a:bodyPr wrap="none">
            <a:spAutoFit/>
          </a:bodyPr>
          <a:lstStyle/>
          <a:p>
            <a:pPr eaLnBrk="0" hangingPunct="0">
              <a:defRPr/>
            </a:pPr>
            <a:r>
              <a:rPr lang="en-US" sz="2000">
                <a:solidFill>
                  <a:srgbClr val="0033CC"/>
                </a:solidFill>
                <a:cs typeface="+mn-cs"/>
              </a:rPr>
              <a:t>Specific </a:t>
            </a:r>
          </a:p>
          <a:p>
            <a:pPr eaLnBrk="0" hangingPunct="0">
              <a:defRPr/>
            </a:pPr>
            <a:r>
              <a:rPr lang="en-US" sz="2000">
                <a:solidFill>
                  <a:srgbClr val="0033CC"/>
                </a:solidFill>
                <a:cs typeface="+mn-cs"/>
              </a:rPr>
              <a:t>coefficients</a:t>
            </a:r>
          </a:p>
        </p:txBody>
      </p:sp>
      <p:sp>
        <p:nvSpPr>
          <p:cNvPr id="386061" name="Text Box 13"/>
          <p:cNvSpPr txBox="1">
            <a:spLocks noChangeArrowheads="1"/>
          </p:cNvSpPr>
          <p:nvPr>
            <p:custDataLst>
              <p:tags r:id="rId13"/>
            </p:custDataLst>
          </p:nvPr>
        </p:nvSpPr>
        <p:spPr bwMode="auto">
          <a:xfrm>
            <a:off x="6670675" y="3733800"/>
            <a:ext cx="2139950" cy="711200"/>
          </a:xfrm>
          <a:prstGeom prst="rect">
            <a:avLst/>
          </a:prstGeom>
          <a:gradFill rotWithShape="0">
            <a:gsLst>
              <a:gs pos="0">
                <a:schemeClr val="tx2"/>
              </a:gs>
              <a:gs pos="100000">
                <a:srgbClr val="66FF33"/>
              </a:gs>
            </a:gsLst>
            <a:lin ang="2700000" scaled="1"/>
          </a:gradFill>
          <a:ln w="9525">
            <a:solidFill>
              <a:schemeClr val="bg1"/>
            </a:solidFill>
            <a:miter lim="800000"/>
            <a:headEnd/>
            <a:tailEnd/>
          </a:ln>
          <a:effectLst/>
          <a:extLst/>
        </p:spPr>
        <p:txBody>
          <a:bodyPr wrap="none">
            <a:spAutoFit/>
          </a:bodyPr>
          <a:lstStyle/>
          <a:p>
            <a:pPr algn="ctr" eaLnBrk="0" hangingPunct="0">
              <a:defRPr/>
            </a:pPr>
            <a:r>
              <a:rPr lang="en-US" sz="2000">
                <a:solidFill>
                  <a:srgbClr val="0033CC"/>
                </a:solidFill>
                <a:cs typeface="+mn-cs"/>
              </a:rPr>
              <a:t>Translated </a:t>
            </a:r>
          </a:p>
          <a:p>
            <a:pPr algn="ctr" eaLnBrk="0" hangingPunct="0">
              <a:defRPr/>
            </a:pPr>
            <a:r>
              <a:rPr lang="en-US" sz="2000">
                <a:solidFill>
                  <a:srgbClr val="0033CC"/>
                </a:solidFill>
                <a:cs typeface="+mn-cs"/>
              </a:rPr>
              <a:t>Epic-soft screens</a:t>
            </a:r>
          </a:p>
        </p:txBody>
      </p:sp>
      <p:sp>
        <p:nvSpPr>
          <p:cNvPr id="386062" name="Text Box 14"/>
          <p:cNvSpPr txBox="1">
            <a:spLocks noChangeArrowheads="1"/>
          </p:cNvSpPr>
          <p:nvPr>
            <p:custDataLst>
              <p:tags r:id="rId14"/>
            </p:custDataLst>
          </p:nvPr>
        </p:nvSpPr>
        <p:spPr bwMode="auto">
          <a:xfrm>
            <a:off x="2971800" y="1582738"/>
            <a:ext cx="1760538" cy="1016000"/>
          </a:xfrm>
          <a:prstGeom prst="rect">
            <a:avLst/>
          </a:prstGeom>
          <a:gradFill rotWithShape="0">
            <a:gsLst>
              <a:gs pos="0">
                <a:srgbClr val="FFFF99"/>
              </a:gs>
              <a:gs pos="100000">
                <a:srgbClr val="FFCC66"/>
              </a:gs>
            </a:gsLst>
            <a:lin ang="2700000" scaled="1"/>
          </a:gradFill>
          <a:ln w="9525">
            <a:solidFill>
              <a:schemeClr val="bg1"/>
            </a:solidFill>
            <a:miter lim="800000"/>
            <a:headEnd/>
            <a:tailEnd/>
          </a:ln>
          <a:effectLst/>
          <a:extLst/>
        </p:spPr>
        <p:txBody>
          <a:bodyPr wrap="none">
            <a:spAutoFit/>
          </a:bodyPr>
          <a:lstStyle/>
          <a:p>
            <a:pPr algn="ctr" eaLnBrk="0" hangingPunct="0">
              <a:defRPr/>
            </a:pPr>
            <a:r>
              <a:rPr lang="en-US" sz="2000">
                <a:solidFill>
                  <a:srgbClr val="0033CC"/>
                </a:solidFill>
                <a:cs typeface="+mn-cs"/>
              </a:rPr>
              <a:t>Type of </a:t>
            </a:r>
          </a:p>
          <a:p>
            <a:pPr algn="ctr" eaLnBrk="0" hangingPunct="0">
              <a:defRPr/>
            </a:pPr>
            <a:r>
              <a:rPr lang="en-US" sz="2000">
                <a:solidFill>
                  <a:srgbClr val="0033CC"/>
                </a:solidFill>
                <a:cs typeface="+mn-cs"/>
              </a:rPr>
              <a:t>quantification </a:t>
            </a:r>
          </a:p>
          <a:p>
            <a:pPr algn="ctr" eaLnBrk="0" hangingPunct="0">
              <a:defRPr/>
            </a:pPr>
            <a:r>
              <a:rPr lang="en-US" sz="2000">
                <a:solidFill>
                  <a:srgbClr val="0033CC"/>
                </a:solidFill>
                <a:cs typeface="+mn-cs"/>
              </a:rPr>
              <a:t>methods </a:t>
            </a:r>
          </a:p>
        </p:txBody>
      </p:sp>
      <p:sp>
        <p:nvSpPr>
          <p:cNvPr id="386063" name="Text Box 15"/>
          <p:cNvSpPr txBox="1">
            <a:spLocks noChangeArrowheads="1"/>
          </p:cNvSpPr>
          <p:nvPr>
            <p:custDataLst>
              <p:tags r:id="rId15"/>
            </p:custDataLst>
          </p:nvPr>
        </p:nvSpPr>
        <p:spPr bwMode="auto">
          <a:xfrm>
            <a:off x="6149975" y="1582738"/>
            <a:ext cx="1393825" cy="406400"/>
          </a:xfrm>
          <a:prstGeom prst="rect">
            <a:avLst/>
          </a:prstGeom>
          <a:gradFill rotWithShape="0">
            <a:gsLst>
              <a:gs pos="0">
                <a:srgbClr val="FFFF99"/>
              </a:gs>
              <a:gs pos="100000">
                <a:srgbClr val="FFCC66"/>
              </a:gs>
            </a:gsLst>
            <a:lin ang="2700000" scaled="1"/>
          </a:gradFill>
          <a:ln w="9525">
            <a:solidFill>
              <a:schemeClr val="bg1"/>
            </a:solidFill>
            <a:miter lim="800000"/>
            <a:headEnd/>
            <a:tailEnd/>
          </a:ln>
          <a:effectLst/>
          <a:extLst/>
        </p:spPr>
        <p:txBody>
          <a:bodyPr wrap="none">
            <a:spAutoFit/>
          </a:bodyPr>
          <a:lstStyle/>
          <a:p>
            <a:pPr algn="ctr" eaLnBrk="0" hangingPunct="0">
              <a:defRPr/>
            </a:pPr>
            <a:r>
              <a:rPr lang="en-US" sz="2000">
                <a:solidFill>
                  <a:srgbClr val="0033CC"/>
                </a:solidFill>
                <a:cs typeface="+mn-cs"/>
              </a:rPr>
              <a:t>Algorithms</a:t>
            </a:r>
          </a:p>
        </p:txBody>
      </p:sp>
      <p:sp>
        <p:nvSpPr>
          <p:cNvPr id="386064" name="Text Box 16"/>
          <p:cNvSpPr txBox="1">
            <a:spLocks noChangeArrowheads="1"/>
          </p:cNvSpPr>
          <p:nvPr>
            <p:custDataLst>
              <p:tags r:id="rId16"/>
            </p:custDataLst>
          </p:nvPr>
        </p:nvSpPr>
        <p:spPr bwMode="auto">
          <a:xfrm>
            <a:off x="7600950" y="1582738"/>
            <a:ext cx="1363663" cy="711200"/>
          </a:xfrm>
          <a:prstGeom prst="rect">
            <a:avLst/>
          </a:prstGeom>
          <a:gradFill rotWithShape="0">
            <a:gsLst>
              <a:gs pos="0">
                <a:schemeClr val="tx2"/>
              </a:gs>
              <a:gs pos="100000">
                <a:srgbClr val="66FF33"/>
              </a:gs>
            </a:gsLst>
            <a:lin ang="2700000" scaled="1"/>
          </a:gradFill>
          <a:ln w="9525">
            <a:solidFill>
              <a:schemeClr val="bg1"/>
            </a:solidFill>
            <a:miter lim="800000"/>
            <a:headEnd/>
            <a:tailEnd/>
          </a:ln>
          <a:effectLst/>
          <a:extLst/>
        </p:spPr>
        <p:txBody>
          <a:bodyPr wrap="none">
            <a:spAutoFit/>
          </a:bodyPr>
          <a:lstStyle/>
          <a:p>
            <a:pPr algn="ctr" eaLnBrk="0" hangingPunct="0">
              <a:defRPr/>
            </a:pPr>
            <a:r>
              <a:rPr lang="en-US" sz="2000">
                <a:solidFill>
                  <a:srgbClr val="0033CC"/>
                </a:solidFill>
                <a:cs typeface="+mn-cs"/>
              </a:rPr>
              <a:t>Content of</a:t>
            </a:r>
          </a:p>
          <a:p>
            <a:pPr algn="ctr" eaLnBrk="0" hangingPunct="0">
              <a:defRPr/>
            </a:pPr>
            <a:r>
              <a:rPr lang="en-US" sz="2000">
                <a:solidFill>
                  <a:srgbClr val="0033CC"/>
                </a:solidFill>
                <a:cs typeface="+mn-cs"/>
              </a:rPr>
              <a:t>screens</a:t>
            </a:r>
          </a:p>
        </p:txBody>
      </p:sp>
      <p:sp>
        <p:nvSpPr>
          <p:cNvPr id="386065" name="Text Box 17"/>
          <p:cNvSpPr txBox="1">
            <a:spLocks noChangeArrowheads="1"/>
          </p:cNvSpPr>
          <p:nvPr>
            <p:custDataLst>
              <p:tags r:id="rId17"/>
            </p:custDataLst>
          </p:nvPr>
        </p:nvSpPr>
        <p:spPr bwMode="auto">
          <a:xfrm>
            <a:off x="4800600" y="1597025"/>
            <a:ext cx="1281113" cy="711200"/>
          </a:xfrm>
          <a:prstGeom prst="rect">
            <a:avLst/>
          </a:prstGeom>
          <a:gradFill rotWithShape="0">
            <a:gsLst>
              <a:gs pos="0">
                <a:srgbClr val="FFFF99"/>
              </a:gs>
              <a:gs pos="100000">
                <a:srgbClr val="FFCC66"/>
              </a:gs>
            </a:gsLst>
            <a:lin ang="2700000" scaled="1"/>
          </a:gradFill>
          <a:ln w="9525">
            <a:solidFill>
              <a:schemeClr val="bg1"/>
            </a:solidFill>
            <a:miter lim="800000"/>
            <a:headEnd/>
            <a:tailEnd/>
          </a:ln>
          <a:effectLst/>
          <a:extLst/>
        </p:spPr>
        <p:txBody>
          <a:bodyPr wrap="none">
            <a:spAutoFit/>
          </a:bodyPr>
          <a:lstStyle/>
          <a:p>
            <a:pPr eaLnBrk="0" hangingPunct="0">
              <a:defRPr/>
            </a:pPr>
            <a:r>
              <a:rPr lang="en-US" sz="2000">
                <a:solidFill>
                  <a:srgbClr val="0033CC"/>
                </a:solidFill>
                <a:cs typeface="+mn-cs"/>
              </a:rPr>
              <a:t>Probing</a:t>
            </a:r>
          </a:p>
          <a:p>
            <a:pPr eaLnBrk="0" hangingPunct="0">
              <a:defRPr/>
            </a:pPr>
            <a:r>
              <a:rPr lang="en-US" sz="2000">
                <a:solidFill>
                  <a:srgbClr val="0033CC"/>
                </a:solidFill>
                <a:cs typeface="+mn-cs"/>
              </a:rPr>
              <a:t>questions</a:t>
            </a:r>
          </a:p>
        </p:txBody>
      </p:sp>
      <p:sp>
        <p:nvSpPr>
          <p:cNvPr id="386066" name="Text Box 18"/>
          <p:cNvSpPr txBox="1">
            <a:spLocks noChangeArrowheads="1"/>
          </p:cNvSpPr>
          <p:nvPr>
            <p:custDataLst>
              <p:tags r:id="rId18"/>
            </p:custDataLst>
          </p:nvPr>
        </p:nvSpPr>
        <p:spPr bwMode="auto">
          <a:xfrm>
            <a:off x="2051050" y="6081713"/>
            <a:ext cx="4410075" cy="711200"/>
          </a:xfrm>
          <a:prstGeom prst="rect">
            <a:avLst/>
          </a:prstGeom>
          <a:solidFill>
            <a:schemeClr val="tx1"/>
          </a:solidFill>
          <a:ln w="9525">
            <a:solidFill>
              <a:schemeClr val="bg1"/>
            </a:solidFill>
            <a:miter lim="800000"/>
            <a:headEnd/>
            <a:tailEnd/>
          </a:ln>
          <a:effectLst/>
          <a:extLst/>
        </p:spPr>
        <p:txBody>
          <a:bodyPr anchor="ctr">
            <a:spAutoFit/>
          </a:bodyPr>
          <a:lstStyle/>
          <a:p>
            <a:pPr algn="ctr" eaLnBrk="0" hangingPunct="0">
              <a:defRPr/>
            </a:pPr>
            <a:r>
              <a:rPr lang="en-US" sz="2000" b="1" dirty="0">
                <a:solidFill>
                  <a:srgbClr val="FFFFFF"/>
                </a:solidFill>
                <a:cs typeface="+mn-cs"/>
              </a:rPr>
              <a:t> Country-specific EPIC-Soft versions (~ 70 databases) </a:t>
            </a:r>
            <a:endParaRPr lang="en-US" sz="2000" dirty="0">
              <a:solidFill>
                <a:srgbClr val="FFFFFF"/>
              </a:solidFill>
              <a:cs typeface="+mn-cs"/>
            </a:endParaRPr>
          </a:p>
        </p:txBody>
      </p:sp>
      <p:sp>
        <p:nvSpPr>
          <p:cNvPr id="386067" name="AutoShape 19"/>
          <p:cNvSpPr>
            <a:spLocks noChangeArrowheads="1"/>
          </p:cNvSpPr>
          <p:nvPr>
            <p:custDataLst>
              <p:tags r:id="rId19"/>
            </p:custDataLst>
          </p:nvPr>
        </p:nvSpPr>
        <p:spPr bwMode="auto">
          <a:xfrm>
            <a:off x="4114800" y="5372100"/>
            <a:ext cx="558800" cy="647700"/>
          </a:xfrm>
          <a:prstGeom prst="downArrow">
            <a:avLst>
              <a:gd name="adj1" fmla="val 50000"/>
              <a:gd name="adj2" fmla="val 28977"/>
            </a:avLst>
          </a:prstGeom>
          <a:solidFill>
            <a:schemeClr val="tx1"/>
          </a:solidFill>
          <a:ln w="9525">
            <a:solidFill>
              <a:srgbClr val="CCECFF"/>
            </a:solidFill>
            <a:miter lim="800000"/>
            <a:headEnd/>
            <a:tailEnd/>
          </a:ln>
          <a:effectLst/>
          <a:extLst/>
        </p:spPr>
        <p:txBody>
          <a:bodyPr anchor="ctr">
            <a:spAutoFit/>
          </a:bodyPr>
          <a:lstStyle/>
          <a:p>
            <a:pPr>
              <a:defRPr/>
            </a:pPr>
            <a:endParaRPr lang="fr-FR" sz="2400">
              <a:solidFill>
                <a:srgbClr val="FFFFFF"/>
              </a:solidFill>
              <a:cs typeface="+mn-cs"/>
            </a:endParaRPr>
          </a:p>
        </p:txBody>
      </p:sp>
      <p:sp>
        <p:nvSpPr>
          <p:cNvPr id="386068" name="Text Box 20"/>
          <p:cNvSpPr txBox="1">
            <a:spLocks noChangeArrowheads="1"/>
          </p:cNvSpPr>
          <p:nvPr>
            <p:custDataLst>
              <p:tags r:id="rId20"/>
            </p:custDataLst>
          </p:nvPr>
        </p:nvSpPr>
        <p:spPr bwMode="auto">
          <a:xfrm>
            <a:off x="533400" y="1582738"/>
            <a:ext cx="2381250" cy="406400"/>
          </a:xfrm>
          <a:prstGeom prst="rect">
            <a:avLst/>
          </a:prstGeom>
          <a:gradFill rotWithShape="0">
            <a:gsLst>
              <a:gs pos="0">
                <a:srgbClr val="FFFF99"/>
              </a:gs>
              <a:gs pos="100000">
                <a:srgbClr val="FFCC66"/>
              </a:gs>
            </a:gsLst>
            <a:lin ang="2700000" scaled="1"/>
          </a:gradFill>
          <a:ln w="9525">
            <a:solidFill>
              <a:schemeClr val="bg1"/>
            </a:solidFill>
            <a:miter lim="800000"/>
            <a:headEnd/>
            <a:tailEnd/>
          </a:ln>
          <a:effectLst/>
          <a:extLst/>
        </p:spPr>
        <p:txBody>
          <a:bodyPr wrap="none">
            <a:spAutoFit/>
          </a:bodyPr>
          <a:lstStyle/>
          <a:p>
            <a:pPr algn="ctr" eaLnBrk="0" hangingPunct="0">
              <a:defRPr/>
            </a:pPr>
            <a:r>
              <a:rPr lang="en-US" sz="2000">
                <a:solidFill>
                  <a:srgbClr val="0033CC"/>
                </a:solidFill>
                <a:cs typeface="+mn-cs"/>
              </a:rPr>
              <a:t>Level of description</a:t>
            </a:r>
          </a:p>
        </p:txBody>
      </p:sp>
      <p:sp>
        <p:nvSpPr>
          <p:cNvPr id="386069" name="Line 21"/>
          <p:cNvSpPr>
            <a:spLocks noChangeShapeType="1"/>
          </p:cNvSpPr>
          <p:nvPr>
            <p:custDataLst>
              <p:tags r:id="rId21"/>
            </p:custDataLst>
          </p:nvPr>
        </p:nvSpPr>
        <p:spPr bwMode="auto">
          <a:xfrm>
            <a:off x="2057400" y="1219200"/>
            <a:ext cx="0" cy="311150"/>
          </a:xfrm>
          <a:prstGeom prst="line">
            <a:avLst/>
          </a:prstGeom>
          <a:noFill/>
          <a:ln w="57150">
            <a:solidFill>
              <a:schemeClr val="tx1"/>
            </a:solidFill>
            <a:round/>
            <a:headEnd/>
            <a:tailEnd type="triangle" w="med" len="med"/>
          </a:ln>
          <a:effectLst/>
          <a:extLst/>
        </p:spPr>
        <p:txBody>
          <a:bodyPr anchor="ctr">
            <a:spAutoFit/>
          </a:bodyPr>
          <a:lstStyle/>
          <a:p>
            <a:pPr>
              <a:defRPr/>
            </a:pPr>
            <a:endParaRPr lang="fr-FR" sz="2400">
              <a:solidFill>
                <a:srgbClr val="FFFFFF"/>
              </a:solidFill>
              <a:cs typeface="+mn-cs"/>
            </a:endParaRPr>
          </a:p>
        </p:txBody>
      </p:sp>
      <p:sp>
        <p:nvSpPr>
          <p:cNvPr id="386070" name="Line 22"/>
          <p:cNvSpPr>
            <a:spLocks noChangeShapeType="1"/>
          </p:cNvSpPr>
          <p:nvPr>
            <p:custDataLst>
              <p:tags r:id="rId22"/>
            </p:custDataLst>
          </p:nvPr>
        </p:nvSpPr>
        <p:spPr bwMode="auto">
          <a:xfrm>
            <a:off x="1752600" y="2057400"/>
            <a:ext cx="1335088" cy="1336675"/>
          </a:xfrm>
          <a:prstGeom prst="line">
            <a:avLst/>
          </a:prstGeom>
          <a:noFill/>
          <a:ln w="57150">
            <a:solidFill>
              <a:srgbClr val="FFFF66"/>
            </a:solidFill>
            <a:round/>
            <a:headEnd/>
            <a:tailEnd type="triangle" w="med" len="med"/>
          </a:ln>
          <a:effectLst/>
          <a:extLst/>
        </p:spPr>
        <p:txBody>
          <a:bodyPr anchor="ctr">
            <a:spAutoFit/>
          </a:bodyPr>
          <a:lstStyle/>
          <a:p>
            <a:pPr>
              <a:defRPr/>
            </a:pPr>
            <a:endParaRPr lang="fr-FR" sz="2400">
              <a:solidFill>
                <a:srgbClr val="FFFFFF"/>
              </a:solidFill>
              <a:cs typeface="+mn-cs"/>
            </a:endParaRPr>
          </a:p>
        </p:txBody>
      </p:sp>
      <p:sp>
        <p:nvSpPr>
          <p:cNvPr id="386071" name="Line 23"/>
          <p:cNvSpPr>
            <a:spLocks noChangeShapeType="1"/>
          </p:cNvSpPr>
          <p:nvPr>
            <p:custDataLst>
              <p:tags r:id="rId23"/>
            </p:custDataLst>
          </p:nvPr>
        </p:nvSpPr>
        <p:spPr bwMode="auto">
          <a:xfrm>
            <a:off x="3886200" y="2678113"/>
            <a:ext cx="0" cy="695325"/>
          </a:xfrm>
          <a:prstGeom prst="line">
            <a:avLst/>
          </a:prstGeom>
          <a:noFill/>
          <a:ln w="57150">
            <a:solidFill>
              <a:srgbClr val="FFFF66"/>
            </a:solidFill>
            <a:round/>
            <a:headEnd/>
            <a:tailEnd type="triangle" w="med" len="med"/>
          </a:ln>
          <a:effectLst/>
          <a:extLst/>
        </p:spPr>
        <p:txBody>
          <a:bodyPr anchor="ctr">
            <a:spAutoFit/>
          </a:bodyPr>
          <a:lstStyle/>
          <a:p>
            <a:pPr>
              <a:defRPr/>
            </a:pPr>
            <a:endParaRPr lang="fr-FR" sz="2400">
              <a:solidFill>
                <a:srgbClr val="FFFFFF"/>
              </a:solidFill>
              <a:cs typeface="+mn-cs"/>
            </a:endParaRPr>
          </a:p>
        </p:txBody>
      </p:sp>
      <p:sp>
        <p:nvSpPr>
          <p:cNvPr id="90136" name="Text Box 24"/>
          <p:cNvSpPr txBox="1">
            <a:spLocks noChangeArrowheads="1"/>
          </p:cNvSpPr>
          <p:nvPr>
            <p:custDataLst>
              <p:tags r:id="rId24"/>
            </p:custDataLst>
          </p:nvPr>
        </p:nvSpPr>
        <p:spPr bwMode="auto">
          <a:xfrm>
            <a:off x="801688" y="0"/>
            <a:ext cx="77422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r>
              <a:rPr lang="en-US" sz="2800"/>
              <a:t>Overall concept of standardization of EPIC-Soft </a:t>
            </a:r>
          </a:p>
        </p:txBody>
      </p:sp>
      <p:sp>
        <p:nvSpPr>
          <p:cNvPr id="386073" name="Line 25"/>
          <p:cNvSpPr>
            <a:spLocks noChangeShapeType="1"/>
          </p:cNvSpPr>
          <p:nvPr>
            <p:custDataLst>
              <p:tags r:id="rId25"/>
            </p:custDataLst>
          </p:nvPr>
        </p:nvSpPr>
        <p:spPr bwMode="auto">
          <a:xfrm>
            <a:off x="3886200" y="1219200"/>
            <a:ext cx="0" cy="311150"/>
          </a:xfrm>
          <a:prstGeom prst="line">
            <a:avLst/>
          </a:prstGeom>
          <a:noFill/>
          <a:ln w="57150">
            <a:solidFill>
              <a:schemeClr val="tx1"/>
            </a:solidFill>
            <a:round/>
            <a:headEnd/>
            <a:tailEnd type="triangle" w="med" len="med"/>
          </a:ln>
          <a:effectLst/>
          <a:extLst/>
        </p:spPr>
        <p:txBody>
          <a:bodyPr anchor="ctr">
            <a:spAutoFit/>
          </a:bodyPr>
          <a:lstStyle/>
          <a:p>
            <a:pPr>
              <a:defRPr/>
            </a:pPr>
            <a:endParaRPr lang="fr-FR" sz="2400">
              <a:solidFill>
                <a:srgbClr val="FFFFFF"/>
              </a:solidFill>
              <a:cs typeface="+mn-cs"/>
            </a:endParaRPr>
          </a:p>
        </p:txBody>
      </p:sp>
      <p:sp>
        <p:nvSpPr>
          <p:cNvPr id="386074" name="Line 26"/>
          <p:cNvSpPr>
            <a:spLocks noChangeShapeType="1"/>
          </p:cNvSpPr>
          <p:nvPr>
            <p:custDataLst>
              <p:tags r:id="rId26"/>
            </p:custDataLst>
          </p:nvPr>
        </p:nvSpPr>
        <p:spPr bwMode="auto">
          <a:xfrm>
            <a:off x="5410200" y="1219200"/>
            <a:ext cx="0" cy="311150"/>
          </a:xfrm>
          <a:prstGeom prst="line">
            <a:avLst/>
          </a:prstGeom>
          <a:noFill/>
          <a:ln w="57150">
            <a:solidFill>
              <a:schemeClr val="tx1"/>
            </a:solidFill>
            <a:round/>
            <a:headEnd/>
            <a:tailEnd type="triangle" w="med" len="med"/>
          </a:ln>
          <a:effectLst/>
          <a:extLst/>
        </p:spPr>
        <p:txBody>
          <a:bodyPr anchor="ctr">
            <a:spAutoFit/>
          </a:bodyPr>
          <a:lstStyle/>
          <a:p>
            <a:pPr>
              <a:defRPr/>
            </a:pPr>
            <a:endParaRPr lang="fr-FR" sz="2400">
              <a:solidFill>
                <a:srgbClr val="FFFFFF"/>
              </a:solidFill>
              <a:cs typeface="+mn-cs"/>
            </a:endParaRPr>
          </a:p>
        </p:txBody>
      </p:sp>
      <p:sp>
        <p:nvSpPr>
          <p:cNvPr id="386075" name="Line 27"/>
          <p:cNvSpPr>
            <a:spLocks noChangeShapeType="1"/>
          </p:cNvSpPr>
          <p:nvPr>
            <p:custDataLst>
              <p:tags r:id="rId27"/>
            </p:custDataLst>
          </p:nvPr>
        </p:nvSpPr>
        <p:spPr bwMode="auto">
          <a:xfrm>
            <a:off x="6934200" y="1212850"/>
            <a:ext cx="0" cy="311150"/>
          </a:xfrm>
          <a:prstGeom prst="line">
            <a:avLst/>
          </a:prstGeom>
          <a:noFill/>
          <a:ln w="57150">
            <a:solidFill>
              <a:schemeClr val="tx1"/>
            </a:solidFill>
            <a:round/>
            <a:headEnd/>
            <a:tailEnd type="triangle" w="med" len="med"/>
          </a:ln>
          <a:effectLst/>
          <a:extLst/>
        </p:spPr>
        <p:txBody>
          <a:bodyPr anchor="ctr">
            <a:spAutoFit/>
          </a:bodyPr>
          <a:lstStyle/>
          <a:p>
            <a:pPr>
              <a:defRPr/>
            </a:pPr>
            <a:endParaRPr lang="fr-FR" sz="2400">
              <a:solidFill>
                <a:srgbClr val="FFFFFF"/>
              </a:solidFill>
              <a:cs typeface="+mn-cs"/>
            </a:endParaRPr>
          </a:p>
        </p:txBody>
      </p:sp>
      <p:sp>
        <p:nvSpPr>
          <p:cNvPr id="386076" name="Line 28"/>
          <p:cNvSpPr>
            <a:spLocks noChangeShapeType="1"/>
          </p:cNvSpPr>
          <p:nvPr>
            <p:custDataLst>
              <p:tags r:id="rId28"/>
            </p:custDataLst>
          </p:nvPr>
        </p:nvSpPr>
        <p:spPr bwMode="auto">
          <a:xfrm>
            <a:off x="8229600" y="2438400"/>
            <a:ext cx="0" cy="1143000"/>
          </a:xfrm>
          <a:prstGeom prst="line">
            <a:avLst/>
          </a:prstGeom>
          <a:noFill/>
          <a:ln w="57150">
            <a:solidFill>
              <a:srgbClr val="CCFFCC"/>
            </a:solidFill>
            <a:round/>
            <a:headEnd/>
            <a:tailEnd type="triangle" w="med" len="med"/>
          </a:ln>
          <a:effectLst/>
          <a:extLst/>
        </p:spPr>
        <p:txBody>
          <a:bodyPr anchor="ctr">
            <a:spAutoFit/>
          </a:bodyPr>
          <a:lstStyle/>
          <a:p>
            <a:pPr>
              <a:defRPr/>
            </a:pPr>
            <a:endParaRPr lang="fr-FR" sz="2400">
              <a:solidFill>
                <a:srgbClr val="FFFFFF"/>
              </a:solidFill>
              <a:cs typeface="+mn-cs"/>
            </a:endParaRPr>
          </a:p>
        </p:txBody>
      </p:sp>
      <p:sp>
        <p:nvSpPr>
          <p:cNvPr id="386077" name="Line 29"/>
          <p:cNvSpPr>
            <a:spLocks noChangeShapeType="1"/>
          </p:cNvSpPr>
          <p:nvPr>
            <p:custDataLst>
              <p:tags r:id="rId29"/>
            </p:custDataLst>
          </p:nvPr>
        </p:nvSpPr>
        <p:spPr bwMode="auto">
          <a:xfrm>
            <a:off x="5181600" y="2667000"/>
            <a:ext cx="0" cy="695325"/>
          </a:xfrm>
          <a:prstGeom prst="line">
            <a:avLst/>
          </a:prstGeom>
          <a:noFill/>
          <a:ln w="57150">
            <a:solidFill>
              <a:srgbClr val="FFFF66"/>
            </a:solidFill>
            <a:round/>
            <a:headEnd/>
            <a:tailEnd type="triangle" w="med" len="med"/>
          </a:ln>
          <a:effectLst/>
          <a:extLst/>
        </p:spPr>
        <p:txBody>
          <a:bodyPr anchor="ctr">
            <a:spAutoFit/>
          </a:bodyPr>
          <a:lstStyle/>
          <a:p>
            <a:pPr>
              <a:defRPr/>
            </a:pPr>
            <a:endParaRPr lang="fr-FR" sz="2400">
              <a:solidFill>
                <a:srgbClr val="FFFFFF"/>
              </a:solidFill>
              <a:cs typeface="+mn-cs"/>
            </a:endParaRPr>
          </a:p>
        </p:txBody>
      </p:sp>
      <p:sp>
        <p:nvSpPr>
          <p:cNvPr id="386078" name="Line 30"/>
          <p:cNvSpPr>
            <a:spLocks noChangeShapeType="1"/>
          </p:cNvSpPr>
          <p:nvPr>
            <p:custDataLst>
              <p:tags r:id="rId30"/>
            </p:custDataLst>
          </p:nvPr>
        </p:nvSpPr>
        <p:spPr bwMode="auto">
          <a:xfrm flipH="1">
            <a:off x="5562600" y="2133600"/>
            <a:ext cx="1600200" cy="1219200"/>
          </a:xfrm>
          <a:prstGeom prst="line">
            <a:avLst/>
          </a:prstGeom>
          <a:noFill/>
          <a:ln w="57150">
            <a:solidFill>
              <a:srgbClr val="FFFF66"/>
            </a:solidFill>
            <a:round/>
            <a:headEnd/>
            <a:tailEnd type="triangle" w="med" len="med"/>
          </a:ln>
          <a:effectLst/>
          <a:extLst/>
        </p:spPr>
        <p:txBody>
          <a:bodyPr/>
          <a:lstStyle/>
          <a:p>
            <a:pPr>
              <a:defRPr/>
            </a:pPr>
            <a:endParaRPr lang="fr-FR" sz="2400">
              <a:solidFill>
                <a:srgbClr val="FFFFFF"/>
              </a:solidFill>
              <a:cs typeface="+mn-cs"/>
            </a:endParaRPr>
          </a:p>
        </p:txBody>
      </p:sp>
      <p:sp>
        <p:nvSpPr>
          <p:cNvPr id="386079" name="Line 31"/>
          <p:cNvSpPr>
            <a:spLocks noChangeShapeType="1"/>
          </p:cNvSpPr>
          <p:nvPr>
            <p:custDataLst>
              <p:tags r:id="rId31"/>
            </p:custDataLst>
          </p:nvPr>
        </p:nvSpPr>
        <p:spPr bwMode="auto">
          <a:xfrm>
            <a:off x="3657600" y="4260850"/>
            <a:ext cx="0" cy="311150"/>
          </a:xfrm>
          <a:prstGeom prst="line">
            <a:avLst/>
          </a:prstGeom>
          <a:noFill/>
          <a:ln w="57150">
            <a:solidFill>
              <a:srgbClr val="CCECFF"/>
            </a:solidFill>
            <a:round/>
            <a:headEnd/>
            <a:tailEnd type="triangle" w="med" len="med"/>
          </a:ln>
          <a:effectLst/>
          <a:extLst/>
        </p:spPr>
        <p:txBody>
          <a:bodyPr anchor="ctr">
            <a:spAutoFit/>
          </a:bodyPr>
          <a:lstStyle/>
          <a:p>
            <a:pPr>
              <a:defRPr/>
            </a:pPr>
            <a:endParaRPr lang="fr-FR" sz="2400">
              <a:solidFill>
                <a:srgbClr val="FFFFFF"/>
              </a:solidFill>
              <a:cs typeface="+mn-cs"/>
            </a:endParaRPr>
          </a:p>
        </p:txBody>
      </p:sp>
      <p:sp>
        <p:nvSpPr>
          <p:cNvPr id="386080" name="Line 32"/>
          <p:cNvSpPr>
            <a:spLocks noChangeShapeType="1"/>
          </p:cNvSpPr>
          <p:nvPr>
            <p:custDataLst>
              <p:tags r:id="rId32"/>
            </p:custDataLst>
          </p:nvPr>
        </p:nvSpPr>
        <p:spPr bwMode="auto">
          <a:xfrm>
            <a:off x="5181600" y="4267200"/>
            <a:ext cx="0" cy="311150"/>
          </a:xfrm>
          <a:prstGeom prst="line">
            <a:avLst/>
          </a:prstGeom>
          <a:noFill/>
          <a:ln w="57150">
            <a:solidFill>
              <a:srgbClr val="CCECFF"/>
            </a:solidFill>
            <a:round/>
            <a:headEnd/>
            <a:tailEnd type="triangle" w="med" len="med"/>
          </a:ln>
          <a:effectLst/>
          <a:extLst/>
        </p:spPr>
        <p:txBody>
          <a:bodyPr anchor="ctr">
            <a:spAutoFit/>
          </a:bodyPr>
          <a:lstStyle/>
          <a:p>
            <a:pPr>
              <a:defRPr/>
            </a:pPr>
            <a:endParaRPr lang="fr-FR" sz="2400">
              <a:solidFill>
                <a:srgbClr val="FFFFFF"/>
              </a:solidFill>
              <a:cs typeface="+mn-cs"/>
            </a:endParaRPr>
          </a:p>
        </p:txBody>
      </p:sp>
      <p:sp>
        <p:nvSpPr>
          <p:cNvPr id="386081" name="Line 33"/>
          <p:cNvSpPr>
            <a:spLocks noChangeShapeType="1"/>
          </p:cNvSpPr>
          <p:nvPr>
            <p:custDataLst>
              <p:tags r:id="rId33"/>
            </p:custDataLst>
          </p:nvPr>
        </p:nvSpPr>
        <p:spPr bwMode="auto">
          <a:xfrm>
            <a:off x="5638800" y="3810000"/>
            <a:ext cx="762000" cy="762000"/>
          </a:xfrm>
          <a:prstGeom prst="line">
            <a:avLst/>
          </a:prstGeom>
          <a:noFill/>
          <a:ln w="57150">
            <a:solidFill>
              <a:srgbClr val="CCECFF"/>
            </a:solidFill>
            <a:round/>
            <a:headEnd/>
            <a:tailEnd type="triangle" w="med" len="med"/>
          </a:ln>
          <a:effectLst/>
          <a:extLst/>
        </p:spPr>
        <p:txBody>
          <a:bodyPr/>
          <a:lstStyle/>
          <a:p>
            <a:pPr>
              <a:defRPr/>
            </a:pPr>
            <a:endParaRPr lang="fr-FR" sz="2400">
              <a:solidFill>
                <a:srgbClr val="FFFFFF"/>
              </a:solidFill>
              <a:cs typeface="+mn-cs"/>
            </a:endParaRPr>
          </a:p>
        </p:txBody>
      </p:sp>
      <p:sp>
        <p:nvSpPr>
          <p:cNvPr id="386082" name="Line 34"/>
          <p:cNvSpPr>
            <a:spLocks noChangeShapeType="1"/>
          </p:cNvSpPr>
          <p:nvPr>
            <p:custDataLst>
              <p:tags r:id="rId34"/>
            </p:custDataLst>
          </p:nvPr>
        </p:nvSpPr>
        <p:spPr bwMode="auto">
          <a:xfrm flipH="1">
            <a:off x="2133600" y="3810000"/>
            <a:ext cx="762000" cy="762000"/>
          </a:xfrm>
          <a:prstGeom prst="line">
            <a:avLst/>
          </a:prstGeom>
          <a:noFill/>
          <a:ln w="57150">
            <a:solidFill>
              <a:srgbClr val="CCECFF"/>
            </a:solidFill>
            <a:round/>
            <a:headEnd/>
            <a:tailEnd type="triangle" w="med" len="med"/>
          </a:ln>
          <a:effectLst/>
          <a:extLst/>
        </p:spPr>
        <p:txBody>
          <a:bodyPr/>
          <a:lstStyle/>
          <a:p>
            <a:pPr>
              <a:defRPr/>
            </a:pPr>
            <a:endParaRPr lang="fr-FR" sz="2400">
              <a:solidFill>
                <a:srgbClr val="FFFFFF"/>
              </a:solidFill>
              <a:cs typeface="+mn-cs"/>
            </a:endParaRPr>
          </a:p>
        </p:txBody>
      </p:sp>
    </p:spTree>
    <p:custDataLst>
      <p:tags r:id="rId1"/>
    </p:custDataLst>
    <p:extLst>
      <p:ext uri="{BB962C8B-B14F-4D97-AF65-F5344CB8AC3E}">
        <p14:creationId xmlns:p14="http://schemas.microsoft.com/office/powerpoint/2010/main" val="18421921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386051"/>
                                        </p:tgtEl>
                                        <p:attrNameLst>
                                          <p:attrName>style.visibility</p:attrName>
                                        </p:attrNameLst>
                                      </p:cBhvr>
                                      <p:to>
                                        <p:strVal val="visible"/>
                                      </p:to>
                                    </p:set>
                                    <p:anim calcmode="lin" valueType="num">
                                      <p:cBhvr>
                                        <p:cTn id="7" dur="500" fill="hold"/>
                                        <p:tgtEl>
                                          <p:spTgt spid="386051"/>
                                        </p:tgtEl>
                                        <p:attrNameLst>
                                          <p:attrName>ppt_w</p:attrName>
                                        </p:attrNameLst>
                                      </p:cBhvr>
                                      <p:tavLst>
                                        <p:tav tm="0">
                                          <p:val>
                                            <p:fltVal val="0"/>
                                          </p:val>
                                        </p:tav>
                                        <p:tav tm="100000">
                                          <p:val>
                                            <p:strVal val="#ppt_w"/>
                                          </p:val>
                                        </p:tav>
                                      </p:tavLst>
                                    </p:anim>
                                    <p:anim calcmode="lin" valueType="num">
                                      <p:cBhvr>
                                        <p:cTn id="8" dur="500" fill="hold"/>
                                        <p:tgtEl>
                                          <p:spTgt spid="386051"/>
                                        </p:tgtEl>
                                        <p:attrNameLst>
                                          <p:attrName>ppt_h</p:attrName>
                                        </p:attrNameLst>
                                      </p:cBhvr>
                                      <p:tavLst>
                                        <p:tav tm="0">
                                          <p:val>
                                            <p:fltVal val="0"/>
                                          </p:val>
                                        </p:tav>
                                        <p:tav tm="100000">
                                          <p:val>
                                            <p:strVal val="#ppt_h"/>
                                          </p:val>
                                        </p:tav>
                                      </p:tavLst>
                                    </p:anim>
                                    <p:animEffect transition="in" filter="fade">
                                      <p:cBhvr>
                                        <p:cTn id="9" dur="500"/>
                                        <p:tgtEl>
                                          <p:spTgt spid="386051"/>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386054"/>
                                        </p:tgtEl>
                                        <p:attrNameLst>
                                          <p:attrName>style.visibility</p:attrName>
                                        </p:attrNameLst>
                                      </p:cBhvr>
                                      <p:to>
                                        <p:strVal val="visible"/>
                                      </p:to>
                                    </p:set>
                                    <p:anim calcmode="lin" valueType="num">
                                      <p:cBhvr>
                                        <p:cTn id="12" dur="500" fill="hold"/>
                                        <p:tgtEl>
                                          <p:spTgt spid="386054"/>
                                        </p:tgtEl>
                                        <p:attrNameLst>
                                          <p:attrName>ppt_w</p:attrName>
                                        </p:attrNameLst>
                                      </p:cBhvr>
                                      <p:tavLst>
                                        <p:tav tm="0">
                                          <p:val>
                                            <p:fltVal val="0"/>
                                          </p:val>
                                        </p:tav>
                                        <p:tav tm="100000">
                                          <p:val>
                                            <p:strVal val="#ppt_w"/>
                                          </p:val>
                                        </p:tav>
                                      </p:tavLst>
                                    </p:anim>
                                    <p:anim calcmode="lin" valueType="num">
                                      <p:cBhvr>
                                        <p:cTn id="13" dur="500" fill="hold"/>
                                        <p:tgtEl>
                                          <p:spTgt spid="386054"/>
                                        </p:tgtEl>
                                        <p:attrNameLst>
                                          <p:attrName>ppt_h</p:attrName>
                                        </p:attrNameLst>
                                      </p:cBhvr>
                                      <p:tavLst>
                                        <p:tav tm="0">
                                          <p:val>
                                            <p:fltVal val="0"/>
                                          </p:val>
                                        </p:tav>
                                        <p:tav tm="100000">
                                          <p:val>
                                            <p:strVal val="#ppt_h"/>
                                          </p:val>
                                        </p:tav>
                                      </p:tavLst>
                                    </p:anim>
                                    <p:animEffect transition="in" filter="fade">
                                      <p:cBhvr>
                                        <p:cTn id="14" dur="500"/>
                                        <p:tgtEl>
                                          <p:spTgt spid="386054"/>
                                        </p:tgtEl>
                                      </p:cBhvr>
                                    </p:animEffect>
                                  </p:childTnLst>
                                </p:cTn>
                              </p:par>
                              <p:par>
                                <p:cTn id="15" presetID="53" presetClass="entr" presetSubtype="0" fill="hold" grpId="0" nodeType="withEffect">
                                  <p:stCondLst>
                                    <p:cond delay="0"/>
                                  </p:stCondLst>
                                  <p:childTnLst>
                                    <p:set>
                                      <p:cBhvr>
                                        <p:cTn id="16" dur="1" fill="hold">
                                          <p:stCondLst>
                                            <p:cond delay="0"/>
                                          </p:stCondLst>
                                        </p:cTn>
                                        <p:tgtEl>
                                          <p:spTgt spid="386056"/>
                                        </p:tgtEl>
                                        <p:attrNameLst>
                                          <p:attrName>style.visibility</p:attrName>
                                        </p:attrNameLst>
                                      </p:cBhvr>
                                      <p:to>
                                        <p:strVal val="visible"/>
                                      </p:to>
                                    </p:set>
                                    <p:anim calcmode="lin" valueType="num">
                                      <p:cBhvr>
                                        <p:cTn id="17" dur="500" fill="hold"/>
                                        <p:tgtEl>
                                          <p:spTgt spid="386056"/>
                                        </p:tgtEl>
                                        <p:attrNameLst>
                                          <p:attrName>ppt_w</p:attrName>
                                        </p:attrNameLst>
                                      </p:cBhvr>
                                      <p:tavLst>
                                        <p:tav tm="0">
                                          <p:val>
                                            <p:fltVal val="0"/>
                                          </p:val>
                                        </p:tav>
                                        <p:tav tm="100000">
                                          <p:val>
                                            <p:strVal val="#ppt_w"/>
                                          </p:val>
                                        </p:tav>
                                      </p:tavLst>
                                    </p:anim>
                                    <p:anim calcmode="lin" valueType="num">
                                      <p:cBhvr>
                                        <p:cTn id="18" dur="500" fill="hold"/>
                                        <p:tgtEl>
                                          <p:spTgt spid="386056"/>
                                        </p:tgtEl>
                                        <p:attrNameLst>
                                          <p:attrName>ppt_h</p:attrName>
                                        </p:attrNameLst>
                                      </p:cBhvr>
                                      <p:tavLst>
                                        <p:tav tm="0">
                                          <p:val>
                                            <p:fltVal val="0"/>
                                          </p:val>
                                        </p:tav>
                                        <p:tav tm="100000">
                                          <p:val>
                                            <p:strVal val="#ppt_h"/>
                                          </p:val>
                                        </p:tav>
                                      </p:tavLst>
                                    </p:anim>
                                    <p:animEffect transition="in" filter="fade">
                                      <p:cBhvr>
                                        <p:cTn id="19" dur="500"/>
                                        <p:tgtEl>
                                          <p:spTgt spid="386056"/>
                                        </p:tgtEl>
                                      </p:cBhvr>
                                    </p:animEffect>
                                  </p:childTnLst>
                                </p:cTn>
                              </p:par>
                              <p:par>
                                <p:cTn id="20" presetID="53" presetClass="entr" presetSubtype="0" fill="hold" grpId="0" nodeType="withEffect">
                                  <p:stCondLst>
                                    <p:cond delay="0"/>
                                  </p:stCondLst>
                                  <p:childTnLst>
                                    <p:set>
                                      <p:cBhvr>
                                        <p:cTn id="21" dur="1" fill="hold">
                                          <p:stCondLst>
                                            <p:cond delay="0"/>
                                          </p:stCondLst>
                                        </p:cTn>
                                        <p:tgtEl>
                                          <p:spTgt spid="386057"/>
                                        </p:tgtEl>
                                        <p:attrNameLst>
                                          <p:attrName>style.visibility</p:attrName>
                                        </p:attrNameLst>
                                      </p:cBhvr>
                                      <p:to>
                                        <p:strVal val="visible"/>
                                      </p:to>
                                    </p:set>
                                    <p:anim calcmode="lin" valueType="num">
                                      <p:cBhvr>
                                        <p:cTn id="22" dur="500" fill="hold"/>
                                        <p:tgtEl>
                                          <p:spTgt spid="386057"/>
                                        </p:tgtEl>
                                        <p:attrNameLst>
                                          <p:attrName>ppt_w</p:attrName>
                                        </p:attrNameLst>
                                      </p:cBhvr>
                                      <p:tavLst>
                                        <p:tav tm="0">
                                          <p:val>
                                            <p:fltVal val="0"/>
                                          </p:val>
                                        </p:tav>
                                        <p:tav tm="100000">
                                          <p:val>
                                            <p:strVal val="#ppt_w"/>
                                          </p:val>
                                        </p:tav>
                                      </p:tavLst>
                                    </p:anim>
                                    <p:anim calcmode="lin" valueType="num">
                                      <p:cBhvr>
                                        <p:cTn id="23" dur="500" fill="hold"/>
                                        <p:tgtEl>
                                          <p:spTgt spid="386057"/>
                                        </p:tgtEl>
                                        <p:attrNameLst>
                                          <p:attrName>ppt_h</p:attrName>
                                        </p:attrNameLst>
                                      </p:cBhvr>
                                      <p:tavLst>
                                        <p:tav tm="0">
                                          <p:val>
                                            <p:fltVal val="0"/>
                                          </p:val>
                                        </p:tav>
                                        <p:tav tm="100000">
                                          <p:val>
                                            <p:strVal val="#ppt_h"/>
                                          </p:val>
                                        </p:tav>
                                      </p:tavLst>
                                    </p:anim>
                                    <p:animEffect transition="in" filter="fade">
                                      <p:cBhvr>
                                        <p:cTn id="24" dur="500"/>
                                        <p:tgtEl>
                                          <p:spTgt spid="386057"/>
                                        </p:tgtEl>
                                      </p:cBhvr>
                                    </p:animEffect>
                                  </p:childTnLst>
                                </p:cTn>
                              </p:par>
                              <p:par>
                                <p:cTn id="25" presetID="53" presetClass="entr" presetSubtype="0" fill="hold" grpId="0" nodeType="withEffect">
                                  <p:stCondLst>
                                    <p:cond delay="0"/>
                                  </p:stCondLst>
                                  <p:childTnLst>
                                    <p:set>
                                      <p:cBhvr>
                                        <p:cTn id="26" dur="1" fill="hold">
                                          <p:stCondLst>
                                            <p:cond delay="0"/>
                                          </p:stCondLst>
                                        </p:cTn>
                                        <p:tgtEl>
                                          <p:spTgt spid="386058"/>
                                        </p:tgtEl>
                                        <p:attrNameLst>
                                          <p:attrName>style.visibility</p:attrName>
                                        </p:attrNameLst>
                                      </p:cBhvr>
                                      <p:to>
                                        <p:strVal val="visible"/>
                                      </p:to>
                                    </p:set>
                                    <p:anim calcmode="lin" valueType="num">
                                      <p:cBhvr>
                                        <p:cTn id="27" dur="500" fill="hold"/>
                                        <p:tgtEl>
                                          <p:spTgt spid="386058"/>
                                        </p:tgtEl>
                                        <p:attrNameLst>
                                          <p:attrName>ppt_w</p:attrName>
                                        </p:attrNameLst>
                                      </p:cBhvr>
                                      <p:tavLst>
                                        <p:tav tm="0">
                                          <p:val>
                                            <p:fltVal val="0"/>
                                          </p:val>
                                        </p:tav>
                                        <p:tav tm="100000">
                                          <p:val>
                                            <p:strVal val="#ppt_w"/>
                                          </p:val>
                                        </p:tav>
                                      </p:tavLst>
                                    </p:anim>
                                    <p:anim calcmode="lin" valueType="num">
                                      <p:cBhvr>
                                        <p:cTn id="28" dur="500" fill="hold"/>
                                        <p:tgtEl>
                                          <p:spTgt spid="386058"/>
                                        </p:tgtEl>
                                        <p:attrNameLst>
                                          <p:attrName>ppt_h</p:attrName>
                                        </p:attrNameLst>
                                      </p:cBhvr>
                                      <p:tavLst>
                                        <p:tav tm="0">
                                          <p:val>
                                            <p:fltVal val="0"/>
                                          </p:val>
                                        </p:tav>
                                        <p:tav tm="100000">
                                          <p:val>
                                            <p:strVal val="#ppt_h"/>
                                          </p:val>
                                        </p:tav>
                                      </p:tavLst>
                                    </p:anim>
                                    <p:animEffect transition="in" filter="fade">
                                      <p:cBhvr>
                                        <p:cTn id="29" dur="500"/>
                                        <p:tgtEl>
                                          <p:spTgt spid="386058"/>
                                        </p:tgtEl>
                                      </p:cBhvr>
                                    </p:animEffect>
                                  </p:childTnLst>
                                </p:cTn>
                              </p:par>
                              <p:par>
                                <p:cTn id="30" presetID="53" presetClass="entr" presetSubtype="0" fill="hold" grpId="0" nodeType="withEffect">
                                  <p:stCondLst>
                                    <p:cond delay="0"/>
                                  </p:stCondLst>
                                  <p:childTnLst>
                                    <p:set>
                                      <p:cBhvr>
                                        <p:cTn id="31" dur="1" fill="hold">
                                          <p:stCondLst>
                                            <p:cond delay="0"/>
                                          </p:stCondLst>
                                        </p:cTn>
                                        <p:tgtEl>
                                          <p:spTgt spid="386059"/>
                                        </p:tgtEl>
                                        <p:attrNameLst>
                                          <p:attrName>style.visibility</p:attrName>
                                        </p:attrNameLst>
                                      </p:cBhvr>
                                      <p:to>
                                        <p:strVal val="visible"/>
                                      </p:to>
                                    </p:set>
                                    <p:anim calcmode="lin" valueType="num">
                                      <p:cBhvr>
                                        <p:cTn id="32" dur="500" fill="hold"/>
                                        <p:tgtEl>
                                          <p:spTgt spid="386059"/>
                                        </p:tgtEl>
                                        <p:attrNameLst>
                                          <p:attrName>ppt_w</p:attrName>
                                        </p:attrNameLst>
                                      </p:cBhvr>
                                      <p:tavLst>
                                        <p:tav tm="0">
                                          <p:val>
                                            <p:fltVal val="0"/>
                                          </p:val>
                                        </p:tav>
                                        <p:tav tm="100000">
                                          <p:val>
                                            <p:strVal val="#ppt_w"/>
                                          </p:val>
                                        </p:tav>
                                      </p:tavLst>
                                    </p:anim>
                                    <p:anim calcmode="lin" valueType="num">
                                      <p:cBhvr>
                                        <p:cTn id="33" dur="500" fill="hold"/>
                                        <p:tgtEl>
                                          <p:spTgt spid="386059"/>
                                        </p:tgtEl>
                                        <p:attrNameLst>
                                          <p:attrName>ppt_h</p:attrName>
                                        </p:attrNameLst>
                                      </p:cBhvr>
                                      <p:tavLst>
                                        <p:tav tm="0">
                                          <p:val>
                                            <p:fltVal val="0"/>
                                          </p:val>
                                        </p:tav>
                                        <p:tav tm="100000">
                                          <p:val>
                                            <p:strVal val="#ppt_h"/>
                                          </p:val>
                                        </p:tav>
                                      </p:tavLst>
                                    </p:anim>
                                    <p:animEffect transition="in" filter="fade">
                                      <p:cBhvr>
                                        <p:cTn id="34" dur="500"/>
                                        <p:tgtEl>
                                          <p:spTgt spid="386059"/>
                                        </p:tgtEl>
                                      </p:cBhvr>
                                    </p:animEffect>
                                  </p:childTnLst>
                                </p:cTn>
                              </p:par>
                              <p:par>
                                <p:cTn id="35" presetID="53" presetClass="entr" presetSubtype="0" fill="hold" grpId="0" nodeType="withEffect">
                                  <p:stCondLst>
                                    <p:cond delay="0"/>
                                  </p:stCondLst>
                                  <p:childTnLst>
                                    <p:set>
                                      <p:cBhvr>
                                        <p:cTn id="36" dur="1" fill="hold">
                                          <p:stCondLst>
                                            <p:cond delay="0"/>
                                          </p:stCondLst>
                                        </p:cTn>
                                        <p:tgtEl>
                                          <p:spTgt spid="386060"/>
                                        </p:tgtEl>
                                        <p:attrNameLst>
                                          <p:attrName>style.visibility</p:attrName>
                                        </p:attrNameLst>
                                      </p:cBhvr>
                                      <p:to>
                                        <p:strVal val="visible"/>
                                      </p:to>
                                    </p:set>
                                    <p:anim calcmode="lin" valueType="num">
                                      <p:cBhvr>
                                        <p:cTn id="37" dur="500" fill="hold"/>
                                        <p:tgtEl>
                                          <p:spTgt spid="386060"/>
                                        </p:tgtEl>
                                        <p:attrNameLst>
                                          <p:attrName>ppt_w</p:attrName>
                                        </p:attrNameLst>
                                      </p:cBhvr>
                                      <p:tavLst>
                                        <p:tav tm="0">
                                          <p:val>
                                            <p:fltVal val="0"/>
                                          </p:val>
                                        </p:tav>
                                        <p:tav tm="100000">
                                          <p:val>
                                            <p:strVal val="#ppt_w"/>
                                          </p:val>
                                        </p:tav>
                                      </p:tavLst>
                                    </p:anim>
                                    <p:anim calcmode="lin" valueType="num">
                                      <p:cBhvr>
                                        <p:cTn id="38" dur="500" fill="hold"/>
                                        <p:tgtEl>
                                          <p:spTgt spid="386060"/>
                                        </p:tgtEl>
                                        <p:attrNameLst>
                                          <p:attrName>ppt_h</p:attrName>
                                        </p:attrNameLst>
                                      </p:cBhvr>
                                      <p:tavLst>
                                        <p:tav tm="0">
                                          <p:val>
                                            <p:fltVal val="0"/>
                                          </p:val>
                                        </p:tav>
                                        <p:tav tm="100000">
                                          <p:val>
                                            <p:strVal val="#ppt_h"/>
                                          </p:val>
                                        </p:tav>
                                      </p:tavLst>
                                    </p:anim>
                                    <p:animEffect transition="in" filter="fade">
                                      <p:cBhvr>
                                        <p:cTn id="39" dur="500"/>
                                        <p:tgtEl>
                                          <p:spTgt spid="386060"/>
                                        </p:tgtEl>
                                      </p:cBhvr>
                                    </p:animEffect>
                                  </p:childTnLst>
                                </p:cTn>
                              </p:par>
                              <p:par>
                                <p:cTn id="40" presetID="53" presetClass="entr" presetSubtype="0" fill="hold" grpId="0" nodeType="withEffect">
                                  <p:stCondLst>
                                    <p:cond delay="0"/>
                                  </p:stCondLst>
                                  <p:childTnLst>
                                    <p:set>
                                      <p:cBhvr>
                                        <p:cTn id="41" dur="1" fill="hold">
                                          <p:stCondLst>
                                            <p:cond delay="0"/>
                                          </p:stCondLst>
                                        </p:cTn>
                                        <p:tgtEl>
                                          <p:spTgt spid="386061"/>
                                        </p:tgtEl>
                                        <p:attrNameLst>
                                          <p:attrName>style.visibility</p:attrName>
                                        </p:attrNameLst>
                                      </p:cBhvr>
                                      <p:to>
                                        <p:strVal val="visible"/>
                                      </p:to>
                                    </p:set>
                                    <p:anim calcmode="lin" valueType="num">
                                      <p:cBhvr>
                                        <p:cTn id="42" dur="500" fill="hold"/>
                                        <p:tgtEl>
                                          <p:spTgt spid="386061"/>
                                        </p:tgtEl>
                                        <p:attrNameLst>
                                          <p:attrName>ppt_w</p:attrName>
                                        </p:attrNameLst>
                                      </p:cBhvr>
                                      <p:tavLst>
                                        <p:tav tm="0">
                                          <p:val>
                                            <p:fltVal val="0"/>
                                          </p:val>
                                        </p:tav>
                                        <p:tav tm="100000">
                                          <p:val>
                                            <p:strVal val="#ppt_w"/>
                                          </p:val>
                                        </p:tav>
                                      </p:tavLst>
                                    </p:anim>
                                    <p:anim calcmode="lin" valueType="num">
                                      <p:cBhvr>
                                        <p:cTn id="43" dur="500" fill="hold"/>
                                        <p:tgtEl>
                                          <p:spTgt spid="386061"/>
                                        </p:tgtEl>
                                        <p:attrNameLst>
                                          <p:attrName>ppt_h</p:attrName>
                                        </p:attrNameLst>
                                      </p:cBhvr>
                                      <p:tavLst>
                                        <p:tav tm="0">
                                          <p:val>
                                            <p:fltVal val="0"/>
                                          </p:val>
                                        </p:tav>
                                        <p:tav tm="100000">
                                          <p:val>
                                            <p:strVal val="#ppt_h"/>
                                          </p:val>
                                        </p:tav>
                                      </p:tavLst>
                                    </p:anim>
                                    <p:animEffect transition="in" filter="fade">
                                      <p:cBhvr>
                                        <p:cTn id="44" dur="500"/>
                                        <p:tgtEl>
                                          <p:spTgt spid="386061"/>
                                        </p:tgtEl>
                                      </p:cBhvr>
                                    </p:animEffect>
                                  </p:childTnLst>
                                </p:cTn>
                              </p:par>
                              <p:par>
                                <p:cTn id="45" presetID="53" presetClass="entr" presetSubtype="0" fill="hold" nodeType="withEffect">
                                  <p:stCondLst>
                                    <p:cond delay="0"/>
                                  </p:stCondLst>
                                  <p:childTnLst>
                                    <p:set>
                                      <p:cBhvr>
                                        <p:cTn id="46" dur="1" fill="hold">
                                          <p:stCondLst>
                                            <p:cond delay="0"/>
                                          </p:stCondLst>
                                        </p:cTn>
                                        <p:tgtEl>
                                          <p:spTgt spid="386070"/>
                                        </p:tgtEl>
                                        <p:attrNameLst>
                                          <p:attrName>style.visibility</p:attrName>
                                        </p:attrNameLst>
                                      </p:cBhvr>
                                      <p:to>
                                        <p:strVal val="visible"/>
                                      </p:to>
                                    </p:set>
                                    <p:anim calcmode="lin" valueType="num">
                                      <p:cBhvr>
                                        <p:cTn id="47" dur="500" fill="hold"/>
                                        <p:tgtEl>
                                          <p:spTgt spid="386070"/>
                                        </p:tgtEl>
                                        <p:attrNameLst>
                                          <p:attrName>ppt_w</p:attrName>
                                        </p:attrNameLst>
                                      </p:cBhvr>
                                      <p:tavLst>
                                        <p:tav tm="0">
                                          <p:val>
                                            <p:fltVal val="0"/>
                                          </p:val>
                                        </p:tav>
                                        <p:tav tm="100000">
                                          <p:val>
                                            <p:strVal val="#ppt_w"/>
                                          </p:val>
                                        </p:tav>
                                      </p:tavLst>
                                    </p:anim>
                                    <p:anim calcmode="lin" valueType="num">
                                      <p:cBhvr>
                                        <p:cTn id="48" dur="500" fill="hold"/>
                                        <p:tgtEl>
                                          <p:spTgt spid="386070"/>
                                        </p:tgtEl>
                                        <p:attrNameLst>
                                          <p:attrName>ppt_h</p:attrName>
                                        </p:attrNameLst>
                                      </p:cBhvr>
                                      <p:tavLst>
                                        <p:tav tm="0">
                                          <p:val>
                                            <p:fltVal val="0"/>
                                          </p:val>
                                        </p:tav>
                                        <p:tav tm="100000">
                                          <p:val>
                                            <p:strVal val="#ppt_h"/>
                                          </p:val>
                                        </p:tav>
                                      </p:tavLst>
                                    </p:anim>
                                    <p:animEffect transition="in" filter="fade">
                                      <p:cBhvr>
                                        <p:cTn id="49" dur="500"/>
                                        <p:tgtEl>
                                          <p:spTgt spid="386070"/>
                                        </p:tgtEl>
                                      </p:cBhvr>
                                    </p:animEffect>
                                  </p:childTnLst>
                                </p:cTn>
                              </p:par>
                              <p:par>
                                <p:cTn id="50" presetID="53" presetClass="entr" presetSubtype="0" fill="hold" nodeType="withEffect">
                                  <p:stCondLst>
                                    <p:cond delay="0"/>
                                  </p:stCondLst>
                                  <p:childTnLst>
                                    <p:set>
                                      <p:cBhvr>
                                        <p:cTn id="51" dur="1" fill="hold">
                                          <p:stCondLst>
                                            <p:cond delay="0"/>
                                          </p:stCondLst>
                                        </p:cTn>
                                        <p:tgtEl>
                                          <p:spTgt spid="386071"/>
                                        </p:tgtEl>
                                        <p:attrNameLst>
                                          <p:attrName>style.visibility</p:attrName>
                                        </p:attrNameLst>
                                      </p:cBhvr>
                                      <p:to>
                                        <p:strVal val="visible"/>
                                      </p:to>
                                    </p:set>
                                    <p:anim calcmode="lin" valueType="num">
                                      <p:cBhvr>
                                        <p:cTn id="52" dur="500" fill="hold"/>
                                        <p:tgtEl>
                                          <p:spTgt spid="386071"/>
                                        </p:tgtEl>
                                        <p:attrNameLst>
                                          <p:attrName>ppt_w</p:attrName>
                                        </p:attrNameLst>
                                      </p:cBhvr>
                                      <p:tavLst>
                                        <p:tav tm="0">
                                          <p:val>
                                            <p:fltVal val="0"/>
                                          </p:val>
                                        </p:tav>
                                        <p:tav tm="100000">
                                          <p:val>
                                            <p:strVal val="#ppt_w"/>
                                          </p:val>
                                        </p:tav>
                                      </p:tavLst>
                                    </p:anim>
                                    <p:anim calcmode="lin" valueType="num">
                                      <p:cBhvr>
                                        <p:cTn id="53" dur="500" fill="hold"/>
                                        <p:tgtEl>
                                          <p:spTgt spid="386071"/>
                                        </p:tgtEl>
                                        <p:attrNameLst>
                                          <p:attrName>ppt_h</p:attrName>
                                        </p:attrNameLst>
                                      </p:cBhvr>
                                      <p:tavLst>
                                        <p:tav tm="0">
                                          <p:val>
                                            <p:fltVal val="0"/>
                                          </p:val>
                                        </p:tav>
                                        <p:tav tm="100000">
                                          <p:val>
                                            <p:strVal val="#ppt_h"/>
                                          </p:val>
                                        </p:tav>
                                      </p:tavLst>
                                    </p:anim>
                                    <p:animEffect transition="in" filter="fade">
                                      <p:cBhvr>
                                        <p:cTn id="54" dur="500"/>
                                        <p:tgtEl>
                                          <p:spTgt spid="386071"/>
                                        </p:tgtEl>
                                      </p:cBhvr>
                                    </p:animEffect>
                                  </p:childTnLst>
                                </p:cTn>
                              </p:par>
                              <p:par>
                                <p:cTn id="55" presetID="53" presetClass="entr" presetSubtype="0" fill="hold" nodeType="withEffect">
                                  <p:stCondLst>
                                    <p:cond delay="0"/>
                                  </p:stCondLst>
                                  <p:childTnLst>
                                    <p:set>
                                      <p:cBhvr>
                                        <p:cTn id="56" dur="1" fill="hold">
                                          <p:stCondLst>
                                            <p:cond delay="0"/>
                                          </p:stCondLst>
                                        </p:cTn>
                                        <p:tgtEl>
                                          <p:spTgt spid="386076"/>
                                        </p:tgtEl>
                                        <p:attrNameLst>
                                          <p:attrName>style.visibility</p:attrName>
                                        </p:attrNameLst>
                                      </p:cBhvr>
                                      <p:to>
                                        <p:strVal val="visible"/>
                                      </p:to>
                                    </p:set>
                                    <p:anim calcmode="lin" valueType="num">
                                      <p:cBhvr>
                                        <p:cTn id="57" dur="500" fill="hold"/>
                                        <p:tgtEl>
                                          <p:spTgt spid="386076"/>
                                        </p:tgtEl>
                                        <p:attrNameLst>
                                          <p:attrName>ppt_w</p:attrName>
                                        </p:attrNameLst>
                                      </p:cBhvr>
                                      <p:tavLst>
                                        <p:tav tm="0">
                                          <p:val>
                                            <p:fltVal val="0"/>
                                          </p:val>
                                        </p:tav>
                                        <p:tav tm="100000">
                                          <p:val>
                                            <p:strVal val="#ppt_w"/>
                                          </p:val>
                                        </p:tav>
                                      </p:tavLst>
                                    </p:anim>
                                    <p:anim calcmode="lin" valueType="num">
                                      <p:cBhvr>
                                        <p:cTn id="58" dur="500" fill="hold"/>
                                        <p:tgtEl>
                                          <p:spTgt spid="386076"/>
                                        </p:tgtEl>
                                        <p:attrNameLst>
                                          <p:attrName>ppt_h</p:attrName>
                                        </p:attrNameLst>
                                      </p:cBhvr>
                                      <p:tavLst>
                                        <p:tav tm="0">
                                          <p:val>
                                            <p:fltVal val="0"/>
                                          </p:val>
                                        </p:tav>
                                        <p:tav tm="100000">
                                          <p:val>
                                            <p:strVal val="#ppt_h"/>
                                          </p:val>
                                        </p:tav>
                                      </p:tavLst>
                                    </p:anim>
                                    <p:animEffect transition="in" filter="fade">
                                      <p:cBhvr>
                                        <p:cTn id="59" dur="500"/>
                                        <p:tgtEl>
                                          <p:spTgt spid="386076"/>
                                        </p:tgtEl>
                                      </p:cBhvr>
                                    </p:animEffect>
                                  </p:childTnLst>
                                </p:cTn>
                              </p:par>
                              <p:par>
                                <p:cTn id="60" presetID="53" presetClass="entr" presetSubtype="0" fill="hold" nodeType="withEffect">
                                  <p:stCondLst>
                                    <p:cond delay="0"/>
                                  </p:stCondLst>
                                  <p:childTnLst>
                                    <p:set>
                                      <p:cBhvr>
                                        <p:cTn id="61" dur="1" fill="hold">
                                          <p:stCondLst>
                                            <p:cond delay="0"/>
                                          </p:stCondLst>
                                        </p:cTn>
                                        <p:tgtEl>
                                          <p:spTgt spid="386077"/>
                                        </p:tgtEl>
                                        <p:attrNameLst>
                                          <p:attrName>style.visibility</p:attrName>
                                        </p:attrNameLst>
                                      </p:cBhvr>
                                      <p:to>
                                        <p:strVal val="visible"/>
                                      </p:to>
                                    </p:set>
                                    <p:anim calcmode="lin" valueType="num">
                                      <p:cBhvr>
                                        <p:cTn id="62" dur="500" fill="hold"/>
                                        <p:tgtEl>
                                          <p:spTgt spid="386077"/>
                                        </p:tgtEl>
                                        <p:attrNameLst>
                                          <p:attrName>ppt_w</p:attrName>
                                        </p:attrNameLst>
                                      </p:cBhvr>
                                      <p:tavLst>
                                        <p:tav tm="0">
                                          <p:val>
                                            <p:fltVal val="0"/>
                                          </p:val>
                                        </p:tav>
                                        <p:tav tm="100000">
                                          <p:val>
                                            <p:strVal val="#ppt_w"/>
                                          </p:val>
                                        </p:tav>
                                      </p:tavLst>
                                    </p:anim>
                                    <p:anim calcmode="lin" valueType="num">
                                      <p:cBhvr>
                                        <p:cTn id="63" dur="500" fill="hold"/>
                                        <p:tgtEl>
                                          <p:spTgt spid="386077"/>
                                        </p:tgtEl>
                                        <p:attrNameLst>
                                          <p:attrName>ppt_h</p:attrName>
                                        </p:attrNameLst>
                                      </p:cBhvr>
                                      <p:tavLst>
                                        <p:tav tm="0">
                                          <p:val>
                                            <p:fltVal val="0"/>
                                          </p:val>
                                        </p:tav>
                                        <p:tav tm="100000">
                                          <p:val>
                                            <p:strVal val="#ppt_h"/>
                                          </p:val>
                                        </p:tav>
                                      </p:tavLst>
                                    </p:anim>
                                    <p:animEffect transition="in" filter="fade">
                                      <p:cBhvr>
                                        <p:cTn id="64" dur="500"/>
                                        <p:tgtEl>
                                          <p:spTgt spid="386077"/>
                                        </p:tgtEl>
                                      </p:cBhvr>
                                    </p:animEffect>
                                  </p:childTnLst>
                                </p:cTn>
                              </p:par>
                              <p:par>
                                <p:cTn id="65" presetID="53" presetClass="entr" presetSubtype="0" fill="hold" nodeType="withEffect">
                                  <p:stCondLst>
                                    <p:cond delay="0"/>
                                  </p:stCondLst>
                                  <p:childTnLst>
                                    <p:set>
                                      <p:cBhvr>
                                        <p:cTn id="66" dur="1" fill="hold">
                                          <p:stCondLst>
                                            <p:cond delay="0"/>
                                          </p:stCondLst>
                                        </p:cTn>
                                        <p:tgtEl>
                                          <p:spTgt spid="386078"/>
                                        </p:tgtEl>
                                        <p:attrNameLst>
                                          <p:attrName>style.visibility</p:attrName>
                                        </p:attrNameLst>
                                      </p:cBhvr>
                                      <p:to>
                                        <p:strVal val="visible"/>
                                      </p:to>
                                    </p:set>
                                    <p:anim calcmode="lin" valueType="num">
                                      <p:cBhvr>
                                        <p:cTn id="67" dur="500" fill="hold"/>
                                        <p:tgtEl>
                                          <p:spTgt spid="386078"/>
                                        </p:tgtEl>
                                        <p:attrNameLst>
                                          <p:attrName>ppt_w</p:attrName>
                                        </p:attrNameLst>
                                      </p:cBhvr>
                                      <p:tavLst>
                                        <p:tav tm="0">
                                          <p:val>
                                            <p:fltVal val="0"/>
                                          </p:val>
                                        </p:tav>
                                        <p:tav tm="100000">
                                          <p:val>
                                            <p:strVal val="#ppt_w"/>
                                          </p:val>
                                        </p:tav>
                                      </p:tavLst>
                                    </p:anim>
                                    <p:anim calcmode="lin" valueType="num">
                                      <p:cBhvr>
                                        <p:cTn id="68" dur="500" fill="hold"/>
                                        <p:tgtEl>
                                          <p:spTgt spid="386078"/>
                                        </p:tgtEl>
                                        <p:attrNameLst>
                                          <p:attrName>ppt_h</p:attrName>
                                        </p:attrNameLst>
                                      </p:cBhvr>
                                      <p:tavLst>
                                        <p:tav tm="0">
                                          <p:val>
                                            <p:fltVal val="0"/>
                                          </p:val>
                                        </p:tav>
                                        <p:tav tm="100000">
                                          <p:val>
                                            <p:strVal val="#ppt_h"/>
                                          </p:val>
                                        </p:tav>
                                      </p:tavLst>
                                    </p:anim>
                                    <p:animEffect transition="in" filter="fade">
                                      <p:cBhvr>
                                        <p:cTn id="69" dur="500"/>
                                        <p:tgtEl>
                                          <p:spTgt spid="386078"/>
                                        </p:tgtEl>
                                      </p:cBhvr>
                                    </p:animEffect>
                                  </p:childTnLst>
                                </p:cTn>
                              </p:par>
                              <p:par>
                                <p:cTn id="70" presetID="53" presetClass="entr" presetSubtype="0" fill="hold" nodeType="withEffect">
                                  <p:stCondLst>
                                    <p:cond delay="0"/>
                                  </p:stCondLst>
                                  <p:childTnLst>
                                    <p:set>
                                      <p:cBhvr>
                                        <p:cTn id="71" dur="1" fill="hold">
                                          <p:stCondLst>
                                            <p:cond delay="0"/>
                                          </p:stCondLst>
                                        </p:cTn>
                                        <p:tgtEl>
                                          <p:spTgt spid="386079"/>
                                        </p:tgtEl>
                                        <p:attrNameLst>
                                          <p:attrName>style.visibility</p:attrName>
                                        </p:attrNameLst>
                                      </p:cBhvr>
                                      <p:to>
                                        <p:strVal val="visible"/>
                                      </p:to>
                                    </p:set>
                                    <p:anim calcmode="lin" valueType="num">
                                      <p:cBhvr>
                                        <p:cTn id="72" dur="500" fill="hold"/>
                                        <p:tgtEl>
                                          <p:spTgt spid="386079"/>
                                        </p:tgtEl>
                                        <p:attrNameLst>
                                          <p:attrName>ppt_w</p:attrName>
                                        </p:attrNameLst>
                                      </p:cBhvr>
                                      <p:tavLst>
                                        <p:tav tm="0">
                                          <p:val>
                                            <p:fltVal val="0"/>
                                          </p:val>
                                        </p:tav>
                                        <p:tav tm="100000">
                                          <p:val>
                                            <p:strVal val="#ppt_w"/>
                                          </p:val>
                                        </p:tav>
                                      </p:tavLst>
                                    </p:anim>
                                    <p:anim calcmode="lin" valueType="num">
                                      <p:cBhvr>
                                        <p:cTn id="73" dur="500" fill="hold"/>
                                        <p:tgtEl>
                                          <p:spTgt spid="386079"/>
                                        </p:tgtEl>
                                        <p:attrNameLst>
                                          <p:attrName>ppt_h</p:attrName>
                                        </p:attrNameLst>
                                      </p:cBhvr>
                                      <p:tavLst>
                                        <p:tav tm="0">
                                          <p:val>
                                            <p:fltVal val="0"/>
                                          </p:val>
                                        </p:tav>
                                        <p:tav tm="100000">
                                          <p:val>
                                            <p:strVal val="#ppt_h"/>
                                          </p:val>
                                        </p:tav>
                                      </p:tavLst>
                                    </p:anim>
                                    <p:animEffect transition="in" filter="fade">
                                      <p:cBhvr>
                                        <p:cTn id="74" dur="500"/>
                                        <p:tgtEl>
                                          <p:spTgt spid="386079"/>
                                        </p:tgtEl>
                                      </p:cBhvr>
                                    </p:animEffect>
                                  </p:childTnLst>
                                </p:cTn>
                              </p:par>
                              <p:par>
                                <p:cTn id="75" presetID="53" presetClass="entr" presetSubtype="0" fill="hold" nodeType="withEffect">
                                  <p:stCondLst>
                                    <p:cond delay="0"/>
                                  </p:stCondLst>
                                  <p:childTnLst>
                                    <p:set>
                                      <p:cBhvr>
                                        <p:cTn id="76" dur="1" fill="hold">
                                          <p:stCondLst>
                                            <p:cond delay="0"/>
                                          </p:stCondLst>
                                        </p:cTn>
                                        <p:tgtEl>
                                          <p:spTgt spid="386080"/>
                                        </p:tgtEl>
                                        <p:attrNameLst>
                                          <p:attrName>style.visibility</p:attrName>
                                        </p:attrNameLst>
                                      </p:cBhvr>
                                      <p:to>
                                        <p:strVal val="visible"/>
                                      </p:to>
                                    </p:set>
                                    <p:anim calcmode="lin" valueType="num">
                                      <p:cBhvr>
                                        <p:cTn id="77" dur="500" fill="hold"/>
                                        <p:tgtEl>
                                          <p:spTgt spid="386080"/>
                                        </p:tgtEl>
                                        <p:attrNameLst>
                                          <p:attrName>ppt_w</p:attrName>
                                        </p:attrNameLst>
                                      </p:cBhvr>
                                      <p:tavLst>
                                        <p:tav tm="0">
                                          <p:val>
                                            <p:fltVal val="0"/>
                                          </p:val>
                                        </p:tav>
                                        <p:tav tm="100000">
                                          <p:val>
                                            <p:strVal val="#ppt_w"/>
                                          </p:val>
                                        </p:tav>
                                      </p:tavLst>
                                    </p:anim>
                                    <p:anim calcmode="lin" valueType="num">
                                      <p:cBhvr>
                                        <p:cTn id="78" dur="500" fill="hold"/>
                                        <p:tgtEl>
                                          <p:spTgt spid="386080"/>
                                        </p:tgtEl>
                                        <p:attrNameLst>
                                          <p:attrName>ppt_h</p:attrName>
                                        </p:attrNameLst>
                                      </p:cBhvr>
                                      <p:tavLst>
                                        <p:tav tm="0">
                                          <p:val>
                                            <p:fltVal val="0"/>
                                          </p:val>
                                        </p:tav>
                                        <p:tav tm="100000">
                                          <p:val>
                                            <p:strVal val="#ppt_h"/>
                                          </p:val>
                                        </p:tav>
                                      </p:tavLst>
                                    </p:anim>
                                    <p:animEffect transition="in" filter="fade">
                                      <p:cBhvr>
                                        <p:cTn id="79" dur="500"/>
                                        <p:tgtEl>
                                          <p:spTgt spid="386080"/>
                                        </p:tgtEl>
                                      </p:cBhvr>
                                    </p:animEffect>
                                  </p:childTnLst>
                                </p:cTn>
                              </p:par>
                              <p:par>
                                <p:cTn id="80" presetID="53" presetClass="entr" presetSubtype="0" fill="hold" nodeType="withEffect">
                                  <p:stCondLst>
                                    <p:cond delay="0"/>
                                  </p:stCondLst>
                                  <p:childTnLst>
                                    <p:set>
                                      <p:cBhvr>
                                        <p:cTn id="81" dur="1" fill="hold">
                                          <p:stCondLst>
                                            <p:cond delay="0"/>
                                          </p:stCondLst>
                                        </p:cTn>
                                        <p:tgtEl>
                                          <p:spTgt spid="386081"/>
                                        </p:tgtEl>
                                        <p:attrNameLst>
                                          <p:attrName>style.visibility</p:attrName>
                                        </p:attrNameLst>
                                      </p:cBhvr>
                                      <p:to>
                                        <p:strVal val="visible"/>
                                      </p:to>
                                    </p:set>
                                    <p:anim calcmode="lin" valueType="num">
                                      <p:cBhvr>
                                        <p:cTn id="82" dur="500" fill="hold"/>
                                        <p:tgtEl>
                                          <p:spTgt spid="386081"/>
                                        </p:tgtEl>
                                        <p:attrNameLst>
                                          <p:attrName>ppt_w</p:attrName>
                                        </p:attrNameLst>
                                      </p:cBhvr>
                                      <p:tavLst>
                                        <p:tav tm="0">
                                          <p:val>
                                            <p:fltVal val="0"/>
                                          </p:val>
                                        </p:tav>
                                        <p:tav tm="100000">
                                          <p:val>
                                            <p:strVal val="#ppt_w"/>
                                          </p:val>
                                        </p:tav>
                                      </p:tavLst>
                                    </p:anim>
                                    <p:anim calcmode="lin" valueType="num">
                                      <p:cBhvr>
                                        <p:cTn id="83" dur="500" fill="hold"/>
                                        <p:tgtEl>
                                          <p:spTgt spid="386081"/>
                                        </p:tgtEl>
                                        <p:attrNameLst>
                                          <p:attrName>ppt_h</p:attrName>
                                        </p:attrNameLst>
                                      </p:cBhvr>
                                      <p:tavLst>
                                        <p:tav tm="0">
                                          <p:val>
                                            <p:fltVal val="0"/>
                                          </p:val>
                                        </p:tav>
                                        <p:tav tm="100000">
                                          <p:val>
                                            <p:strVal val="#ppt_h"/>
                                          </p:val>
                                        </p:tav>
                                      </p:tavLst>
                                    </p:anim>
                                    <p:animEffect transition="in" filter="fade">
                                      <p:cBhvr>
                                        <p:cTn id="84" dur="500"/>
                                        <p:tgtEl>
                                          <p:spTgt spid="386081"/>
                                        </p:tgtEl>
                                      </p:cBhvr>
                                    </p:animEffect>
                                  </p:childTnLst>
                                </p:cTn>
                              </p:par>
                              <p:par>
                                <p:cTn id="85" presetID="53" presetClass="entr" presetSubtype="0" fill="hold" nodeType="withEffect">
                                  <p:stCondLst>
                                    <p:cond delay="0"/>
                                  </p:stCondLst>
                                  <p:childTnLst>
                                    <p:set>
                                      <p:cBhvr>
                                        <p:cTn id="86" dur="1" fill="hold">
                                          <p:stCondLst>
                                            <p:cond delay="0"/>
                                          </p:stCondLst>
                                        </p:cTn>
                                        <p:tgtEl>
                                          <p:spTgt spid="386082"/>
                                        </p:tgtEl>
                                        <p:attrNameLst>
                                          <p:attrName>style.visibility</p:attrName>
                                        </p:attrNameLst>
                                      </p:cBhvr>
                                      <p:to>
                                        <p:strVal val="visible"/>
                                      </p:to>
                                    </p:set>
                                    <p:anim calcmode="lin" valueType="num">
                                      <p:cBhvr>
                                        <p:cTn id="87" dur="500" fill="hold"/>
                                        <p:tgtEl>
                                          <p:spTgt spid="386082"/>
                                        </p:tgtEl>
                                        <p:attrNameLst>
                                          <p:attrName>ppt_w</p:attrName>
                                        </p:attrNameLst>
                                      </p:cBhvr>
                                      <p:tavLst>
                                        <p:tav tm="0">
                                          <p:val>
                                            <p:fltVal val="0"/>
                                          </p:val>
                                        </p:tav>
                                        <p:tav tm="100000">
                                          <p:val>
                                            <p:strVal val="#ppt_w"/>
                                          </p:val>
                                        </p:tav>
                                      </p:tavLst>
                                    </p:anim>
                                    <p:anim calcmode="lin" valueType="num">
                                      <p:cBhvr>
                                        <p:cTn id="88" dur="500" fill="hold"/>
                                        <p:tgtEl>
                                          <p:spTgt spid="386082"/>
                                        </p:tgtEl>
                                        <p:attrNameLst>
                                          <p:attrName>ppt_h</p:attrName>
                                        </p:attrNameLst>
                                      </p:cBhvr>
                                      <p:tavLst>
                                        <p:tav tm="0">
                                          <p:val>
                                            <p:fltVal val="0"/>
                                          </p:val>
                                        </p:tav>
                                        <p:tav tm="100000">
                                          <p:val>
                                            <p:strVal val="#ppt_h"/>
                                          </p:val>
                                        </p:tav>
                                      </p:tavLst>
                                    </p:anim>
                                    <p:animEffect transition="in" filter="fade">
                                      <p:cBhvr>
                                        <p:cTn id="89" dur="500"/>
                                        <p:tgtEl>
                                          <p:spTgt spid="386082"/>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53" presetClass="entr" presetSubtype="0" fill="hold" grpId="0" nodeType="clickEffect">
                                  <p:stCondLst>
                                    <p:cond delay="0"/>
                                  </p:stCondLst>
                                  <p:childTnLst>
                                    <p:set>
                                      <p:cBhvr>
                                        <p:cTn id="93" dur="1" fill="hold">
                                          <p:stCondLst>
                                            <p:cond delay="0"/>
                                          </p:stCondLst>
                                        </p:cTn>
                                        <p:tgtEl>
                                          <p:spTgt spid="386066"/>
                                        </p:tgtEl>
                                        <p:attrNameLst>
                                          <p:attrName>style.visibility</p:attrName>
                                        </p:attrNameLst>
                                      </p:cBhvr>
                                      <p:to>
                                        <p:strVal val="visible"/>
                                      </p:to>
                                    </p:set>
                                    <p:anim calcmode="lin" valueType="num">
                                      <p:cBhvr>
                                        <p:cTn id="94" dur="500" fill="hold"/>
                                        <p:tgtEl>
                                          <p:spTgt spid="386066"/>
                                        </p:tgtEl>
                                        <p:attrNameLst>
                                          <p:attrName>ppt_w</p:attrName>
                                        </p:attrNameLst>
                                      </p:cBhvr>
                                      <p:tavLst>
                                        <p:tav tm="0">
                                          <p:val>
                                            <p:fltVal val="0"/>
                                          </p:val>
                                        </p:tav>
                                        <p:tav tm="100000">
                                          <p:val>
                                            <p:strVal val="#ppt_w"/>
                                          </p:val>
                                        </p:tav>
                                      </p:tavLst>
                                    </p:anim>
                                    <p:anim calcmode="lin" valueType="num">
                                      <p:cBhvr>
                                        <p:cTn id="95" dur="500" fill="hold"/>
                                        <p:tgtEl>
                                          <p:spTgt spid="386066"/>
                                        </p:tgtEl>
                                        <p:attrNameLst>
                                          <p:attrName>ppt_h</p:attrName>
                                        </p:attrNameLst>
                                      </p:cBhvr>
                                      <p:tavLst>
                                        <p:tav tm="0">
                                          <p:val>
                                            <p:fltVal val="0"/>
                                          </p:val>
                                        </p:tav>
                                        <p:tav tm="100000">
                                          <p:val>
                                            <p:strVal val="#ppt_h"/>
                                          </p:val>
                                        </p:tav>
                                      </p:tavLst>
                                    </p:anim>
                                    <p:animEffect transition="in" filter="fade">
                                      <p:cBhvr>
                                        <p:cTn id="96" dur="500"/>
                                        <p:tgtEl>
                                          <p:spTgt spid="386066"/>
                                        </p:tgtEl>
                                      </p:cBhvr>
                                    </p:animEffect>
                                  </p:childTnLst>
                                </p:cTn>
                              </p:par>
                              <p:par>
                                <p:cTn id="97" presetID="53" presetClass="entr" presetSubtype="0" fill="hold" grpId="0" nodeType="withEffect">
                                  <p:stCondLst>
                                    <p:cond delay="0"/>
                                  </p:stCondLst>
                                  <p:childTnLst>
                                    <p:set>
                                      <p:cBhvr>
                                        <p:cTn id="98" dur="1" fill="hold">
                                          <p:stCondLst>
                                            <p:cond delay="0"/>
                                          </p:stCondLst>
                                        </p:cTn>
                                        <p:tgtEl>
                                          <p:spTgt spid="386067"/>
                                        </p:tgtEl>
                                        <p:attrNameLst>
                                          <p:attrName>style.visibility</p:attrName>
                                        </p:attrNameLst>
                                      </p:cBhvr>
                                      <p:to>
                                        <p:strVal val="visible"/>
                                      </p:to>
                                    </p:set>
                                    <p:anim calcmode="lin" valueType="num">
                                      <p:cBhvr>
                                        <p:cTn id="99" dur="500" fill="hold"/>
                                        <p:tgtEl>
                                          <p:spTgt spid="386067"/>
                                        </p:tgtEl>
                                        <p:attrNameLst>
                                          <p:attrName>ppt_w</p:attrName>
                                        </p:attrNameLst>
                                      </p:cBhvr>
                                      <p:tavLst>
                                        <p:tav tm="0">
                                          <p:val>
                                            <p:fltVal val="0"/>
                                          </p:val>
                                        </p:tav>
                                        <p:tav tm="100000">
                                          <p:val>
                                            <p:strVal val="#ppt_w"/>
                                          </p:val>
                                        </p:tav>
                                      </p:tavLst>
                                    </p:anim>
                                    <p:anim calcmode="lin" valueType="num">
                                      <p:cBhvr>
                                        <p:cTn id="100" dur="500" fill="hold"/>
                                        <p:tgtEl>
                                          <p:spTgt spid="386067"/>
                                        </p:tgtEl>
                                        <p:attrNameLst>
                                          <p:attrName>ppt_h</p:attrName>
                                        </p:attrNameLst>
                                      </p:cBhvr>
                                      <p:tavLst>
                                        <p:tav tm="0">
                                          <p:val>
                                            <p:fltVal val="0"/>
                                          </p:val>
                                        </p:tav>
                                        <p:tav tm="100000">
                                          <p:val>
                                            <p:strVal val="#ppt_h"/>
                                          </p:val>
                                        </p:tav>
                                      </p:tavLst>
                                    </p:anim>
                                    <p:animEffect transition="in" filter="fade">
                                      <p:cBhvr>
                                        <p:cTn id="101" dur="500"/>
                                        <p:tgtEl>
                                          <p:spTgt spid="3860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1" grpId="0"/>
      <p:bldP spid="386054" grpId="0" animBg="1"/>
      <p:bldP spid="386056" grpId="0" animBg="1"/>
      <p:bldP spid="386057" grpId="0" animBg="1"/>
      <p:bldP spid="386058" grpId="0" animBg="1"/>
      <p:bldP spid="386059" grpId="0" animBg="1"/>
      <p:bldP spid="386060" grpId="0" animBg="1"/>
      <p:bldP spid="386061" grpId="0" animBg="1"/>
      <p:bldP spid="386066" grpId="0" animBg="1"/>
      <p:bldP spid="38606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ext Box 11"/>
          <p:cNvSpPr txBox="1">
            <a:spLocks noChangeArrowheads="1"/>
          </p:cNvSpPr>
          <p:nvPr>
            <p:custDataLst>
              <p:tags r:id="rId2"/>
            </p:custDataLst>
          </p:nvPr>
        </p:nvSpPr>
        <p:spPr bwMode="auto">
          <a:xfrm>
            <a:off x="1619250" y="404813"/>
            <a:ext cx="5949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GB" sz="3600" dirty="0">
                <a:solidFill>
                  <a:srgbClr val="0066FF"/>
                </a:solidFill>
              </a:rPr>
              <a:t>EPIC-Soft: Overall structure </a:t>
            </a:r>
          </a:p>
        </p:txBody>
      </p:sp>
      <p:sp>
        <p:nvSpPr>
          <p:cNvPr id="513045" name="Text Box 6"/>
          <p:cNvSpPr txBox="1">
            <a:spLocks noChangeArrowheads="1"/>
          </p:cNvSpPr>
          <p:nvPr>
            <p:custDataLst>
              <p:tags r:id="rId3"/>
            </p:custDataLst>
          </p:nvPr>
        </p:nvSpPr>
        <p:spPr bwMode="auto">
          <a:xfrm>
            <a:off x="3175000" y="5734050"/>
            <a:ext cx="3182938" cy="457200"/>
          </a:xfrm>
          <a:prstGeom prst="rect">
            <a:avLst/>
          </a:prstGeom>
          <a:solidFill>
            <a:schemeClr val="bg1"/>
          </a:solidFill>
          <a:ln>
            <a:noFill/>
          </a:ln>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defRPr/>
            </a:pPr>
            <a:r>
              <a:rPr lang="en-US" sz="2400" b="1" smtClean="0">
                <a:solidFill>
                  <a:srgbClr val="000000"/>
                </a:solidFill>
                <a:ea typeface="MS PGothic" pitchFamily="34" charset="-128"/>
                <a:cs typeface="Times New Roman" pitchFamily="18" charset="0"/>
              </a:rPr>
              <a:t>Dietary supplements</a:t>
            </a:r>
          </a:p>
        </p:txBody>
      </p:sp>
      <p:sp>
        <p:nvSpPr>
          <p:cNvPr id="513046" name="Text Box 5"/>
          <p:cNvSpPr txBox="1">
            <a:spLocks noChangeArrowheads="1"/>
          </p:cNvSpPr>
          <p:nvPr>
            <p:custDataLst>
              <p:tags r:id="rId4"/>
            </p:custDataLst>
          </p:nvPr>
        </p:nvSpPr>
        <p:spPr bwMode="auto">
          <a:xfrm>
            <a:off x="3276600" y="4672013"/>
            <a:ext cx="2981325" cy="457200"/>
          </a:xfrm>
          <a:prstGeom prst="rect">
            <a:avLst/>
          </a:prstGeom>
          <a:solidFill>
            <a:schemeClr val="bg1"/>
          </a:solidFill>
          <a:ln>
            <a:noFill/>
          </a:ln>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defRPr/>
            </a:pPr>
            <a:r>
              <a:rPr lang="en-US" sz="2400" b="1" smtClean="0">
                <a:solidFill>
                  <a:srgbClr val="000000"/>
                </a:solidFill>
                <a:ea typeface="MS PGothic" pitchFamily="34" charset="-128"/>
                <a:cs typeface="Times New Roman" pitchFamily="18" charset="0"/>
              </a:rPr>
              <a:t>Overall controls</a:t>
            </a:r>
          </a:p>
        </p:txBody>
      </p:sp>
      <p:sp>
        <p:nvSpPr>
          <p:cNvPr id="513047" name="Text Box 4"/>
          <p:cNvSpPr txBox="1">
            <a:spLocks noChangeArrowheads="1"/>
          </p:cNvSpPr>
          <p:nvPr>
            <p:custDataLst>
              <p:tags r:id="rId5"/>
            </p:custDataLst>
          </p:nvPr>
        </p:nvSpPr>
        <p:spPr bwMode="auto">
          <a:xfrm>
            <a:off x="1562100" y="3573463"/>
            <a:ext cx="6462713" cy="457200"/>
          </a:xfrm>
          <a:prstGeom prst="rect">
            <a:avLst/>
          </a:prstGeom>
          <a:solidFill>
            <a:schemeClr val="bg1"/>
          </a:solidFill>
          <a:ln>
            <a:noFill/>
          </a:ln>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defRPr/>
            </a:pPr>
            <a:r>
              <a:rPr lang="fr-BE" sz="2400" b="1" smtClean="0">
                <a:solidFill>
                  <a:srgbClr val="000000"/>
                </a:solidFill>
                <a:ea typeface="MS PGothic" pitchFamily="34" charset="-128"/>
                <a:cs typeface="Times New Roman" pitchFamily="18" charset="0"/>
              </a:rPr>
              <a:t>Search, Description, Quantification, Probes</a:t>
            </a:r>
            <a:endParaRPr lang="en-US" sz="2400" b="1" smtClean="0">
              <a:solidFill>
                <a:srgbClr val="000000"/>
              </a:solidFill>
              <a:ea typeface="MS PGothic" pitchFamily="34" charset="-128"/>
              <a:cs typeface="Times New Roman" pitchFamily="18" charset="0"/>
            </a:endParaRPr>
          </a:p>
        </p:txBody>
      </p:sp>
      <p:sp>
        <p:nvSpPr>
          <p:cNvPr id="513049" name="Text Box 4"/>
          <p:cNvSpPr txBox="1">
            <a:spLocks noChangeArrowheads="1"/>
          </p:cNvSpPr>
          <p:nvPr>
            <p:custDataLst>
              <p:tags r:id="rId6"/>
            </p:custDataLst>
          </p:nvPr>
        </p:nvSpPr>
        <p:spPr bwMode="auto">
          <a:xfrm>
            <a:off x="3649663" y="2565400"/>
            <a:ext cx="2263775" cy="457200"/>
          </a:xfrm>
          <a:prstGeom prst="rect">
            <a:avLst/>
          </a:prstGeom>
          <a:solidFill>
            <a:schemeClr val="bg1"/>
          </a:solidFill>
          <a:ln>
            <a:noFill/>
          </a:ln>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defRPr/>
            </a:pPr>
            <a:r>
              <a:rPr lang="fr-BE" sz="2400" b="1" smtClean="0">
                <a:solidFill>
                  <a:srgbClr val="000000"/>
                </a:solidFill>
                <a:ea typeface="MS PGothic" pitchFamily="34" charset="-128"/>
                <a:cs typeface="Times New Roman" pitchFamily="18" charset="0"/>
              </a:rPr>
              <a:t>Quick list (QL)</a:t>
            </a:r>
            <a:endParaRPr lang="en-US" sz="2400" b="1" smtClean="0">
              <a:solidFill>
                <a:srgbClr val="000000"/>
              </a:solidFill>
              <a:ea typeface="MS PGothic" pitchFamily="34" charset="-128"/>
              <a:cs typeface="Times New Roman" pitchFamily="18" charset="0"/>
            </a:endParaRPr>
          </a:p>
        </p:txBody>
      </p:sp>
      <p:sp>
        <p:nvSpPr>
          <p:cNvPr id="91143" name="Line 9"/>
          <p:cNvSpPr>
            <a:spLocks noChangeShapeType="1"/>
          </p:cNvSpPr>
          <p:nvPr>
            <p:custDataLst>
              <p:tags r:id="rId7"/>
            </p:custDataLst>
          </p:nvPr>
        </p:nvSpPr>
        <p:spPr bwMode="auto">
          <a:xfrm>
            <a:off x="4787900" y="5373688"/>
            <a:ext cx="0" cy="228600"/>
          </a:xfrm>
          <a:prstGeom prst="line">
            <a:avLst/>
          </a:prstGeom>
          <a:noFill/>
          <a:ln w="38100">
            <a:solidFill>
              <a:srgbClr val="CC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91144" name="Line 9"/>
          <p:cNvSpPr>
            <a:spLocks noChangeShapeType="1"/>
          </p:cNvSpPr>
          <p:nvPr>
            <p:custDataLst>
              <p:tags r:id="rId8"/>
            </p:custDataLst>
          </p:nvPr>
        </p:nvSpPr>
        <p:spPr bwMode="auto">
          <a:xfrm>
            <a:off x="4787900" y="4292600"/>
            <a:ext cx="0" cy="228600"/>
          </a:xfrm>
          <a:prstGeom prst="line">
            <a:avLst/>
          </a:prstGeom>
          <a:noFill/>
          <a:ln w="38100">
            <a:solidFill>
              <a:srgbClr val="CC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solidFill>
                <a:srgbClr val="000000"/>
              </a:solidFill>
            </a:endParaRPr>
          </a:p>
        </p:txBody>
      </p:sp>
      <p:sp>
        <p:nvSpPr>
          <p:cNvPr id="91145" name="Line 8"/>
          <p:cNvSpPr>
            <a:spLocks noChangeShapeType="1"/>
          </p:cNvSpPr>
          <p:nvPr>
            <p:custDataLst>
              <p:tags r:id="rId9"/>
            </p:custDataLst>
          </p:nvPr>
        </p:nvSpPr>
        <p:spPr bwMode="auto">
          <a:xfrm>
            <a:off x="4787900" y="3141663"/>
            <a:ext cx="0" cy="228600"/>
          </a:xfrm>
          <a:prstGeom prst="line">
            <a:avLst/>
          </a:prstGeom>
          <a:noFill/>
          <a:ln w="38100">
            <a:solidFill>
              <a:srgbClr val="CC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91146" name="Line 8"/>
          <p:cNvSpPr>
            <a:spLocks noChangeShapeType="1"/>
          </p:cNvSpPr>
          <p:nvPr>
            <p:custDataLst>
              <p:tags r:id="rId10"/>
            </p:custDataLst>
          </p:nvPr>
        </p:nvSpPr>
        <p:spPr bwMode="auto">
          <a:xfrm>
            <a:off x="4787900" y="2192338"/>
            <a:ext cx="0" cy="228600"/>
          </a:xfrm>
          <a:prstGeom prst="line">
            <a:avLst/>
          </a:prstGeom>
          <a:noFill/>
          <a:ln w="38100">
            <a:solidFill>
              <a:srgbClr val="CC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91147" name="Line 8"/>
          <p:cNvSpPr>
            <a:spLocks noChangeShapeType="1"/>
          </p:cNvSpPr>
          <p:nvPr>
            <p:custDataLst>
              <p:tags r:id="rId11"/>
            </p:custDataLst>
          </p:nvPr>
        </p:nvSpPr>
        <p:spPr bwMode="auto">
          <a:xfrm>
            <a:off x="4787900" y="2205038"/>
            <a:ext cx="0" cy="228600"/>
          </a:xfrm>
          <a:prstGeom prst="line">
            <a:avLst/>
          </a:prstGeom>
          <a:noFill/>
          <a:ln w="38100">
            <a:solidFill>
              <a:srgbClr val="CC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91148" name="Line 8"/>
          <p:cNvSpPr>
            <a:spLocks noChangeShapeType="1"/>
          </p:cNvSpPr>
          <p:nvPr>
            <p:custDataLst>
              <p:tags r:id="rId12"/>
            </p:custDataLst>
          </p:nvPr>
        </p:nvSpPr>
        <p:spPr bwMode="auto">
          <a:xfrm>
            <a:off x="4787900" y="2205038"/>
            <a:ext cx="0" cy="228600"/>
          </a:xfrm>
          <a:prstGeom prst="line">
            <a:avLst/>
          </a:prstGeom>
          <a:noFill/>
          <a:ln w="38100">
            <a:solidFill>
              <a:srgbClr val="CC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91149" name="Line 8"/>
          <p:cNvSpPr>
            <a:spLocks noChangeShapeType="1"/>
          </p:cNvSpPr>
          <p:nvPr>
            <p:custDataLst>
              <p:tags r:id="rId13"/>
            </p:custDataLst>
          </p:nvPr>
        </p:nvSpPr>
        <p:spPr bwMode="auto">
          <a:xfrm>
            <a:off x="4787900" y="3141663"/>
            <a:ext cx="0" cy="228600"/>
          </a:xfrm>
          <a:prstGeom prst="line">
            <a:avLst/>
          </a:prstGeom>
          <a:noFill/>
          <a:ln w="38100">
            <a:solidFill>
              <a:srgbClr val="CC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91150" name="Line 8"/>
          <p:cNvSpPr>
            <a:spLocks noChangeShapeType="1"/>
          </p:cNvSpPr>
          <p:nvPr>
            <p:custDataLst>
              <p:tags r:id="rId14"/>
            </p:custDataLst>
          </p:nvPr>
        </p:nvSpPr>
        <p:spPr bwMode="auto">
          <a:xfrm>
            <a:off x="4787900" y="2205038"/>
            <a:ext cx="0" cy="228600"/>
          </a:xfrm>
          <a:prstGeom prst="line">
            <a:avLst/>
          </a:prstGeom>
          <a:noFill/>
          <a:ln w="38100">
            <a:solidFill>
              <a:srgbClr val="CC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91151" name="Line 9"/>
          <p:cNvSpPr>
            <a:spLocks noChangeShapeType="1"/>
          </p:cNvSpPr>
          <p:nvPr>
            <p:custDataLst>
              <p:tags r:id="rId15"/>
            </p:custDataLst>
          </p:nvPr>
        </p:nvSpPr>
        <p:spPr bwMode="auto">
          <a:xfrm>
            <a:off x="4787900" y="4292600"/>
            <a:ext cx="0" cy="228600"/>
          </a:xfrm>
          <a:prstGeom prst="line">
            <a:avLst/>
          </a:prstGeom>
          <a:noFill/>
          <a:ln w="38100">
            <a:solidFill>
              <a:srgbClr val="CC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solidFill>
                <a:srgbClr val="000000"/>
              </a:solidFill>
            </a:endParaRPr>
          </a:p>
        </p:txBody>
      </p:sp>
      <p:sp>
        <p:nvSpPr>
          <p:cNvPr id="91152" name="Line 9"/>
          <p:cNvSpPr>
            <a:spLocks noChangeShapeType="1"/>
          </p:cNvSpPr>
          <p:nvPr>
            <p:custDataLst>
              <p:tags r:id="rId16"/>
            </p:custDataLst>
          </p:nvPr>
        </p:nvSpPr>
        <p:spPr bwMode="auto">
          <a:xfrm>
            <a:off x="4787900" y="4273550"/>
            <a:ext cx="0" cy="228600"/>
          </a:xfrm>
          <a:prstGeom prst="line">
            <a:avLst/>
          </a:prstGeom>
          <a:noFill/>
          <a:ln w="38100">
            <a:solidFill>
              <a:srgbClr val="CC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solidFill>
                <a:srgbClr val="000000"/>
              </a:solidFill>
            </a:endParaRPr>
          </a:p>
        </p:txBody>
      </p:sp>
      <p:sp>
        <p:nvSpPr>
          <p:cNvPr id="91153" name="Line 9"/>
          <p:cNvSpPr>
            <a:spLocks noChangeShapeType="1"/>
          </p:cNvSpPr>
          <p:nvPr>
            <p:custDataLst>
              <p:tags r:id="rId17"/>
            </p:custDataLst>
          </p:nvPr>
        </p:nvSpPr>
        <p:spPr bwMode="auto">
          <a:xfrm>
            <a:off x="4787900" y="5373688"/>
            <a:ext cx="0" cy="228600"/>
          </a:xfrm>
          <a:prstGeom prst="line">
            <a:avLst/>
          </a:prstGeom>
          <a:noFill/>
          <a:ln w="38100">
            <a:solidFill>
              <a:srgbClr val="CC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91154" name="Line 9"/>
          <p:cNvSpPr>
            <a:spLocks noChangeShapeType="1"/>
          </p:cNvSpPr>
          <p:nvPr>
            <p:custDataLst>
              <p:tags r:id="rId18"/>
            </p:custDataLst>
          </p:nvPr>
        </p:nvSpPr>
        <p:spPr bwMode="auto">
          <a:xfrm>
            <a:off x="4787900" y="4292600"/>
            <a:ext cx="0" cy="228600"/>
          </a:xfrm>
          <a:prstGeom prst="line">
            <a:avLst/>
          </a:prstGeom>
          <a:noFill/>
          <a:ln w="38100">
            <a:solidFill>
              <a:srgbClr val="CC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solidFill>
                <a:srgbClr val="000000"/>
              </a:solidFill>
            </a:endParaRPr>
          </a:p>
        </p:txBody>
      </p:sp>
      <p:sp>
        <p:nvSpPr>
          <p:cNvPr id="513133" name="Text Box 7"/>
          <p:cNvSpPr txBox="1">
            <a:spLocks noChangeArrowheads="1"/>
          </p:cNvSpPr>
          <p:nvPr>
            <p:custDataLst>
              <p:tags r:id="rId19"/>
            </p:custDataLst>
          </p:nvPr>
        </p:nvSpPr>
        <p:spPr bwMode="auto">
          <a:xfrm>
            <a:off x="3217863" y="1557338"/>
            <a:ext cx="3078162" cy="457200"/>
          </a:xfrm>
          <a:prstGeom prst="rect">
            <a:avLst/>
          </a:prstGeom>
          <a:solidFill>
            <a:schemeClr val="bg1"/>
          </a:solidFill>
          <a:ln>
            <a:noFill/>
          </a:ln>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defRPr/>
            </a:pPr>
            <a:r>
              <a:rPr lang="en-US" sz="2400" b="1" smtClean="0">
                <a:solidFill>
                  <a:schemeClr val="accent2"/>
                </a:solidFill>
                <a:effectLst>
                  <a:outerShdw blurRad="38100" dist="38100" dir="2700000" algn="tl">
                    <a:srgbClr val="C0C0C0"/>
                  </a:outerShdw>
                </a:effectLst>
                <a:ea typeface="MS PGothic" pitchFamily="34" charset="-128"/>
                <a:cs typeface="Times New Roman" pitchFamily="18" charset="0"/>
              </a:rPr>
              <a:t>General information</a:t>
            </a:r>
          </a:p>
        </p:txBody>
      </p:sp>
      <p:sp>
        <p:nvSpPr>
          <p:cNvPr id="513136" name="Text Box 7"/>
          <p:cNvSpPr txBox="1">
            <a:spLocks noChangeArrowheads="1"/>
          </p:cNvSpPr>
          <p:nvPr>
            <p:custDataLst>
              <p:tags r:id="rId20"/>
            </p:custDataLst>
          </p:nvPr>
        </p:nvSpPr>
        <p:spPr bwMode="auto">
          <a:xfrm>
            <a:off x="3217863" y="1557338"/>
            <a:ext cx="3078162" cy="457200"/>
          </a:xfrm>
          <a:prstGeom prst="rect">
            <a:avLst/>
          </a:prstGeom>
          <a:solidFill>
            <a:schemeClr val="bg1"/>
          </a:solidFill>
          <a:ln>
            <a:noFill/>
          </a:ln>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defRPr/>
            </a:pPr>
            <a:r>
              <a:rPr lang="en-US" sz="2400" b="1" dirty="0" smtClean="0">
                <a:solidFill>
                  <a:srgbClr val="000000"/>
                </a:solidFill>
                <a:ea typeface="MS PGothic" pitchFamily="34" charset="-128"/>
                <a:cs typeface="Times New Roman" pitchFamily="18" charset="0"/>
              </a:rPr>
              <a:t>General information</a:t>
            </a:r>
          </a:p>
        </p:txBody>
      </p:sp>
    </p:spTree>
    <p:custDataLst>
      <p:tags r:id="rId1"/>
    </p:custDataLst>
    <p:extLst>
      <p:ext uri="{BB962C8B-B14F-4D97-AF65-F5344CB8AC3E}">
        <p14:creationId xmlns:p14="http://schemas.microsoft.com/office/powerpoint/2010/main" val="151127734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3"/>
          <p:cNvSpPr txBox="1">
            <a:spLocks noChangeArrowheads="1"/>
          </p:cNvSpPr>
          <p:nvPr>
            <p:custDataLst>
              <p:tags r:id="rId2"/>
            </p:custDataLst>
          </p:nvPr>
        </p:nvSpPr>
        <p:spPr bwMode="auto">
          <a:xfrm>
            <a:off x="107950" y="185267"/>
            <a:ext cx="87852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GB" sz="3200" dirty="0">
                <a:solidFill>
                  <a:srgbClr val="0066FF"/>
                </a:solidFill>
              </a:rPr>
              <a:t>EPIC-Soft:</a:t>
            </a:r>
            <a:r>
              <a:rPr lang="en-GB" sz="3200" dirty="0"/>
              <a:t> </a:t>
            </a:r>
            <a:r>
              <a:rPr lang="en-GB" sz="3200" dirty="0">
                <a:solidFill>
                  <a:srgbClr val="0066FF"/>
                </a:solidFill>
              </a:rPr>
              <a:t>General Information (24-HDR day)</a:t>
            </a:r>
          </a:p>
        </p:txBody>
      </p:sp>
      <p:pic>
        <p:nvPicPr>
          <p:cNvPr id="92163" name="Picture 4"/>
          <p:cNvPicPr>
            <a:picLocks noChangeAspect="1" noChangeArrowheads="1"/>
          </p:cNvPicPr>
          <p:nvPr>
            <p:custDataLst>
              <p:tags r:id="rId3"/>
            </p:custDataLst>
          </p:nvPr>
        </p:nvPicPr>
        <p:blipFill>
          <a:blip r:embed="rId5">
            <a:extLst>
              <a:ext uri="{28A0092B-C50C-407E-A947-70E740481C1C}">
                <a14:useLocalDpi xmlns:a14="http://schemas.microsoft.com/office/drawing/2010/main" val="0"/>
              </a:ext>
            </a:extLst>
          </a:blip>
          <a:srcRect/>
          <a:stretch>
            <a:fillRect/>
          </a:stretch>
        </p:blipFill>
        <p:spPr bwMode="auto">
          <a:xfrm>
            <a:off x="358775" y="908720"/>
            <a:ext cx="8426450" cy="458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2694294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ChangeArrowheads="1"/>
          </p:cNvSpPr>
          <p:nvPr>
            <p:custDataLst>
              <p:tags r:id="rId2"/>
            </p:custDataLst>
          </p:nvPr>
        </p:nvSpPr>
        <p:spPr bwMode="auto">
          <a:xfrm>
            <a:off x="0" y="-171450"/>
            <a:ext cx="9144000"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GB" sz="3200">
                <a:solidFill>
                  <a:srgbClr val="0066FF"/>
                </a:solidFill>
              </a:rPr>
              <a:t>EPIC-Soft:</a:t>
            </a:r>
            <a:r>
              <a:rPr lang="en-GB" sz="3200"/>
              <a:t> </a:t>
            </a:r>
            <a:r>
              <a:rPr lang="en-US" sz="3200">
                <a:solidFill>
                  <a:srgbClr val="0066FF"/>
                </a:solidFill>
              </a:rPr>
              <a:t>Quick list</a:t>
            </a:r>
          </a:p>
        </p:txBody>
      </p:sp>
      <p:pic>
        <p:nvPicPr>
          <p:cNvPr id="93187" name="Picture 4"/>
          <p:cNvPicPr>
            <a:picLocks noChangeAspect="1" noChangeArrowheads="1"/>
          </p:cNvPicPr>
          <p:nvPr>
            <p:custDataLst>
              <p:tags r:id="rId3"/>
            </p:custDataLst>
          </p:nvPr>
        </p:nvPicPr>
        <p:blipFill>
          <a:blip r:embed="rId11">
            <a:extLst>
              <a:ext uri="{28A0092B-C50C-407E-A947-70E740481C1C}">
                <a14:useLocalDpi xmlns:a14="http://schemas.microsoft.com/office/drawing/2010/main" val="0"/>
              </a:ext>
            </a:extLst>
          </a:blip>
          <a:srcRect/>
          <a:stretch>
            <a:fillRect/>
          </a:stretch>
        </p:blipFill>
        <p:spPr bwMode="auto">
          <a:xfrm>
            <a:off x="539750" y="815975"/>
            <a:ext cx="8361363" cy="522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693" name="Picture 5"/>
          <p:cNvPicPr>
            <a:picLocks noChangeAspect="1" noChangeArrowheads="1"/>
          </p:cNvPicPr>
          <p:nvPr>
            <p:custDataLst>
              <p:tags r:id="rId4"/>
            </p:custDataLst>
          </p:nvPr>
        </p:nvPicPr>
        <p:blipFill>
          <a:blip r:embed="rId12">
            <a:extLst>
              <a:ext uri="{28A0092B-C50C-407E-A947-70E740481C1C}">
                <a14:useLocalDpi xmlns:a14="http://schemas.microsoft.com/office/drawing/2010/main" val="0"/>
              </a:ext>
            </a:extLst>
          </a:blip>
          <a:srcRect/>
          <a:stretch>
            <a:fillRect/>
          </a:stretch>
        </p:blipFill>
        <p:spPr bwMode="auto">
          <a:xfrm>
            <a:off x="539750" y="817563"/>
            <a:ext cx="8353425" cy="5221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694" name="Picture 6"/>
          <p:cNvPicPr>
            <a:picLocks noChangeAspect="1" noChangeArrowheads="1"/>
          </p:cNvPicPr>
          <p:nvPr>
            <p:custDataLst>
              <p:tags r:id="rId5"/>
            </p:custDataLst>
          </p:nvPr>
        </p:nvPicPr>
        <p:blipFill>
          <a:blip r:embed="rId13">
            <a:extLst>
              <a:ext uri="{28A0092B-C50C-407E-A947-70E740481C1C}">
                <a14:useLocalDpi xmlns:a14="http://schemas.microsoft.com/office/drawing/2010/main" val="0"/>
              </a:ext>
            </a:extLst>
          </a:blip>
          <a:srcRect/>
          <a:stretch>
            <a:fillRect/>
          </a:stretch>
        </p:blipFill>
        <p:spPr bwMode="auto">
          <a:xfrm>
            <a:off x="539750" y="836613"/>
            <a:ext cx="8353425" cy="522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695" name="Picture 7"/>
          <p:cNvPicPr>
            <a:picLocks noChangeAspect="1" noChangeArrowheads="1"/>
          </p:cNvPicPr>
          <p:nvPr>
            <p:custDataLst>
              <p:tags r:id="rId6"/>
            </p:custDataLst>
          </p:nvPr>
        </p:nvPicPr>
        <p:blipFill>
          <a:blip r:embed="rId14">
            <a:extLst>
              <a:ext uri="{28A0092B-C50C-407E-A947-70E740481C1C}">
                <a14:useLocalDpi xmlns:a14="http://schemas.microsoft.com/office/drawing/2010/main" val="0"/>
              </a:ext>
            </a:extLst>
          </a:blip>
          <a:srcRect/>
          <a:stretch>
            <a:fillRect/>
          </a:stretch>
        </p:blipFill>
        <p:spPr bwMode="auto">
          <a:xfrm>
            <a:off x="539750" y="836613"/>
            <a:ext cx="8353425" cy="5221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696" name="Picture 8"/>
          <p:cNvPicPr>
            <a:picLocks noChangeAspect="1" noChangeArrowheads="1"/>
          </p:cNvPicPr>
          <p:nvPr>
            <p:custDataLst>
              <p:tags r:id="rId7"/>
            </p:custDataLst>
          </p:nvPr>
        </p:nvPicPr>
        <p:blipFill>
          <a:blip r:embed="rId15">
            <a:extLst>
              <a:ext uri="{28A0092B-C50C-407E-A947-70E740481C1C}">
                <a14:useLocalDpi xmlns:a14="http://schemas.microsoft.com/office/drawing/2010/main" val="0"/>
              </a:ext>
            </a:extLst>
          </a:blip>
          <a:srcRect/>
          <a:stretch>
            <a:fillRect/>
          </a:stretch>
        </p:blipFill>
        <p:spPr bwMode="auto">
          <a:xfrm>
            <a:off x="539750" y="819150"/>
            <a:ext cx="8351838" cy="521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697" name="Picture 9"/>
          <p:cNvPicPr>
            <a:picLocks noChangeAspect="1" noChangeArrowheads="1"/>
          </p:cNvPicPr>
          <p:nvPr>
            <p:custDataLst>
              <p:tags r:id="rId8"/>
            </p:custDataLst>
          </p:nvPr>
        </p:nvPicPr>
        <p:blipFill>
          <a:blip r:embed="rId16">
            <a:extLst>
              <a:ext uri="{28A0092B-C50C-407E-A947-70E740481C1C}">
                <a14:useLocalDpi xmlns:a14="http://schemas.microsoft.com/office/drawing/2010/main" val="0"/>
              </a:ext>
            </a:extLst>
          </a:blip>
          <a:srcRect/>
          <a:stretch>
            <a:fillRect/>
          </a:stretch>
        </p:blipFill>
        <p:spPr bwMode="auto">
          <a:xfrm>
            <a:off x="1109663" y="1495425"/>
            <a:ext cx="6924675" cy="386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92604864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114693"/>
                                        </p:tgtEl>
                                        <p:attrNameLst>
                                          <p:attrName>style.visibility</p:attrName>
                                        </p:attrNameLst>
                                      </p:cBhvr>
                                      <p:to>
                                        <p:strVal val="visible"/>
                                      </p:to>
                                    </p:set>
                                    <p:anim calcmode="lin" valueType="num">
                                      <p:cBhvr>
                                        <p:cTn id="7" dur="500" fill="hold"/>
                                        <p:tgtEl>
                                          <p:spTgt spid="114693"/>
                                        </p:tgtEl>
                                        <p:attrNameLst>
                                          <p:attrName>ppt_w</p:attrName>
                                        </p:attrNameLst>
                                      </p:cBhvr>
                                      <p:tavLst>
                                        <p:tav tm="0">
                                          <p:val>
                                            <p:fltVal val="0"/>
                                          </p:val>
                                        </p:tav>
                                        <p:tav tm="100000">
                                          <p:val>
                                            <p:strVal val="#ppt_w"/>
                                          </p:val>
                                        </p:tav>
                                      </p:tavLst>
                                    </p:anim>
                                    <p:anim calcmode="lin" valueType="num">
                                      <p:cBhvr>
                                        <p:cTn id="8" dur="500" fill="hold"/>
                                        <p:tgtEl>
                                          <p:spTgt spid="114693"/>
                                        </p:tgtEl>
                                        <p:attrNameLst>
                                          <p:attrName>ppt_h</p:attrName>
                                        </p:attrNameLst>
                                      </p:cBhvr>
                                      <p:tavLst>
                                        <p:tav tm="0">
                                          <p:val>
                                            <p:fltVal val="0"/>
                                          </p:val>
                                        </p:tav>
                                        <p:tav tm="100000">
                                          <p:val>
                                            <p:strVal val="#ppt_h"/>
                                          </p:val>
                                        </p:tav>
                                      </p:tavLst>
                                    </p:anim>
                                    <p:animEffect transition="in" filter="fade">
                                      <p:cBhvr>
                                        <p:cTn id="9" dur="500"/>
                                        <p:tgtEl>
                                          <p:spTgt spid="114693"/>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114694"/>
                                        </p:tgtEl>
                                        <p:attrNameLst>
                                          <p:attrName>style.visibility</p:attrName>
                                        </p:attrNameLst>
                                      </p:cBhvr>
                                      <p:to>
                                        <p:strVal val="visible"/>
                                      </p:to>
                                    </p:set>
                                    <p:anim calcmode="lin" valueType="num">
                                      <p:cBhvr>
                                        <p:cTn id="14" dur="500" fill="hold"/>
                                        <p:tgtEl>
                                          <p:spTgt spid="114694"/>
                                        </p:tgtEl>
                                        <p:attrNameLst>
                                          <p:attrName>ppt_w</p:attrName>
                                        </p:attrNameLst>
                                      </p:cBhvr>
                                      <p:tavLst>
                                        <p:tav tm="0">
                                          <p:val>
                                            <p:fltVal val="0"/>
                                          </p:val>
                                        </p:tav>
                                        <p:tav tm="100000">
                                          <p:val>
                                            <p:strVal val="#ppt_w"/>
                                          </p:val>
                                        </p:tav>
                                      </p:tavLst>
                                    </p:anim>
                                    <p:anim calcmode="lin" valueType="num">
                                      <p:cBhvr>
                                        <p:cTn id="15" dur="500" fill="hold"/>
                                        <p:tgtEl>
                                          <p:spTgt spid="114694"/>
                                        </p:tgtEl>
                                        <p:attrNameLst>
                                          <p:attrName>ppt_h</p:attrName>
                                        </p:attrNameLst>
                                      </p:cBhvr>
                                      <p:tavLst>
                                        <p:tav tm="0">
                                          <p:val>
                                            <p:fltVal val="0"/>
                                          </p:val>
                                        </p:tav>
                                        <p:tav tm="100000">
                                          <p:val>
                                            <p:strVal val="#ppt_h"/>
                                          </p:val>
                                        </p:tav>
                                      </p:tavLst>
                                    </p:anim>
                                    <p:animEffect transition="in" filter="fade">
                                      <p:cBhvr>
                                        <p:cTn id="16" dur="500"/>
                                        <p:tgtEl>
                                          <p:spTgt spid="11469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nodeType="clickEffect">
                                  <p:stCondLst>
                                    <p:cond delay="0"/>
                                  </p:stCondLst>
                                  <p:childTnLst>
                                    <p:set>
                                      <p:cBhvr>
                                        <p:cTn id="20" dur="1" fill="hold">
                                          <p:stCondLst>
                                            <p:cond delay="0"/>
                                          </p:stCondLst>
                                        </p:cTn>
                                        <p:tgtEl>
                                          <p:spTgt spid="114695"/>
                                        </p:tgtEl>
                                        <p:attrNameLst>
                                          <p:attrName>style.visibility</p:attrName>
                                        </p:attrNameLst>
                                      </p:cBhvr>
                                      <p:to>
                                        <p:strVal val="visible"/>
                                      </p:to>
                                    </p:set>
                                    <p:anim calcmode="lin" valueType="num">
                                      <p:cBhvr>
                                        <p:cTn id="21" dur="500" fill="hold"/>
                                        <p:tgtEl>
                                          <p:spTgt spid="114695"/>
                                        </p:tgtEl>
                                        <p:attrNameLst>
                                          <p:attrName>ppt_w</p:attrName>
                                        </p:attrNameLst>
                                      </p:cBhvr>
                                      <p:tavLst>
                                        <p:tav tm="0">
                                          <p:val>
                                            <p:fltVal val="0"/>
                                          </p:val>
                                        </p:tav>
                                        <p:tav tm="100000">
                                          <p:val>
                                            <p:strVal val="#ppt_w"/>
                                          </p:val>
                                        </p:tav>
                                      </p:tavLst>
                                    </p:anim>
                                    <p:anim calcmode="lin" valueType="num">
                                      <p:cBhvr>
                                        <p:cTn id="22" dur="500" fill="hold"/>
                                        <p:tgtEl>
                                          <p:spTgt spid="114695"/>
                                        </p:tgtEl>
                                        <p:attrNameLst>
                                          <p:attrName>ppt_h</p:attrName>
                                        </p:attrNameLst>
                                      </p:cBhvr>
                                      <p:tavLst>
                                        <p:tav tm="0">
                                          <p:val>
                                            <p:fltVal val="0"/>
                                          </p:val>
                                        </p:tav>
                                        <p:tav tm="100000">
                                          <p:val>
                                            <p:strVal val="#ppt_h"/>
                                          </p:val>
                                        </p:tav>
                                      </p:tavLst>
                                    </p:anim>
                                    <p:animEffect transition="in" filter="fade">
                                      <p:cBhvr>
                                        <p:cTn id="23" dur="500"/>
                                        <p:tgtEl>
                                          <p:spTgt spid="11469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0" fill="hold" nodeType="clickEffect">
                                  <p:stCondLst>
                                    <p:cond delay="0"/>
                                  </p:stCondLst>
                                  <p:childTnLst>
                                    <p:set>
                                      <p:cBhvr>
                                        <p:cTn id="27" dur="1" fill="hold">
                                          <p:stCondLst>
                                            <p:cond delay="0"/>
                                          </p:stCondLst>
                                        </p:cTn>
                                        <p:tgtEl>
                                          <p:spTgt spid="114696"/>
                                        </p:tgtEl>
                                        <p:attrNameLst>
                                          <p:attrName>style.visibility</p:attrName>
                                        </p:attrNameLst>
                                      </p:cBhvr>
                                      <p:to>
                                        <p:strVal val="visible"/>
                                      </p:to>
                                    </p:set>
                                    <p:anim calcmode="lin" valueType="num">
                                      <p:cBhvr>
                                        <p:cTn id="28" dur="500" fill="hold"/>
                                        <p:tgtEl>
                                          <p:spTgt spid="114696"/>
                                        </p:tgtEl>
                                        <p:attrNameLst>
                                          <p:attrName>ppt_w</p:attrName>
                                        </p:attrNameLst>
                                      </p:cBhvr>
                                      <p:tavLst>
                                        <p:tav tm="0">
                                          <p:val>
                                            <p:fltVal val="0"/>
                                          </p:val>
                                        </p:tav>
                                        <p:tav tm="100000">
                                          <p:val>
                                            <p:strVal val="#ppt_w"/>
                                          </p:val>
                                        </p:tav>
                                      </p:tavLst>
                                    </p:anim>
                                    <p:anim calcmode="lin" valueType="num">
                                      <p:cBhvr>
                                        <p:cTn id="29" dur="500" fill="hold"/>
                                        <p:tgtEl>
                                          <p:spTgt spid="114696"/>
                                        </p:tgtEl>
                                        <p:attrNameLst>
                                          <p:attrName>ppt_h</p:attrName>
                                        </p:attrNameLst>
                                      </p:cBhvr>
                                      <p:tavLst>
                                        <p:tav tm="0">
                                          <p:val>
                                            <p:fltVal val="0"/>
                                          </p:val>
                                        </p:tav>
                                        <p:tav tm="100000">
                                          <p:val>
                                            <p:strVal val="#ppt_h"/>
                                          </p:val>
                                        </p:tav>
                                      </p:tavLst>
                                    </p:anim>
                                    <p:animEffect transition="in" filter="fade">
                                      <p:cBhvr>
                                        <p:cTn id="30" dur="500"/>
                                        <p:tgtEl>
                                          <p:spTgt spid="114696"/>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114697"/>
                                        </p:tgtEl>
                                        <p:attrNameLst>
                                          <p:attrName>style.visibility</p:attrName>
                                        </p:attrNameLst>
                                      </p:cBhvr>
                                      <p:to>
                                        <p:strVal val="visible"/>
                                      </p:to>
                                    </p:set>
                                    <p:anim calcmode="lin" valueType="num">
                                      <p:cBhvr additive="base">
                                        <p:cTn id="35" dur="500" fill="hold"/>
                                        <p:tgtEl>
                                          <p:spTgt spid="114697"/>
                                        </p:tgtEl>
                                        <p:attrNameLst>
                                          <p:attrName>ppt_x</p:attrName>
                                        </p:attrNameLst>
                                      </p:cBhvr>
                                      <p:tavLst>
                                        <p:tav tm="0">
                                          <p:val>
                                            <p:strVal val="#ppt_x"/>
                                          </p:val>
                                        </p:tav>
                                        <p:tav tm="100000">
                                          <p:val>
                                            <p:strVal val="#ppt_x"/>
                                          </p:val>
                                        </p:tav>
                                      </p:tavLst>
                                    </p:anim>
                                    <p:anim calcmode="lin" valueType="num">
                                      <p:cBhvr additive="base">
                                        <p:cTn id="36" dur="500" fill="hold"/>
                                        <p:tgtEl>
                                          <p:spTgt spid="11469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10" name="Picture 2"/>
          <p:cNvPicPr>
            <a:picLocks noChangeAspect="1" noChangeArrowheads="1"/>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539750" y="596900"/>
            <a:ext cx="8316913" cy="626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1" name="Text Box 12"/>
          <p:cNvSpPr txBox="1">
            <a:spLocks noChangeArrowheads="1"/>
          </p:cNvSpPr>
          <p:nvPr>
            <p:custDataLst>
              <p:tags r:id="rId3"/>
            </p:custDataLst>
          </p:nvPr>
        </p:nvSpPr>
        <p:spPr bwMode="auto">
          <a:xfrm>
            <a:off x="107950" y="-22225"/>
            <a:ext cx="87852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GB" sz="3200">
                <a:solidFill>
                  <a:srgbClr val="0066FF"/>
                </a:solidFill>
              </a:rPr>
              <a:t>EPIC-Soft: A flexible descriptive system</a:t>
            </a:r>
          </a:p>
        </p:txBody>
      </p:sp>
      <p:pic>
        <p:nvPicPr>
          <p:cNvPr id="78852" name="Picture 18"/>
          <p:cNvPicPr>
            <a:picLocks noChangeAspect="1" noChangeArrowheads="1"/>
          </p:cNvPicPr>
          <p:nvPr>
            <p:custDataLst>
              <p:tags r:id="rId4"/>
            </p:custDataLst>
          </p:nvPr>
        </p:nvPicPr>
        <p:blipFill>
          <a:blip r:embed="rId10">
            <a:extLst>
              <a:ext uri="{28A0092B-C50C-407E-A947-70E740481C1C}">
                <a14:useLocalDpi xmlns:a14="http://schemas.microsoft.com/office/drawing/2010/main" val="0"/>
              </a:ext>
            </a:extLst>
          </a:blip>
          <a:srcRect/>
          <a:stretch>
            <a:fillRect/>
          </a:stretch>
        </p:blipFill>
        <p:spPr bwMode="auto">
          <a:xfrm>
            <a:off x="1619250" y="836613"/>
            <a:ext cx="5064125" cy="58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53" name="Picture 19"/>
          <p:cNvPicPr>
            <a:picLocks noChangeAspect="1" noChangeArrowheads="1"/>
          </p:cNvPicPr>
          <p:nvPr>
            <p:custDataLst>
              <p:tags r:id="rId5"/>
            </p:custDataLst>
          </p:nvPr>
        </p:nvPicPr>
        <p:blipFill>
          <a:blip r:embed="rId11">
            <a:extLst>
              <a:ext uri="{28A0092B-C50C-407E-A947-70E740481C1C}">
                <a14:useLocalDpi xmlns:a14="http://schemas.microsoft.com/office/drawing/2010/main" val="0"/>
              </a:ext>
            </a:extLst>
          </a:blip>
          <a:srcRect/>
          <a:stretch>
            <a:fillRect/>
          </a:stretch>
        </p:blipFill>
        <p:spPr bwMode="auto">
          <a:xfrm>
            <a:off x="2339975" y="1412875"/>
            <a:ext cx="4608513" cy="402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54" name="Picture 20"/>
          <p:cNvPicPr>
            <a:picLocks noChangeAspect="1" noChangeArrowheads="1"/>
          </p:cNvPicPr>
          <p:nvPr>
            <p:custDataLst>
              <p:tags r:id="rId6"/>
            </p:custDataLst>
          </p:nvPr>
        </p:nvPicPr>
        <p:blipFill>
          <a:blip r:embed="rId12">
            <a:extLst>
              <a:ext uri="{28A0092B-C50C-407E-A947-70E740481C1C}">
                <a14:useLocalDpi xmlns:a14="http://schemas.microsoft.com/office/drawing/2010/main" val="0"/>
              </a:ext>
            </a:extLst>
          </a:blip>
          <a:srcRect/>
          <a:stretch>
            <a:fillRect/>
          </a:stretch>
        </p:blipFill>
        <p:spPr bwMode="auto">
          <a:xfrm>
            <a:off x="3419475" y="908050"/>
            <a:ext cx="5062538" cy="583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2497978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8852"/>
                                        </p:tgtEl>
                                        <p:attrNameLst>
                                          <p:attrName>style.visibility</p:attrName>
                                        </p:attrNameLst>
                                      </p:cBhvr>
                                      <p:to>
                                        <p:strVal val="visible"/>
                                      </p:to>
                                    </p:set>
                                    <p:anim calcmode="lin" valueType="num">
                                      <p:cBhvr additive="base">
                                        <p:cTn id="7" dur="500" fill="hold"/>
                                        <p:tgtEl>
                                          <p:spTgt spid="78852"/>
                                        </p:tgtEl>
                                        <p:attrNameLst>
                                          <p:attrName>ppt_x</p:attrName>
                                        </p:attrNameLst>
                                      </p:cBhvr>
                                      <p:tavLst>
                                        <p:tav tm="0">
                                          <p:val>
                                            <p:strVal val="#ppt_x"/>
                                          </p:val>
                                        </p:tav>
                                        <p:tav tm="100000">
                                          <p:val>
                                            <p:strVal val="#ppt_x"/>
                                          </p:val>
                                        </p:tav>
                                      </p:tavLst>
                                    </p:anim>
                                    <p:anim calcmode="lin" valueType="num">
                                      <p:cBhvr additive="base">
                                        <p:cTn id="8" dur="500" fill="hold"/>
                                        <p:tgtEl>
                                          <p:spTgt spid="7885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8853"/>
                                        </p:tgtEl>
                                        <p:attrNameLst>
                                          <p:attrName>style.visibility</p:attrName>
                                        </p:attrNameLst>
                                      </p:cBhvr>
                                      <p:to>
                                        <p:strVal val="visible"/>
                                      </p:to>
                                    </p:set>
                                    <p:anim calcmode="lin" valueType="num">
                                      <p:cBhvr additive="base">
                                        <p:cTn id="13" dur="500" fill="hold"/>
                                        <p:tgtEl>
                                          <p:spTgt spid="78853"/>
                                        </p:tgtEl>
                                        <p:attrNameLst>
                                          <p:attrName>ppt_x</p:attrName>
                                        </p:attrNameLst>
                                      </p:cBhvr>
                                      <p:tavLst>
                                        <p:tav tm="0">
                                          <p:val>
                                            <p:strVal val="#ppt_x"/>
                                          </p:val>
                                        </p:tav>
                                        <p:tav tm="100000">
                                          <p:val>
                                            <p:strVal val="#ppt_x"/>
                                          </p:val>
                                        </p:tav>
                                      </p:tavLst>
                                    </p:anim>
                                    <p:anim calcmode="lin" valueType="num">
                                      <p:cBhvr additive="base">
                                        <p:cTn id="14" dur="500" fill="hold"/>
                                        <p:tgtEl>
                                          <p:spTgt spid="7885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78854"/>
                                        </p:tgtEl>
                                        <p:attrNameLst>
                                          <p:attrName>style.visibility</p:attrName>
                                        </p:attrNameLst>
                                      </p:cBhvr>
                                      <p:to>
                                        <p:strVal val="visible"/>
                                      </p:to>
                                    </p:set>
                                    <p:anim calcmode="lin" valueType="num">
                                      <p:cBhvr additive="base">
                                        <p:cTn id="19" dur="500" fill="hold"/>
                                        <p:tgtEl>
                                          <p:spTgt spid="78854"/>
                                        </p:tgtEl>
                                        <p:attrNameLst>
                                          <p:attrName>ppt_x</p:attrName>
                                        </p:attrNameLst>
                                      </p:cBhvr>
                                      <p:tavLst>
                                        <p:tav tm="0">
                                          <p:val>
                                            <p:strVal val="#ppt_x"/>
                                          </p:val>
                                        </p:tav>
                                        <p:tav tm="100000">
                                          <p:val>
                                            <p:strVal val="#ppt_x"/>
                                          </p:val>
                                        </p:tav>
                                      </p:tavLst>
                                    </p:anim>
                                    <p:anim calcmode="lin" valueType="num">
                                      <p:cBhvr additive="base">
                                        <p:cTn id="20" dur="500" fill="hold"/>
                                        <p:tgtEl>
                                          <p:spTgt spid="788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1169" name="Picture 2"/>
          <p:cNvPicPr>
            <a:picLocks noChangeAspect="1" noChangeArrowheads="1"/>
          </p:cNvPicPr>
          <p:nvPr>
            <p:custDataLst>
              <p:tags r:id="rId2"/>
            </p:custDataLst>
          </p:nvPr>
        </p:nvPicPr>
        <p:blipFill>
          <a:blip r:embed="rId10">
            <a:extLst>
              <a:ext uri="{28A0092B-C50C-407E-A947-70E740481C1C}">
                <a14:useLocalDpi xmlns:a14="http://schemas.microsoft.com/office/drawing/2010/main" val="0"/>
              </a:ext>
            </a:extLst>
          </a:blip>
          <a:srcRect/>
          <a:stretch>
            <a:fillRect/>
          </a:stretch>
        </p:blipFill>
        <p:spPr bwMode="auto">
          <a:xfrm>
            <a:off x="539750" y="596900"/>
            <a:ext cx="8316913" cy="626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1178" name="Picture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35150" y="1916113"/>
            <a:ext cx="3255963"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1179" name="Picture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22575" y="2646363"/>
            <a:ext cx="3255963"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1180" name="Picture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67150" y="3011488"/>
            <a:ext cx="3255963" cy="358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1181" name="Picture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92750" y="4105275"/>
            <a:ext cx="3255963" cy="230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48" name="Text Box 8"/>
          <p:cNvSpPr txBox="1">
            <a:spLocks noChangeArrowheads="1"/>
          </p:cNvSpPr>
          <p:nvPr>
            <p:custDataLst>
              <p:tags r:id="rId3"/>
            </p:custDataLst>
          </p:nvPr>
        </p:nvSpPr>
        <p:spPr bwMode="auto">
          <a:xfrm>
            <a:off x="6570663" y="1420813"/>
            <a:ext cx="2249487" cy="1641475"/>
          </a:xfrm>
          <a:prstGeom prst="rect">
            <a:avLst/>
          </a:prstGeom>
          <a:noFill/>
          <a:ln w="2540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de-AT" sz="2000" b="1" u="sng">
                <a:latin typeface="Calibri" pitchFamily="34" charset="0"/>
              </a:rPr>
              <a:t>Possibility to add:</a:t>
            </a:r>
          </a:p>
          <a:p>
            <a:pPr eaLnBrk="1" hangingPunct="1">
              <a:buFontTx/>
              <a:buChar char="•"/>
            </a:pPr>
            <a:r>
              <a:rPr lang="de-AT" sz="2000" b="1">
                <a:latin typeface="Calibri" pitchFamily="34" charset="0"/>
              </a:rPr>
              <a:t>New food</a:t>
            </a:r>
          </a:p>
          <a:p>
            <a:pPr eaLnBrk="1" hangingPunct="1">
              <a:buFontTx/>
              <a:buChar char="•"/>
            </a:pPr>
            <a:r>
              <a:rPr lang="de-AT" sz="2000" b="1">
                <a:latin typeface="Calibri" pitchFamily="34" charset="0"/>
              </a:rPr>
              <a:t>New recipe</a:t>
            </a:r>
          </a:p>
          <a:p>
            <a:pPr eaLnBrk="1" hangingPunct="1">
              <a:buFontTx/>
              <a:buChar char="•"/>
            </a:pPr>
            <a:r>
              <a:rPr lang="de-AT" sz="2000" b="1">
                <a:latin typeface="Calibri" pitchFamily="34" charset="0"/>
              </a:rPr>
              <a:t>New facet </a:t>
            </a:r>
          </a:p>
          <a:p>
            <a:pPr eaLnBrk="1" hangingPunct="1">
              <a:buFontTx/>
              <a:buChar char="•"/>
            </a:pPr>
            <a:r>
              <a:rPr lang="de-AT" sz="2000" b="1">
                <a:latin typeface="Calibri" pitchFamily="34" charset="0"/>
              </a:rPr>
              <a:t>New descriptor </a:t>
            </a:r>
            <a:endParaRPr lang="en-US" sz="2000" b="1">
              <a:latin typeface="Calibri" pitchFamily="34" charset="0"/>
            </a:endParaRPr>
          </a:p>
        </p:txBody>
      </p:sp>
      <p:grpSp>
        <p:nvGrpSpPr>
          <p:cNvPr id="215049" name="Group 9"/>
          <p:cNvGrpSpPr>
            <a:grpSpLocks/>
          </p:cNvGrpSpPr>
          <p:nvPr>
            <p:custDataLst>
              <p:tags r:id="rId4"/>
            </p:custDataLst>
          </p:nvPr>
        </p:nvGrpSpPr>
        <p:grpSpPr bwMode="auto">
          <a:xfrm>
            <a:off x="1331913" y="1339850"/>
            <a:ext cx="1008062" cy="576263"/>
            <a:chOff x="431" y="527"/>
            <a:chExt cx="635" cy="363"/>
          </a:xfrm>
        </p:grpSpPr>
        <p:sp>
          <p:nvSpPr>
            <p:cNvPr id="95244" name="Oval 10"/>
            <p:cNvSpPr>
              <a:spLocks noChangeArrowheads="1"/>
            </p:cNvSpPr>
            <p:nvPr/>
          </p:nvSpPr>
          <p:spPr bwMode="auto">
            <a:xfrm>
              <a:off x="431" y="527"/>
              <a:ext cx="544" cy="227"/>
            </a:xfrm>
            <a:prstGeom prst="ellipse">
              <a:avLst/>
            </a:prstGeom>
            <a:noFill/>
            <a:ln w="412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95245" name="Line 11"/>
            <p:cNvSpPr>
              <a:spLocks noChangeShapeType="1"/>
            </p:cNvSpPr>
            <p:nvPr/>
          </p:nvSpPr>
          <p:spPr bwMode="auto">
            <a:xfrm>
              <a:off x="884" y="709"/>
              <a:ext cx="182" cy="181"/>
            </a:xfrm>
            <a:prstGeom prst="line">
              <a:avLst/>
            </a:prstGeom>
            <a:noFill/>
            <a:ln w="3175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grpSp>
      <p:sp>
        <p:nvSpPr>
          <p:cNvPr id="95241" name="Text Box 12"/>
          <p:cNvSpPr txBox="1">
            <a:spLocks noChangeArrowheads="1"/>
          </p:cNvSpPr>
          <p:nvPr>
            <p:custDataLst>
              <p:tags r:id="rId5"/>
            </p:custDataLst>
          </p:nvPr>
        </p:nvSpPr>
        <p:spPr bwMode="auto">
          <a:xfrm>
            <a:off x="107950" y="-22225"/>
            <a:ext cx="87852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GB" sz="3200">
                <a:solidFill>
                  <a:srgbClr val="0066FF"/>
                </a:solidFill>
              </a:rPr>
              <a:t>EPIC-Soft: A flexible descriptive system</a:t>
            </a:r>
          </a:p>
        </p:txBody>
      </p:sp>
      <p:sp>
        <p:nvSpPr>
          <p:cNvPr id="215053" name="Oval 13"/>
          <p:cNvSpPr>
            <a:spLocks noChangeArrowheads="1"/>
          </p:cNvSpPr>
          <p:nvPr>
            <p:custDataLst>
              <p:tags r:id="rId6"/>
            </p:custDataLst>
          </p:nvPr>
        </p:nvSpPr>
        <p:spPr bwMode="auto">
          <a:xfrm>
            <a:off x="1828800" y="2420938"/>
            <a:ext cx="863600" cy="360362"/>
          </a:xfrm>
          <a:prstGeom prst="ellipse">
            <a:avLst/>
          </a:prstGeom>
          <a:noFill/>
          <a:ln w="412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215054" name="Oval 14"/>
          <p:cNvSpPr>
            <a:spLocks noChangeArrowheads="1"/>
          </p:cNvSpPr>
          <p:nvPr>
            <p:custDataLst>
              <p:tags r:id="rId7"/>
            </p:custDataLst>
          </p:nvPr>
        </p:nvSpPr>
        <p:spPr bwMode="auto">
          <a:xfrm>
            <a:off x="1828800" y="1773238"/>
            <a:ext cx="863600" cy="360362"/>
          </a:xfrm>
          <a:prstGeom prst="ellipse">
            <a:avLst/>
          </a:prstGeom>
          <a:noFill/>
          <a:ln w="412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Tree>
    <p:custDataLst>
      <p:tags r:id="rId1"/>
    </p:custDataLst>
    <p:extLst>
      <p:ext uri="{BB962C8B-B14F-4D97-AF65-F5344CB8AC3E}">
        <p14:creationId xmlns:p14="http://schemas.microsoft.com/office/powerpoint/2010/main" val="33710489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5049"/>
                                        </p:tgtEl>
                                        <p:attrNameLst>
                                          <p:attrName>style.visibility</p:attrName>
                                        </p:attrNameLst>
                                      </p:cBhvr>
                                      <p:to>
                                        <p:strVal val="visible"/>
                                      </p:to>
                                    </p:set>
                                    <p:animEffect transition="in" filter="blinds(horizontal)">
                                      <p:cBhvr>
                                        <p:cTn id="7" dur="500"/>
                                        <p:tgtEl>
                                          <p:spTgt spid="215049"/>
                                        </p:tgtEl>
                                      </p:cBhvr>
                                    </p:animEffect>
                                  </p:childTnLst>
                                </p:cTn>
                              </p:par>
                              <p:par>
                                <p:cTn id="8" presetID="14" presetClass="entr" presetSubtype="10" fill="hold" nodeType="withEffect">
                                  <p:stCondLst>
                                    <p:cond delay="0"/>
                                  </p:stCondLst>
                                  <p:childTnLst>
                                    <p:set>
                                      <p:cBhvr>
                                        <p:cTn id="9" dur="1" fill="hold">
                                          <p:stCondLst>
                                            <p:cond delay="0"/>
                                          </p:stCondLst>
                                        </p:cTn>
                                        <p:tgtEl>
                                          <p:spTgt spid="391169"/>
                                        </p:tgtEl>
                                        <p:attrNameLst>
                                          <p:attrName>style.visibility</p:attrName>
                                        </p:attrNameLst>
                                      </p:cBhvr>
                                      <p:to>
                                        <p:strVal val="visible"/>
                                      </p:to>
                                    </p:set>
                                    <p:animEffect transition="in" filter="randombar(horizontal)">
                                      <p:cBhvr>
                                        <p:cTn id="10" dur="500"/>
                                        <p:tgtEl>
                                          <p:spTgt spid="391169"/>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4" presetClass="entr" presetSubtype="10" fill="hold" nodeType="clickEffect">
                                  <p:stCondLst>
                                    <p:cond delay="0"/>
                                  </p:stCondLst>
                                  <p:childTnLst>
                                    <p:set>
                                      <p:cBhvr>
                                        <p:cTn id="14" dur="1" fill="hold">
                                          <p:stCondLst>
                                            <p:cond delay="0"/>
                                          </p:stCondLst>
                                        </p:cTn>
                                        <p:tgtEl>
                                          <p:spTgt spid="391178"/>
                                        </p:tgtEl>
                                        <p:attrNameLst>
                                          <p:attrName>style.visibility</p:attrName>
                                        </p:attrNameLst>
                                      </p:cBhvr>
                                      <p:to>
                                        <p:strVal val="visible"/>
                                      </p:to>
                                    </p:set>
                                    <p:animEffect transition="in" filter="randombar(horizontal)">
                                      <p:cBhvr>
                                        <p:cTn id="15" dur="500"/>
                                        <p:tgtEl>
                                          <p:spTgt spid="39117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15054"/>
                                        </p:tgtEl>
                                        <p:attrNameLst>
                                          <p:attrName>style.visibility</p:attrName>
                                        </p:attrNameLst>
                                      </p:cBhvr>
                                      <p:to>
                                        <p:strVal val="visible"/>
                                      </p:to>
                                    </p:set>
                                    <p:animEffect transition="in" filter="blinds(horizontal)">
                                      <p:cBhvr>
                                        <p:cTn id="20" dur="500"/>
                                        <p:tgtEl>
                                          <p:spTgt spid="215054"/>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215053"/>
                                        </p:tgtEl>
                                        <p:attrNameLst>
                                          <p:attrName>style.visibility</p:attrName>
                                        </p:attrNameLst>
                                      </p:cBhvr>
                                      <p:to>
                                        <p:strVal val="visible"/>
                                      </p:to>
                                    </p:set>
                                    <p:animEffect transition="in" filter="blinds(horizontal)">
                                      <p:cBhvr>
                                        <p:cTn id="23" dur="500"/>
                                        <p:tgtEl>
                                          <p:spTgt spid="21505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4" presetClass="entr" presetSubtype="10" fill="hold" nodeType="clickEffect">
                                  <p:stCondLst>
                                    <p:cond delay="0"/>
                                  </p:stCondLst>
                                  <p:childTnLst>
                                    <p:set>
                                      <p:cBhvr>
                                        <p:cTn id="27" dur="1" fill="hold">
                                          <p:stCondLst>
                                            <p:cond delay="0"/>
                                          </p:stCondLst>
                                        </p:cTn>
                                        <p:tgtEl>
                                          <p:spTgt spid="391179"/>
                                        </p:tgtEl>
                                        <p:attrNameLst>
                                          <p:attrName>style.visibility</p:attrName>
                                        </p:attrNameLst>
                                      </p:cBhvr>
                                      <p:to>
                                        <p:strVal val="visible"/>
                                      </p:to>
                                    </p:set>
                                    <p:animEffect transition="in" filter="randombar(horizontal)">
                                      <p:cBhvr>
                                        <p:cTn id="28" dur="500"/>
                                        <p:tgtEl>
                                          <p:spTgt spid="39117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4" presetClass="entr" presetSubtype="10" fill="hold" nodeType="clickEffect">
                                  <p:stCondLst>
                                    <p:cond delay="0"/>
                                  </p:stCondLst>
                                  <p:childTnLst>
                                    <p:set>
                                      <p:cBhvr>
                                        <p:cTn id="32" dur="1" fill="hold">
                                          <p:stCondLst>
                                            <p:cond delay="0"/>
                                          </p:stCondLst>
                                        </p:cTn>
                                        <p:tgtEl>
                                          <p:spTgt spid="391180"/>
                                        </p:tgtEl>
                                        <p:attrNameLst>
                                          <p:attrName>style.visibility</p:attrName>
                                        </p:attrNameLst>
                                      </p:cBhvr>
                                      <p:to>
                                        <p:strVal val="visible"/>
                                      </p:to>
                                    </p:set>
                                    <p:animEffect transition="in" filter="randombar(horizontal)">
                                      <p:cBhvr>
                                        <p:cTn id="33" dur="500"/>
                                        <p:tgtEl>
                                          <p:spTgt spid="39118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4" presetClass="entr" presetSubtype="10" fill="hold" nodeType="clickEffect">
                                  <p:stCondLst>
                                    <p:cond delay="0"/>
                                  </p:stCondLst>
                                  <p:childTnLst>
                                    <p:set>
                                      <p:cBhvr>
                                        <p:cTn id="37" dur="1" fill="hold">
                                          <p:stCondLst>
                                            <p:cond delay="0"/>
                                          </p:stCondLst>
                                        </p:cTn>
                                        <p:tgtEl>
                                          <p:spTgt spid="391181"/>
                                        </p:tgtEl>
                                        <p:attrNameLst>
                                          <p:attrName>style.visibility</p:attrName>
                                        </p:attrNameLst>
                                      </p:cBhvr>
                                      <p:to>
                                        <p:strVal val="visible"/>
                                      </p:to>
                                    </p:set>
                                    <p:animEffect transition="in" filter="randombar(horizontal)">
                                      <p:cBhvr>
                                        <p:cTn id="38" dur="500"/>
                                        <p:tgtEl>
                                          <p:spTgt spid="391181"/>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150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8" grpId="0" animBg="1"/>
      <p:bldP spid="215053" grpId="0" animBg="1"/>
      <p:bldP spid="21505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58" name="Picture 3"/>
          <p:cNvPicPr>
            <a:picLocks noChangeAspect="1" noChangeArrowheads="1"/>
          </p:cNvPicPr>
          <p:nvPr>
            <p:custDataLst>
              <p:tags r:id="rId2"/>
            </p:custDataLst>
          </p:nvPr>
        </p:nvPicPr>
        <p:blipFill>
          <a:blip r:embed="rId5">
            <a:extLst>
              <a:ext uri="{28A0092B-C50C-407E-A947-70E740481C1C}">
                <a14:useLocalDpi xmlns:a14="http://schemas.microsoft.com/office/drawing/2010/main" val="0"/>
              </a:ext>
            </a:extLst>
          </a:blip>
          <a:srcRect t="2101"/>
          <a:stretch>
            <a:fillRect/>
          </a:stretch>
        </p:blipFill>
        <p:spPr bwMode="auto">
          <a:xfrm>
            <a:off x="611188" y="615950"/>
            <a:ext cx="7931150" cy="610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59" name="Text Box 12"/>
          <p:cNvSpPr txBox="1">
            <a:spLocks noChangeArrowheads="1"/>
          </p:cNvSpPr>
          <p:nvPr>
            <p:custDataLst>
              <p:tags r:id="rId3"/>
            </p:custDataLst>
          </p:nvPr>
        </p:nvSpPr>
        <p:spPr bwMode="auto">
          <a:xfrm>
            <a:off x="107950" y="-22225"/>
            <a:ext cx="87852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GB" sz="3200">
                <a:solidFill>
                  <a:srgbClr val="0066FF"/>
                </a:solidFill>
              </a:rPr>
              <a:t>EPIC-Soft: A powerful recipe handling system</a:t>
            </a:r>
          </a:p>
        </p:txBody>
      </p:sp>
    </p:spTree>
    <p:custDataLst>
      <p:tags r:id="rId1"/>
    </p:custDataLst>
    <p:extLst>
      <p:ext uri="{BB962C8B-B14F-4D97-AF65-F5344CB8AC3E}">
        <p14:creationId xmlns:p14="http://schemas.microsoft.com/office/powerpoint/2010/main" val="73437357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282" name="Picture 3"/>
          <p:cNvPicPr>
            <a:picLocks noChangeAspect="1" noChangeArrowheads="1"/>
          </p:cNvPicPr>
          <p:nvPr>
            <p:custDataLst>
              <p:tags r:id="rId2"/>
            </p:custDataLst>
          </p:nvPr>
        </p:nvPicPr>
        <p:blipFill>
          <a:blip r:embed="rId5">
            <a:extLst>
              <a:ext uri="{28A0092B-C50C-407E-A947-70E740481C1C}">
                <a14:useLocalDpi xmlns:a14="http://schemas.microsoft.com/office/drawing/2010/main" val="0"/>
              </a:ext>
            </a:extLst>
          </a:blip>
          <a:srcRect/>
          <a:stretch>
            <a:fillRect/>
          </a:stretch>
        </p:blipFill>
        <p:spPr bwMode="auto">
          <a:xfrm>
            <a:off x="179388" y="647700"/>
            <a:ext cx="8755062" cy="674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3" name="Text Box 12"/>
          <p:cNvSpPr txBox="1">
            <a:spLocks noChangeArrowheads="1"/>
          </p:cNvSpPr>
          <p:nvPr>
            <p:custDataLst>
              <p:tags r:id="rId3"/>
            </p:custDataLst>
          </p:nvPr>
        </p:nvSpPr>
        <p:spPr bwMode="auto">
          <a:xfrm>
            <a:off x="107950" y="-22225"/>
            <a:ext cx="87852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GB" sz="3200">
                <a:solidFill>
                  <a:srgbClr val="0066FF"/>
                </a:solidFill>
              </a:rPr>
              <a:t>EPIC-Soft: A powerful recipe handling system</a:t>
            </a:r>
          </a:p>
        </p:txBody>
      </p:sp>
    </p:spTree>
    <p:custDataLst>
      <p:tags r:id="rId1"/>
    </p:custDataLst>
    <p:extLst>
      <p:ext uri="{BB962C8B-B14F-4D97-AF65-F5344CB8AC3E}">
        <p14:creationId xmlns:p14="http://schemas.microsoft.com/office/powerpoint/2010/main" val="16628890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6" name="Picture 3"/>
          <p:cNvPicPr>
            <a:picLocks noChangeAspect="1" noChangeArrowheads="1"/>
          </p:cNvPicPr>
          <p:nvPr>
            <p:custDataLst>
              <p:tags r:id="rId2"/>
            </p:custDataLst>
          </p:nvPr>
        </p:nvPicPr>
        <p:blipFill>
          <a:blip r:embed="rId10">
            <a:extLst>
              <a:ext uri="{28A0092B-C50C-407E-A947-70E740481C1C}">
                <a14:useLocalDpi xmlns:a14="http://schemas.microsoft.com/office/drawing/2010/main" val="0"/>
              </a:ext>
            </a:extLst>
          </a:blip>
          <a:srcRect l="1028" t="2995"/>
          <a:stretch>
            <a:fillRect/>
          </a:stretch>
        </p:blipFill>
        <p:spPr bwMode="auto">
          <a:xfrm>
            <a:off x="323850" y="606425"/>
            <a:ext cx="8134350" cy="62785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15362" name="Picture 4"/>
          <p:cNvPicPr>
            <a:picLocks noChangeAspect="1" noChangeArrowheads="1"/>
          </p:cNvPicPr>
          <p:nvPr>
            <p:custDataLst>
              <p:tags r:id="rId3"/>
            </p:custDataLst>
          </p:nvPr>
        </p:nvPicPr>
        <p:blipFill>
          <a:blip r:embed="rId11">
            <a:extLst>
              <a:ext uri="{28A0092B-C50C-407E-A947-70E740481C1C}">
                <a14:useLocalDpi xmlns:a14="http://schemas.microsoft.com/office/drawing/2010/main" val="0"/>
              </a:ext>
            </a:extLst>
          </a:blip>
          <a:srcRect/>
          <a:stretch>
            <a:fillRect/>
          </a:stretch>
        </p:blipFill>
        <p:spPr bwMode="auto">
          <a:xfrm>
            <a:off x="2552700" y="1543050"/>
            <a:ext cx="4038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3" name="Picture 5"/>
          <p:cNvPicPr>
            <a:picLocks noChangeAspect="1" noChangeArrowheads="1"/>
          </p:cNvPicPr>
          <p:nvPr>
            <p:custDataLst>
              <p:tags r:id="rId4"/>
            </p:custDataLst>
          </p:nvPr>
        </p:nvPicPr>
        <p:blipFill>
          <a:blip r:embed="rId12">
            <a:extLst>
              <a:ext uri="{28A0092B-C50C-407E-A947-70E740481C1C}">
                <a14:useLocalDpi xmlns:a14="http://schemas.microsoft.com/office/drawing/2010/main" val="0"/>
              </a:ext>
            </a:extLst>
          </a:blip>
          <a:srcRect/>
          <a:stretch>
            <a:fillRect/>
          </a:stretch>
        </p:blipFill>
        <p:spPr bwMode="auto">
          <a:xfrm>
            <a:off x="2843213" y="1844675"/>
            <a:ext cx="4038600" cy="270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4" name="Picture 7"/>
          <p:cNvPicPr>
            <a:picLocks noChangeAspect="1" noChangeArrowheads="1"/>
          </p:cNvPicPr>
          <p:nvPr>
            <p:custDataLst>
              <p:tags r:id="rId5"/>
            </p:custDataLst>
          </p:nvPr>
        </p:nvPicPr>
        <p:blipFill>
          <a:blip r:embed="rId13">
            <a:extLst>
              <a:ext uri="{28A0092B-C50C-407E-A947-70E740481C1C}">
                <a14:useLocalDpi xmlns:a14="http://schemas.microsoft.com/office/drawing/2010/main" val="0"/>
              </a:ext>
            </a:extLst>
          </a:blip>
          <a:srcRect/>
          <a:stretch>
            <a:fillRect/>
          </a:stretch>
        </p:blipFill>
        <p:spPr bwMode="auto">
          <a:xfrm>
            <a:off x="3132138" y="2133600"/>
            <a:ext cx="4038600"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5" name="Picture 8"/>
          <p:cNvPicPr>
            <a:picLocks noChangeAspect="1" noChangeArrowheads="1"/>
          </p:cNvPicPr>
          <p:nvPr>
            <p:custDataLst>
              <p:tags r:id="rId6"/>
            </p:custDataLst>
          </p:nvPr>
        </p:nvPicPr>
        <p:blipFill>
          <a:blip r:embed="rId14">
            <a:extLst>
              <a:ext uri="{28A0092B-C50C-407E-A947-70E740481C1C}">
                <a14:useLocalDpi xmlns:a14="http://schemas.microsoft.com/office/drawing/2010/main" val="0"/>
              </a:ext>
            </a:extLst>
          </a:blip>
          <a:srcRect/>
          <a:stretch>
            <a:fillRect/>
          </a:stretch>
        </p:blipFill>
        <p:spPr bwMode="auto">
          <a:xfrm>
            <a:off x="3419475" y="2420938"/>
            <a:ext cx="4038600" cy="270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7" name="Picture 9"/>
          <p:cNvPicPr>
            <a:picLocks noChangeAspect="1" noChangeArrowheads="1"/>
          </p:cNvPicPr>
          <p:nvPr>
            <p:custDataLst>
              <p:tags r:id="rId7"/>
            </p:custDataLst>
          </p:nvPr>
        </p:nvPicPr>
        <p:blipFill>
          <a:blip r:embed="rId15">
            <a:extLst>
              <a:ext uri="{28A0092B-C50C-407E-A947-70E740481C1C}">
                <a14:useLocalDpi xmlns:a14="http://schemas.microsoft.com/office/drawing/2010/main" val="0"/>
              </a:ext>
            </a:extLst>
          </a:blip>
          <a:srcRect/>
          <a:stretch>
            <a:fillRect/>
          </a:stretch>
        </p:blipFill>
        <p:spPr bwMode="auto">
          <a:xfrm>
            <a:off x="3708400" y="2708275"/>
            <a:ext cx="3829050" cy="205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12" name="Text Box 12"/>
          <p:cNvSpPr txBox="1">
            <a:spLocks noChangeArrowheads="1"/>
          </p:cNvSpPr>
          <p:nvPr>
            <p:custDataLst>
              <p:tags r:id="rId8"/>
            </p:custDataLst>
          </p:nvPr>
        </p:nvSpPr>
        <p:spPr bwMode="auto">
          <a:xfrm>
            <a:off x="107950" y="-26988"/>
            <a:ext cx="87852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GB" sz="3200">
                <a:solidFill>
                  <a:srgbClr val="0066FF"/>
                </a:solidFill>
              </a:rPr>
              <a:t>EPIC-Soft: A powerful recipe handling system</a:t>
            </a:r>
          </a:p>
        </p:txBody>
      </p:sp>
    </p:spTree>
    <p:custDataLst>
      <p:tags r:id="rId1"/>
    </p:custDataLst>
    <p:extLst>
      <p:ext uri="{BB962C8B-B14F-4D97-AF65-F5344CB8AC3E}">
        <p14:creationId xmlns:p14="http://schemas.microsoft.com/office/powerpoint/2010/main" val="21919444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5362"/>
                                        </p:tgtEl>
                                        <p:attrNameLst>
                                          <p:attrName>style.visibility</p:attrName>
                                        </p:attrNameLst>
                                      </p:cBhvr>
                                      <p:to>
                                        <p:strVal val="visible"/>
                                      </p:to>
                                    </p:set>
                                    <p:anim calcmode="lin" valueType="num">
                                      <p:cBhvr additive="base">
                                        <p:cTn id="7" dur="500" fill="hold"/>
                                        <p:tgtEl>
                                          <p:spTgt spid="15362"/>
                                        </p:tgtEl>
                                        <p:attrNameLst>
                                          <p:attrName>ppt_x</p:attrName>
                                        </p:attrNameLst>
                                      </p:cBhvr>
                                      <p:tavLst>
                                        <p:tav tm="0">
                                          <p:val>
                                            <p:strVal val="1+#ppt_w/2"/>
                                          </p:val>
                                        </p:tav>
                                        <p:tav tm="100000">
                                          <p:val>
                                            <p:strVal val="#ppt_x"/>
                                          </p:val>
                                        </p:tav>
                                      </p:tavLst>
                                    </p:anim>
                                    <p:anim calcmode="lin" valueType="num">
                                      <p:cBhvr additive="base">
                                        <p:cTn id="8" dur="500" fill="hold"/>
                                        <p:tgtEl>
                                          <p:spTgt spid="1536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5363"/>
                                        </p:tgtEl>
                                        <p:attrNameLst>
                                          <p:attrName>style.visibility</p:attrName>
                                        </p:attrNameLst>
                                      </p:cBhvr>
                                      <p:to>
                                        <p:strVal val="visible"/>
                                      </p:to>
                                    </p:set>
                                    <p:anim calcmode="lin" valueType="num">
                                      <p:cBhvr additive="base">
                                        <p:cTn id="13" dur="500" fill="hold"/>
                                        <p:tgtEl>
                                          <p:spTgt spid="15363"/>
                                        </p:tgtEl>
                                        <p:attrNameLst>
                                          <p:attrName>ppt_x</p:attrName>
                                        </p:attrNameLst>
                                      </p:cBhvr>
                                      <p:tavLst>
                                        <p:tav tm="0">
                                          <p:val>
                                            <p:strVal val="1+#ppt_w/2"/>
                                          </p:val>
                                        </p:tav>
                                        <p:tav tm="100000">
                                          <p:val>
                                            <p:strVal val="#ppt_x"/>
                                          </p:val>
                                        </p:tav>
                                      </p:tavLst>
                                    </p:anim>
                                    <p:anim calcmode="lin" valueType="num">
                                      <p:cBhvr additive="base">
                                        <p:cTn id="14" dur="500" fill="hold"/>
                                        <p:tgtEl>
                                          <p:spTgt spid="1536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5364"/>
                                        </p:tgtEl>
                                        <p:attrNameLst>
                                          <p:attrName>style.visibility</p:attrName>
                                        </p:attrNameLst>
                                      </p:cBhvr>
                                      <p:to>
                                        <p:strVal val="visible"/>
                                      </p:to>
                                    </p:set>
                                    <p:anim calcmode="lin" valueType="num">
                                      <p:cBhvr additive="base">
                                        <p:cTn id="19" dur="500" fill="hold"/>
                                        <p:tgtEl>
                                          <p:spTgt spid="15364"/>
                                        </p:tgtEl>
                                        <p:attrNameLst>
                                          <p:attrName>ppt_x</p:attrName>
                                        </p:attrNameLst>
                                      </p:cBhvr>
                                      <p:tavLst>
                                        <p:tav tm="0">
                                          <p:val>
                                            <p:strVal val="1+#ppt_w/2"/>
                                          </p:val>
                                        </p:tav>
                                        <p:tav tm="100000">
                                          <p:val>
                                            <p:strVal val="#ppt_x"/>
                                          </p:val>
                                        </p:tav>
                                      </p:tavLst>
                                    </p:anim>
                                    <p:anim calcmode="lin" valueType="num">
                                      <p:cBhvr additive="base">
                                        <p:cTn id="20" dur="500" fill="hold"/>
                                        <p:tgtEl>
                                          <p:spTgt spid="1536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15365"/>
                                        </p:tgtEl>
                                        <p:attrNameLst>
                                          <p:attrName>style.visibility</p:attrName>
                                        </p:attrNameLst>
                                      </p:cBhvr>
                                      <p:to>
                                        <p:strVal val="visible"/>
                                      </p:to>
                                    </p:set>
                                    <p:anim calcmode="lin" valueType="num">
                                      <p:cBhvr additive="base">
                                        <p:cTn id="25" dur="500" fill="hold"/>
                                        <p:tgtEl>
                                          <p:spTgt spid="15365"/>
                                        </p:tgtEl>
                                        <p:attrNameLst>
                                          <p:attrName>ppt_x</p:attrName>
                                        </p:attrNameLst>
                                      </p:cBhvr>
                                      <p:tavLst>
                                        <p:tav tm="0">
                                          <p:val>
                                            <p:strVal val="1+#ppt_w/2"/>
                                          </p:val>
                                        </p:tav>
                                        <p:tav tm="100000">
                                          <p:val>
                                            <p:strVal val="#ppt_x"/>
                                          </p:val>
                                        </p:tav>
                                      </p:tavLst>
                                    </p:anim>
                                    <p:anim calcmode="lin" valueType="num">
                                      <p:cBhvr additive="base">
                                        <p:cTn id="26" dur="500" fill="hold"/>
                                        <p:tgtEl>
                                          <p:spTgt spid="15365"/>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nodeType="clickEffect">
                                  <p:stCondLst>
                                    <p:cond delay="0"/>
                                  </p:stCondLst>
                                  <p:childTnLst>
                                    <p:set>
                                      <p:cBhvr>
                                        <p:cTn id="30" dur="1" fill="hold">
                                          <p:stCondLst>
                                            <p:cond delay="0"/>
                                          </p:stCondLst>
                                        </p:cTn>
                                        <p:tgtEl>
                                          <p:spTgt spid="15367"/>
                                        </p:tgtEl>
                                        <p:attrNameLst>
                                          <p:attrName>style.visibility</p:attrName>
                                        </p:attrNameLst>
                                      </p:cBhvr>
                                      <p:to>
                                        <p:strVal val="visible"/>
                                      </p:to>
                                    </p:set>
                                    <p:anim calcmode="lin" valueType="num">
                                      <p:cBhvr additive="base">
                                        <p:cTn id="31" dur="500" fill="hold"/>
                                        <p:tgtEl>
                                          <p:spTgt spid="15367"/>
                                        </p:tgtEl>
                                        <p:attrNameLst>
                                          <p:attrName>ppt_x</p:attrName>
                                        </p:attrNameLst>
                                      </p:cBhvr>
                                      <p:tavLst>
                                        <p:tav tm="0">
                                          <p:val>
                                            <p:strVal val="1+#ppt_w/2"/>
                                          </p:val>
                                        </p:tav>
                                        <p:tav tm="100000">
                                          <p:val>
                                            <p:strVal val="#ppt_x"/>
                                          </p:val>
                                        </p:tav>
                                      </p:tavLst>
                                    </p:anim>
                                    <p:anim calcmode="lin" valueType="num">
                                      <p:cBhvr additive="base">
                                        <p:cTn id="32" dur="500" fill="hold"/>
                                        <p:tgtEl>
                                          <p:spTgt spid="1536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30" name="Picture 3"/>
          <p:cNvPicPr>
            <a:picLocks noChangeAspect="1" noChangeArrowheads="1"/>
          </p:cNvPicPr>
          <p:nvPr>
            <p:custDataLst>
              <p:tags r:id="rId2"/>
            </p:custDataLst>
          </p:nvPr>
        </p:nvPicPr>
        <p:blipFill>
          <a:blip r:embed="rId6">
            <a:extLst>
              <a:ext uri="{28A0092B-C50C-407E-A947-70E740481C1C}">
                <a14:useLocalDpi xmlns:a14="http://schemas.microsoft.com/office/drawing/2010/main" val="0"/>
              </a:ext>
            </a:extLst>
          </a:blip>
          <a:srcRect/>
          <a:stretch>
            <a:fillRect/>
          </a:stretch>
        </p:blipFill>
        <p:spPr bwMode="auto">
          <a:xfrm>
            <a:off x="539750" y="617538"/>
            <a:ext cx="7810500" cy="446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1" name="TextBox 10"/>
          <p:cNvSpPr txBox="1">
            <a:spLocks noChangeArrowheads="1"/>
          </p:cNvSpPr>
          <p:nvPr>
            <p:custDataLst>
              <p:tags r:id="rId3"/>
            </p:custDataLst>
          </p:nvPr>
        </p:nvSpPr>
        <p:spPr bwMode="auto">
          <a:xfrm>
            <a:off x="22225" y="5276850"/>
            <a:ext cx="914400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GB" b="1">
                <a:solidFill>
                  <a:srgbClr val="0033CC"/>
                </a:solidFill>
                <a:latin typeface="Calibri" pitchFamily="34" charset="0"/>
              </a:rPr>
              <a:t>Possibilities to:</a:t>
            </a:r>
          </a:p>
          <a:p>
            <a:pPr eaLnBrk="1" hangingPunct="1"/>
            <a:r>
              <a:rPr lang="en-GB" b="1">
                <a:solidFill>
                  <a:srgbClr val="0033CC"/>
                </a:solidFill>
                <a:latin typeface="Calibri" pitchFamily="34" charset="0"/>
              </a:rPr>
              <a:t>- re-describe ingredients</a:t>
            </a:r>
          </a:p>
          <a:p>
            <a:pPr eaLnBrk="1" hangingPunct="1"/>
            <a:r>
              <a:rPr lang="en-GB" b="1">
                <a:solidFill>
                  <a:srgbClr val="0033CC"/>
                </a:solidFill>
                <a:latin typeface="Calibri" pitchFamily="34" charset="0"/>
              </a:rPr>
              <a:t>- Substitute ingredient by another one within the same group/subgroup</a:t>
            </a:r>
          </a:p>
          <a:p>
            <a:pPr eaLnBrk="1" hangingPunct="1"/>
            <a:r>
              <a:rPr lang="en-GB" b="1">
                <a:solidFill>
                  <a:srgbClr val="0033CC"/>
                </a:solidFill>
                <a:latin typeface="Calibri" pitchFamily="34" charset="0"/>
              </a:rPr>
              <a:t>- Add or delete ingredients with appropriate recalculation and quality controls</a:t>
            </a:r>
          </a:p>
          <a:p>
            <a:pPr eaLnBrk="1" hangingPunct="1"/>
            <a:r>
              <a:rPr lang="en-GB" b="1">
                <a:solidFill>
                  <a:srgbClr val="0033CC"/>
                </a:solidFill>
                <a:latin typeface="Calibri" pitchFamily="34" charset="0"/>
              </a:rPr>
              <a:t> </a:t>
            </a:r>
          </a:p>
        </p:txBody>
      </p:sp>
      <p:sp>
        <p:nvSpPr>
          <p:cNvPr id="99332" name="Text Box 12"/>
          <p:cNvSpPr txBox="1">
            <a:spLocks noChangeArrowheads="1"/>
          </p:cNvSpPr>
          <p:nvPr>
            <p:custDataLst>
              <p:tags r:id="rId4"/>
            </p:custDataLst>
          </p:nvPr>
        </p:nvSpPr>
        <p:spPr bwMode="auto">
          <a:xfrm>
            <a:off x="250825" y="-26988"/>
            <a:ext cx="87852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GB" sz="3200">
                <a:solidFill>
                  <a:srgbClr val="0066FF"/>
                </a:solidFill>
              </a:rPr>
              <a:t>EPIC-Soft: A powerful recipe handling system</a:t>
            </a:r>
          </a:p>
        </p:txBody>
      </p:sp>
    </p:spTree>
    <p:custDataLst>
      <p:tags r:id="rId1"/>
    </p:custDataLst>
    <p:extLst>
      <p:ext uri="{BB962C8B-B14F-4D97-AF65-F5344CB8AC3E}">
        <p14:creationId xmlns:p14="http://schemas.microsoft.com/office/powerpoint/2010/main" val="265873811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 Box 2"/>
          <p:cNvSpPr txBox="1">
            <a:spLocks noChangeArrowheads="1"/>
          </p:cNvSpPr>
          <p:nvPr>
            <p:custDataLst>
              <p:tags r:id="rId2"/>
            </p:custDataLst>
          </p:nvPr>
        </p:nvSpPr>
        <p:spPr bwMode="auto">
          <a:xfrm>
            <a:off x="250825" y="692150"/>
            <a:ext cx="3584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GB" sz="2400" b="1">
                <a:solidFill>
                  <a:srgbClr val="0066FF"/>
                </a:solidFill>
              </a:rPr>
              <a:t>Quantification methods</a:t>
            </a:r>
            <a:endParaRPr lang="en-US" sz="2400" b="1">
              <a:solidFill>
                <a:srgbClr val="0066FF"/>
              </a:solidFill>
            </a:endParaRPr>
          </a:p>
        </p:txBody>
      </p:sp>
      <p:sp>
        <p:nvSpPr>
          <p:cNvPr id="100355" name="Text Box 8"/>
          <p:cNvSpPr txBox="1">
            <a:spLocks noChangeArrowheads="1"/>
          </p:cNvSpPr>
          <p:nvPr>
            <p:custDataLst>
              <p:tags r:id="rId3"/>
            </p:custDataLst>
          </p:nvPr>
        </p:nvSpPr>
        <p:spPr bwMode="auto">
          <a:xfrm>
            <a:off x="250825" y="-20638"/>
            <a:ext cx="87852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GB" sz="3200">
                <a:solidFill>
                  <a:srgbClr val="0066FF"/>
                </a:solidFill>
              </a:rPr>
              <a:t>EPIC-Soft:</a:t>
            </a:r>
            <a:r>
              <a:rPr lang="en-GB" sz="3200"/>
              <a:t> </a:t>
            </a:r>
            <a:r>
              <a:rPr lang="en-GB" sz="3200">
                <a:solidFill>
                  <a:srgbClr val="0066FF"/>
                </a:solidFill>
              </a:rPr>
              <a:t>Food/Recipe Quantification</a:t>
            </a:r>
          </a:p>
        </p:txBody>
      </p:sp>
      <p:pic>
        <p:nvPicPr>
          <p:cNvPr id="100356" name="Picture 5"/>
          <p:cNvPicPr>
            <a:picLocks noChangeAspect="1" noChangeArrowheads="1"/>
          </p:cNvPicPr>
          <p:nvPr>
            <p:custDataLst>
              <p:tags r:id="rId4"/>
            </p:custDataLst>
          </p:nvPr>
        </p:nvPicPr>
        <p:blipFill>
          <a:blip r:embed="rId8">
            <a:extLst>
              <a:ext uri="{28A0092B-C50C-407E-A947-70E740481C1C}">
                <a14:useLocalDpi xmlns:a14="http://schemas.microsoft.com/office/drawing/2010/main" val="0"/>
              </a:ext>
            </a:extLst>
          </a:blip>
          <a:srcRect/>
          <a:stretch>
            <a:fillRect/>
          </a:stretch>
        </p:blipFill>
        <p:spPr bwMode="auto">
          <a:xfrm>
            <a:off x="4643438" y="692150"/>
            <a:ext cx="4448175" cy="6121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100357" name="Picture 6"/>
          <p:cNvPicPr>
            <a:picLocks noChangeAspect="1" noChangeArrowheads="1"/>
          </p:cNvPicPr>
          <p:nvPr>
            <p:custDataLst>
              <p:tags r:id="rId5"/>
            </p:custDataLst>
          </p:nvPr>
        </p:nvPicPr>
        <p:blipFill>
          <a:blip r:embed="rId9">
            <a:extLst>
              <a:ext uri="{28A0092B-C50C-407E-A947-70E740481C1C}">
                <a14:useLocalDpi xmlns:a14="http://schemas.microsoft.com/office/drawing/2010/main" val="0"/>
              </a:ext>
            </a:extLst>
          </a:blip>
          <a:srcRect/>
          <a:stretch>
            <a:fillRect/>
          </a:stretch>
        </p:blipFill>
        <p:spPr bwMode="auto">
          <a:xfrm>
            <a:off x="107950" y="1052513"/>
            <a:ext cx="3529013" cy="254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358" name="Picture 7"/>
          <p:cNvPicPr>
            <a:picLocks noChangeAspect="1" noChangeArrowheads="1"/>
          </p:cNvPicPr>
          <p:nvPr>
            <p:custDataLst>
              <p:tags r:id="rId6"/>
            </p:custDataLst>
          </p:nvPr>
        </p:nvPicPr>
        <p:blipFill>
          <a:blip r:embed="rId10">
            <a:extLst>
              <a:ext uri="{28A0092B-C50C-407E-A947-70E740481C1C}">
                <a14:useLocalDpi xmlns:a14="http://schemas.microsoft.com/office/drawing/2010/main" val="0"/>
              </a:ext>
            </a:extLst>
          </a:blip>
          <a:srcRect/>
          <a:stretch>
            <a:fillRect/>
          </a:stretch>
        </p:blipFill>
        <p:spPr bwMode="auto">
          <a:xfrm>
            <a:off x="827088" y="3113088"/>
            <a:ext cx="3600450" cy="218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17874583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ext Box 9"/>
          <p:cNvSpPr txBox="1">
            <a:spLocks noChangeArrowheads="1"/>
          </p:cNvSpPr>
          <p:nvPr>
            <p:custDataLst>
              <p:tags r:id="rId2"/>
            </p:custDataLst>
          </p:nvPr>
        </p:nvSpPr>
        <p:spPr bwMode="auto">
          <a:xfrm>
            <a:off x="466725" y="-26988"/>
            <a:ext cx="87852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GB" sz="3200">
                <a:solidFill>
                  <a:srgbClr val="0066FF"/>
                </a:solidFill>
              </a:rPr>
              <a:t>EPIC-Soft:</a:t>
            </a:r>
            <a:r>
              <a:rPr lang="en-GB" sz="3200"/>
              <a:t> </a:t>
            </a:r>
            <a:r>
              <a:rPr lang="en-GB" sz="3200">
                <a:solidFill>
                  <a:srgbClr val="0066FF"/>
                </a:solidFill>
              </a:rPr>
              <a:t>Food/Recipe Quantification</a:t>
            </a:r>
          </a:p>
        </p:txBody>
      </p:sp>
      <p:pic>
        <p:nvPicPr>
          <p:cNvPr id="101379" name="Picture 2"/>
          <p:cNvPicPr>
            <a:picLocks noChangeAspect="1" noChangeArrowheads="1"/>
          </p:cNvPicPr>
          <p:nvPr>
            <p:custDataLst>
              <p:tags r:id="rId3"/>
            </p:custDataLst>
          </p:nvPr>
        </p:nvPicPr>
        <p:blipFill>
          <a:blip r:embed="rId8">
            <a:extLst>
              <a:ext uri="{28A0092B-C50C-407E-A947-70E740481C1C}">
                <a14:useLocalDpi xmlns:a14="http://schemas.microsoft.com/office/drawing/2010/main" val="0"/>
              </a:ext>
            </a:extLst>
          </a:blip>
          <a:srcRect/>
          <a:stretch>
            <a:fillRect/>
          </a:stretch>
        </p:blipFill>
        <p:spPr bwMode="auto">
          <a:xfrm>
            <a:off x="395288" y="476250"/>
            <a:ext cx="4479925" cy="623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48" name="Picture 3"/>
          <p:cNvPicPr>
            <a:picLocks noChangeAspect="1" noChangeArrowheads="1"/>
          </p:cNvPicPr>
          <p:nvPr>
            <p:custDataLst>
              <p:tags r:id="rId4"/>
            </p:custDataLst>
          </p:nvPr>
        </p:nvPicPr>
        <p:blipFill>
          <a:blip r:embed="rId9">
            <a:extLst>
              <a:ext uri="{28A0092B-C50C-407E-A947-70E740481C1C}">
                <a14:useLocalDpi xmlns:a14="http://schemas.microsoft.com/office/drawing/2010/main" val="0"/>
              </a:ext>
            </a:extLst>
          </a:blip>
          <a:srcRect/>
          <a:stretch>
            <a:fillRect/>
          </a:stretch>
        </p:blipFill>
        <p:spPr bwMode="auto">
          <a:xfrm>
            <a:off x="5148263" y="1268413"/>
            <a:ext cx="3346450" cy="197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381" name="Text Box 2"/>
          <p:cNvSpPr txBox="1">
            <a:spLocks noChangeArrowheads="1"/>
          </p:cNvSpPr>
          <p:nvPr>
            <p:custDataLst>
              <p:tags r:id="rId5"/>
            </p:custDataLst>
          </p:nvPr>
        </p:nvSpPr>
        <p:spPr bwMode="auto">
          <a:xfrm>
            <a:off x="6197600" y="727075"/>
            <a:ext cx="936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GB" sz="2400" b="1">
                <a:solidFill>
                  <a:srgbClr val="FF0000"/>
                </a:solidFill>
              </a:rPr>
              <a:t>HHM</a:t>
            </a:r>
          </a:p>
        </p:txBody>
      </p:sp>
      <p:pic>
        <p:nvPicPr>
          <p:cNvPr id="82950" name="Picture 4"/>
          <p:cNvPicPr>
            <a:picLocks noChangeAspect="1" noChangeArrowheads="1"/>
          </p:cNvPicPr>
          <p:nvPr>
            <p:custDataLst>
              <p:tags r:id="rId6"/>
            </p:custDataLst>
          </p:nvPr>
        </p:nvPicPr>
        <p:blipFill>
          <a:blip r:embed="rId10">
            <a:extLst>
              <a:ext uri="{28A0092B-C50C-407E-A947-70E740481C1C}">
                <a14:useLocalDpi xmlns:a14="http://schemas.microsoft.com/office/drawing/2010/main" val="0"/>
              </a:ext>
            </a:extLst>
          </a:blip>
          <a:srcRect/>
          <a:stretch>
            <a:fillRect/>
          </a:stretch>
        </p:blipFill>
        <p:spPr bwMode="auto">
          <a:xfrm>
            <a:off x="188913" y="3429000"/>
            <a:ext cx="8764587"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17948396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82948"/>
                                        </p:tgtEl>
                                        <p:attrNameLst>
                                          <p:attrName>style.visibility</p:attrName>
                                        </p:attrNameLst>
                                      </p:cBhvr>
                                      <p:to>
                                        <p:strVal val="visible"/>
                                      </p:to>
                                    </p:set>
                                    <p:anim calcmode="lin" valueType="num">
                                      <p:cBhvr>
                                        <p:cTn id="7" dur="500" fill="hold"/>
                                        <p:tgtEl>
                                          <p:spTgt spid="82948"/>
                                        </p:tgtEl>
                                        <p:attrNameLst>
                                          <p:attrName>ppt_w</p:attrName>
                                        </p:attrNameLst>
                                      </p:cBhvr>
                                      <p:tavLst>
                                        <p:tav tm="0">
                                          <p:val>
                                            <p:fltVal val="0"/>
                                          </p:val>
                                        </p:tav>
                                        <p:tav tm="100000">
                                          <p:val>
                                            <p:strVal val="#ppt_w"/>
                                          </p:val>
                                        </p:tav>
                                      </p:tavLst>
                                    </p:anim>
                                    <p:anim calcmode="lin" valueType="num">
                                      <p:cBhvr>
                                        <p:cTn id="8" dur="500" fill="hold"/>
                                        <p:tgtEl>
                                          <p:spTgt spid="82948"/>
                                        </p:tgtEl>
                                        <p:attrNameLst>
                                          <p:attrName>ppt_h</p:attrName>
                                        </p:attrNameLst>
                                      </p:cBhvr>
                                      <p:tavLst>
                                        <p:tav tm="0">
                                          <p:val>
                                            <p:fltVal val="0"/>
                                          </p:val>
                                        </p:tav>
                                        <p:tav tm="100000">
                                          <p:val>
                                            <p:strVal val="#ppt_h"/>
                                          </p:val>
                                        </p:tav>
                                      </p:tavLst>
                                    </p:anim>
                                    <p:animEffect transition="in" filter="fade">
                                      <p:cBhvr>
                                        <p:cTn id="9" dur="500"/>
                                        <p:tgtEl>
                                          <p:spTgt spid="82948"/>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 presetClass="entr" presetSubtype="4" fill="hold" nodeType="clickEffect">
                                  <p:stCondLst>
                                    <p:cond delay="0"/>
                                  </p:stCondLst>
                                  <p:childTnLst>
                                    <p:set>
                                      <p:cBhvr>
                                        <p:cTn id="13" dur="1" fill="hold">
                                          <p:stCondLst>
                                            <p:cond delay="0"/>
                                          </p:stCondLst>
                                        </p:cTn>
                                        <p:tgtEl>
                                          <p:spTgt spid="82950"/>
                                        </p:tgtEl>
                                        <p:attrNameLst>
                                          <p:attrName>style.visibility</p:attrName>
                                        </p:attrNameLst>
                                      </p:cBhvr>
                                      <p:to>
                                        <p:strVal val="visible"/>
                                      </p:to>
                                    </p:set>
                                    <p:anim calcmode="lin" valueType="num">
                                      <p:cBhvr additive="base">
                                        <p:cTn id="14" dur="500" fill="hold"/>
                                        <p:tgtEl>
                                          <p:spTgt spid="82950"/>
                                        </p:tgtEl>
                                        <p:attrNameLst>
                                          <p:attrName>ppt_x</p:attrName>
                                        </p:attrNameLst>
                                      </p:cBhvr>
                                      <p:tavLst>
                                        <p:tav tm="0">
                                          <p:val>
                                            <p:strVal val="#ppt_x"/>
                                          </p:val>
                                        </p:tav>
                                        <p:tav tm="100000">
                                          <p:val>
                                            <p:strVal val="#ppt_x"/>
                                          </p:val>
                                        </p:tav>
                                      </p:tavLst>
                                    </p:anim>
                                    <p:anim calcmode="lin" valueType="num">
                                      <p:cBhvr additive="base">
                                        <p:cTn id="15" dur="500" fill="hold"/>
                                        <p:tgtEl>
                                          <p:spTgt spid="829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2" name="Text Box 28"/>
          <p:cNvSpPr txBox="1">
            <a:spLocks noChangeArrowheads="1"/>
          </p:cNvSpPr>
          <p:nvPr/>
        </p:nvSpPr>
        <p:spPr bwMode="auto">
          <a:xfrm>
            <a:off x="179388" y="1844675"/>
            <a:ext cx="8929687" cy="307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itchFamily="34" charset="0"/>
              </a:defRPr>
            </a:lvl1pPr>
            <a:lvl2pPr marL="1073150" indent="-342900" eaLnBrk="0" hangingPunct="0">
              <a:defRPr>
                <a:solidFill>
                  <a:schemeClr val="tx1"/>
                </a:solidFill>
                <a:latin typeface="Arial" pitchFamily="34" charset="0"/>
              </a:defRPr>
            </a:lvl2pPr>
            <a:lvl3pPr marL="1257300" indent="-3429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buFontTx/>
              <a:buAutoNum type="arabicPeriod"/>
              <a:defRPr/>
            </a:pPr>
            <a:r>
              <a:rPr lang="en-GB" sz="2800" b="1" dirty="0" smtClean="0">
                <a:solidFill>
                  <a:srgbClr val="000000"/>
                </a:solidFill>
                <a:cs typeface="+mn-cs"/>
              </a:rPr>
              <a:t>Before </a:t>
            </a:r>
            <a:r>
              <a:rPr lang="en-GB" sz="2800" dirty="0" smtClean="0">
                <a:solidFill>
                  <a:srgbClr val="000000"/>
                </a:solidFill>
                <a:cs typeface="+mn-cs"/>
              </a:rPr>
              <a:t>the interview (EPIC-Soft database versions)</a:t>
            </a:r>
          </a:p>
          <a:p>
            <a:pPr eaLnBrk="1" hangingPunct="1">
              <a:spcBef>
                <a:spcPct val="50000"/>
              </a:spcBef>
              <a:buFontTx/>
              <a:buAutoNum type="arabicPeriod"/>
              <a:defRPr/>
            </a:pPr>
            <a:r>
              <a:rPr lang="en-GB" sz="2800" b="1" dirty="0" smtClean="0">
                <a:solidFill>
                  <a:srgbClr val="000000"/>
                </a:solidFill>
                <a:cs typeface="+mn-cs"/>
              </a:rPr>
              <a:t>During </a:t>
            </a:r>
            <a:r>
              <a:rPr lang="en-GB" sz="2800" dirty="0" smtClean="0">
                <a:solidFill>
                  <a:srgbClr val="000000"/>
                </a:solidFill>
                <a:cs typeface="+mn-cs"/>
              </a:rPr>
              <a:t>the interview (Interview data collection)</a:t>
            </a:r>
          </a:p>
          <a:p>
            <a:pPr eaLnBrk="1" hangingPunct="1">
              <a:spcBef>
                <a:spcPct val="50000"/>
              </a:spcBef>
              <a:buFontTx/>
              <a:buAutoNum type="arabicPeriod"/>
              <a:defRPr/>
            </a:pPr>
            <a:r>
              <a:rPr lang="en-GB" sz="2800" b="1" dirty="0" smtClean="0">
                <a:solidFill>
                  <a:srgbClr val="000000"/>
                </a:solidFill>
                <a:cs typeface="+mn-cs"/>
              </a:rPr>
              <a:t>After </a:t>
            </a:r>
            <a:r>
              <a:rPr lang="en-GB" sz="2800" dirty="0" smtClean="0">
                <a:solidFill>
                  <a:srgbClr val="000000"/>
                </a:solidFill>
                <a:cs typeface="+mn-cs"/>
              </a:rPr>
              <a:t>the interview (Interview data cleaning and analyses)</a:t>
            </a:r>
            <a:endParaRPr lang="en-GB" dirty="0" smtClean="0">
              <a:solidFill>
                <a:srgbClr val="000000"/>
              </a:solidFill>
              <a:cs typeface="+mn-cs"/>
            </a:endParaRPr>
          </a:p>
          <a:p>
            <a:pPr eaLnBrk="1" hangingPunct="1">
              <a:spcBef>
                <a:spcPct val="50000"/>
              </a:spcBef>
              <a:defRPr/>
            </a:pPr>
            <a:endParaRPr lang="en-GB" dirty="0" smtClean="0">
              <a:solidFill>
                <a:srgbClr val="000000"/>
              </a:solidFill>
              <a:cs typeface="+mn-cs"/>
            </a:endParaRPr>
          </a:p>
          <a:p>
            <a:pPr lvl="1" eaLnBrk="1" hangingPunct="1">
              <a:spcBef>
                <a:spcPct val="50000"/>
              </a:spcBef>
              <a:defRPr/>
            </a:pPr>
            <a:endParaRPr lang="en-US" dirty="0" smtClean="0">
              <a:solidFill>
                <a:srgbClr val="000000"/>
              </a:solidFill>
              <a:cs typeface="+mn-cs"/>
            </a:endParaRPr>
          </a:p>
        </p:txBody>
      </p:sp>
      <p:sp>
        <p:nvSpPr>
          <p:cNvPr id="7" name="Text Box 9"/>
          <p:cNvSpPr txBox="1">
            <a:spLocks noChangeArrowheads="1"/>
          </p:cNvSpPr>
          <p:nvPr>
            <p:custDataLst>
              <p:tags r:id="rId1"/>
            </p:custDataLst>
          </p:nvPr>
        </p:nvSpPr>
        <p:spPr bwMode="auto">
          <a:xfrm>
            <a:off x="323850" y="323850"/>
            <a:ext cx="87852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pPr fontAlgn="auto">
              <a:spcBef>
                <a:spcPts val="0"/>
              </a:spcBef>
              <a:spcAft>
                <a:spcPts val="0"/>
              </a:spcAft>
              <a:defRPr/>
            </a:pPr>
            <a:r>
              <a:rPr lang="en-GB" sz="3200" kern="0" dirty="0" smtClean="0">
                <a:solidFill>
                  <a:srgbClr val="0066FF"/>
                </a:solidFill>
              </a:rPr>
              <a:t>EPIC-Soft:</a:t>
            </a:r>
            <a:r>
              <a:rPr lang="en-GB" sz="3200" kern="0" dirty="0" smtClean="0">
                <a:solidFill>
                  <a:srgbClr val="000000"/>
                </a:solidFill>
              </a:rPr>
              <a:t> </a:t>
            </a:r>
            <a:r>
              <a:rPr lang="en-GB" sz="3200" kern="0" dirty="0" smtClean="0">
                <a:solidFill>
                  <a:srgbClr val="0066FF"/>
                </a:solidFill>
              </a:rPr>
              <a:t>Q</a:t>
            </a:r>
            <a:r>
              <a:rPr lang="en-GB" sz="3200" kern="0" dirty="0" err="1" smtClean="0">
                <a:solidFill>
                  <a:srgbClr val="0066FF"/>
                </a:solidFill>
              </a:rPr>
              <a:t>uality</a:t>
            </a:r>
            <a:r>
              <a:rPr lang="en-GB" sz="3200" kern="0" dirty="0" smtClean="0">
                <a:solidFill>
                  <a:srgbClr val="0066FF"/>
                </a:solidFill>
              </a:rPr>
              <a:t> controls</a:t>
            </a:r>
          </a:p>
        </p:txBody>
      </p:sp>
    </p:spTree>
    <p:extLst>
      <p:ext uri="{BB962C8B-B14F-4D97-AF65-F5344CB8AC3E}">
        <p14:creationId xmlns:p14="http://schemas.microsoft.com/office/powerpoint/2010/main" val="36336583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ext Box 7"/>
          <p:cNvSpPr txBox="1">
            <a:spLocks noChangeArrowheads="1"/>
          </p:cNvSpPr>
          <p:nvPr/>
        </p:nvSpPr>
        <p:spPr bwMode="auto">
          <a:xfrm>
            <a:off x="323850" y="908050"/>
            <a:ext cx="8281988"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2563" indent="-182563"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200"/>
              <a:t>Pre-defined lists of foods and recipes available in the system</a:t>
            </a:r>
          </a:p>
        </p:txBody>
      </p:sp>
      <p:grpSp>
        <p:nvGrpSpPr>
          <p:cNvPr id="103427" name="Group 13"/>
          <p:cNvGrpSpPr>
            <a:grpSpLocks/>
          </p:cNvGrpSpPr>
          <p:nvPr/>
        </p:nvGrpSpPr>
        <p:grpSpPr bwMode="auto">
          <a:xfrm>
            <a:off x="250825" y="1554163"/>
            <a:ext cx="6877050" cy="3530600"/>
            <a:chOff x="158" y="844"/>
            <a:chExt cx="4332" cy="2224"/>
          </a:xfrm>
        </p:grpSpPr>
        <p:pic>
          <p:nvPicPr>
            <p:cNvPr id="103432"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 y="845"/>
              <a:ext cx="4332" cy="2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33" name="Rectangle 12"/>
            <p:cNvSpPr>
              <a:spLocks noChangeArrowheads="1"/>
            </p:cNvSpPr>
            <p:nvPr/>
          </p:nvSpPr>
          <p:spPr bwMode="auto">
            <a:xfrm>
              <a:off x="612" y="844"/>
              <a:ext cx="272" cy="182"/>
            </a:xfrm>
            <a:prstGeom prst="rect">
              <a:avLst/>
            </a:prstGeom>
            <a:noFill/>
            <a:ln w="571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31759" name="Group 15"/>
          <p:cNvGrpSpPr>
            <a:grpSpLocks/>
          </p:cNvGrpSpPr>
          <p:nvPr/>
        </p:nvGrpSpPr>
        <p:grpSpPr bwMode="auto">
          <a:xfrm>
            <a:off x="1763713" y="3284538"/>
            <a:ext cx="7200900" cy="3468687"/>
            <a:chOff x="1111" y="1253"/>
            <a:chExt cx="4536" cy="2185"/>
          </a:xfrm>
        </p:grpSpPr>
        <p:pic>
          <p:nvPicPr>
            <p:cNvPr id="103430"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1" y="1253"/>
              <a:ext cx="4536" cy="2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31" name="Rectangle 14"/>
            <p:cNvSpPr>
              <a:spLocks noChangeArrowheads="1"/>
            </p:cNvSpPr>
            <p:nvPr/>
          </p:nvSpPr>
          <p:spPr bwMode="auto">
            <a:xfrm>
              <a:off x="2245" y="1434"/>
              <a:ext cx="1225" cy="590"/>
            </a:xfrm>
            <a:prstGeom prst="rect">
              <a:avLst/>
            </a:prstGeom>
            <a:noFill/>
            <a:ln w="571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103429" name="Rectangle 4"/>
          <p:cNvSpPr>
            <a:spLocks noChangeArrowheads="1"/>
          </p:cNvSpPr>
          <p:nvPr>
            <p:custDataLst>
              <p:tags r:id="rId1"/>
            </p:custDataLst>
          </p:nvPr>
        </p:nvSpPr>
        <p:spPr bwMode="auto">
          <a:xfrm>
            <a:off x="87313" y="-1714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GB" sz="3200">
                <a:solidFill>
                  <a:srgbClr val="0066FF"/>
                </a:solidFill>
              </a:rPr>
              <a:t>EPIC-Soft: Quality control </a:t>
            </a:r>
            <a:r>
              <a:rPr lang="en-GB" sz="3200" b="1" u="sng">
                <a:solidFill>
                  <a:srgbClr val="0066FF"/>
                </a:solidFill>
              </a:rPr>
              <a:t>before</a:t>
            </a:r>
            <a:r>
              <a:rPr lang="en-GB" sz="3200">
                <a:solidFill>
                  <a:srgbClr val="0066FF"/>
                </a:solidFill>
              </a:rPr>
              <a:t> interviews</a:t>
            </a:r>
          </a:p>
        </p:txBody>
      </p:sp>
    </p:spTree>
    <p:extLst>
      <p:ext uri="{BB962C8B-B14F-4D97-AF65-F5344CB8AC3E}">
        <p14:creationId xmlns:p14="http://schemas.microsoft.com/office/powerpoint/2010/main" val="27873367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1759"/>
                                        </p:tgtEl>
                                        <p:attrNameLst>
                                          <p:attrName>style.visibility</p:attrName>
                                        </p:attrNameLst>
                                      </p:cBhvr>
                                      <p:to>
                                        <p:strVal val="visible"/>
                                      </p:to>
                                    </p:set>
                                    <p:animEffect transition="in" filter="blinds(horizontal)">
                                      <p:cBhvr>
                                        <p:cTn id="7" dur="500"/>
                                        <p:tgtEl>
                                          <p:spTgt spid="317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ext Box 8"/>
          <p:cNvSpPr txBox="1">
            <a:spLocks noChangeArrowheads="1"/>
          </p:cNvSpPr>
          <p:nvPr/>
        </p:nvSpPr>
        <p:spPr bwMode="auto">
          <a:xfrm>
            <a:off x="323850" y="765175"/>
            <a:ext cx="860425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2563" indent="-182563"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At the end of the quick list, a screen is shown to check for any forgotten occasion</a:t>
            </a:r>
          </a:p>
          <a:p>
            <a:pPr eaLnBrk="1" hangingPunct="1">
              <a:spcBef>
                <a:spcPct val="50000"/>
              </a:spcBef>
            </a:pPr>
            <a:endParaRPr lang="en-US"/>
          </a:p>
        </p:txBody>
      </p:sp>
      <p:pic>
        <p:nvPicPr>
          <p:cNvPr id="104451"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1341438"/>
            <a:ext cx="8205788" cy="47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2" name="Oval 9"/>
          <p:cNvSpPr>
            <a:spLocks noChangeArrowheads="1"/>
          </p:cNvSpPr>
          <p:nvPr/>
        </p:nvSpPr>
        <p:spPr bwMode="auto">
          <a:xfrm>
            <a:off x="4500563" y="1916113"/>
            <a:ext cx="1079500" cy="576262"/>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4453" name="Text Box 10"/>
          <p:cNvSpPr txBox="1">
            <a:spLocks noChangeArrowheads="1"/>
          </p:cNvSpPr>
          <p:nvPr/>
        </p:nvSpPr>
        <p:spPr bwMode="auto">
          <a:xfrm>
            <a:off x="5724525" y="1628775"/>
            <a:ext cx="3095625" cy="6413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GB">
                <a:solidFill>
                  <a:srgbClr val="FF0000"/>
                </a:solidFill>
              </a:rPr>
              <a:t>4 occasions are empty: Correct?</a:t>
            </a:r>
            <a:endParaRPr lang="en-US">
              <a:solidFill>
                <a:srgbClr val="FF0000"/>
              </a:solidFill>
            </a:endParaRPr>
          </a:p>
        </p:txBody>
      </p:sp>
      <p:sp>
        <p:nvSpPr>
          <p:cNvPr id="104454" name="Rectangle 4"/>
          <p:cNvSpPr>
            <a:spLocks noChangeArrowheads="1"/>
          </p:cNvSpPr>
          <p:nvPr>
            <p:custDataLst>
              <p:tags r:id="rId1"/>
            </p:custDataLst>
          </p:nvPr>
        </p:nvSpPr>
        <p:spPr bwMode="auto">
          <a:xfrm>
            <a:off x="87313" y="-161925"/>
            <a:ext cx="85169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GB" sz="3200">
                <a:solidFill>
                  <a:srgbClr val="0066FF"/>
                </a:solidFill>
              </a:rPr>
              <a:t>EPIC-Soft: Quality control </a:t>
            </a:r>
            <a:r>
              <a:rPr lang="en-GB" sz="3200" b="1" u="sng">
                <a:solidFill>
                  <a:srgbClr val="0066FF"/>
                </a:solidFill>
              </a:rPr>
              <a:t>during</a:t>
            </a:r>
            <a:r>
              <a:rPr lang="en-GB" sz="3200">
                <a:solidFill>
                  <a:srgbClr val="0066FF"/>
                </a:solidFill>
              </a:rPr>
              <a:t> interviews</a:t>
            </a:r>
          </a:p>
        </p:txBody>
      </p:sp>
    </p:spTree>
    <p:extLst>
      <p:ext uri="{BB962C8B-B14F-4D97-AF65-F5344CB8AC3E}">
        <p14:creationId xmlns:p14="http://schemas.microsoft.com/office/powerpoint/2010/main" val="31028179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5"/>
          <p:cNvSpPr>
            <a:spLocks noChangeArrowheads="1"/>
          </p:cNvSpPr>
          <p:nvPr/>
        </p:nvSpPr>
        <p:spPr bwMode="auto">
          <a:xfrm>
            <a:off x="395288" y="5157788"/>
            <a:ext cx="64087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371600" lvl="2" indent="-457200" algn="just" eaLnBrk="0" hangingPunct="0">
              <a:lnSpc>
                <a:spcPct val="85000"/>
              </a:lnSpc>
              <a:spcBef>
                <a:spcPct val="20000"/>
              </a:spcBef>
            </a:pPr>
            <a:endParaRPr lang="pt-BR" sz="1400"/>
          </a:p>
        </p:txBody>
      </p:sp>
      <p:sp>
        <p:nvSpPr>
          <p:cNvPr id="105475" name="Text Box 6"/>
          <p:cNvSpPr txBox="1">
            <a:spLocks noChangeArrowheads="1"/>
          </p:cNvSpPr>
          <p:nvPr/>
        </p:nvSpPr>
        <p:spPr bwMode="auto">
          <a:xfrm>
            <a:off x="466725" y="765175"/>
            <a:ext cx="8677275"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2563" indent="-182563" eaLnBrk="0" hangingPunct="0">
              <a:defRPr>
                <a:solidFill>
                  <a:schemeClr val="tx1"/>
                </a:solidFill>
                <a:latin typeface="Arial" charset="0"/>
                <a:cs typeface="Arial" charset="0"/>
              </a:defRPr>
            </a:lvl1pPr>
            <a:lvl2pPr eaLnBrk="0" hangingPunct="0">
              <a:defRPr>
                <a:solidFill>
                  <a:schemeClr val="tx1"/>
                </a:solidFill>
                <a:latin typeface="Arial" charset="0"/>
                <a:cs typeface="Arial" charset="0"/>
              </a:defRPr>
            </a:lvl2pPr>
            <a:lvl3pPr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pt-BR"/>
              <a:t>Use of automatic probing questions during the interview</a:t>
            </a:r>
          </a:p>
          <a:p>
            <a:pPr eaLnBrk="1" hangingPunct="1">
              <a:spcBef>
                <a:spcPct val="50000"/>
              </a:spcBef>
            </a:pPr>
            <a:r>
              <a:rPr lang="pt-BR"/>
              <a:t>For instance, a</a:t>
            </a:r>
            <a:r>
              <a:rPr lang="en-US"/>
              <a:t>t the description and quantification of each food or recipe</a:t>
            </a:r>
          </a:p>
          <a:p>
            <a:pPr eaLnBrk="1" hangingPunct="1">
              <a:spcBef>
                <a:spcPct val="50000"/>
              </a:spcBef>
            </a:pPr>
            <a:endParaRPr lang="pt-BR"/>
          </a:p>
          <a:p>
            <a:pPr lvl="2" eaLnBrk="1" hangingPunct="1"/>
            <a:endParaRPr lang="pt-BR"/>
          </a:p>
          <a:p>
            <a:pPr lvl="2" eaLnBrk="1" hangingPunct="1"/>
            <a:endParaRPr lang="pt-BR"/>
          </a:p>
          <a:p>
            <a:pPr lvl="1" eaLnBrk="1" hangingPunct="1"/>
            <a:endParaRPr lang="en-US"/>
          </a:p>
          <a:p>
            <a:pPr eaLnBrk="1" hangingPunct="1">
              <a:spcBef>
                <a:spcPct val="50000"/>
              </a:spcBef>
              <a:buFontTx/>
              <a:buChar char="•"/>
            </a:pPr>
            <a:endParaRPr lang="en-US"/>
          </a:p>
        </p:txBody>
      </p:sp>
      <p:pic>
        <p:nvPicPr>
          <p:cNvPr id="105476"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988" y="2276475"/>
            <a:ext cx="8863012" cy="266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77" name="Text Box 10"/>
          <p:cNvSpPr txBox="1">
            <a:spLocks noChangeArrowheads="1"/>
          </p:cNvSpPr>
          <p:nvPr/>
        </p:nvSpPr>
        <p:spPr bwMode="auto">
          <a:xfrm>
            <a:off x="1835150" y="2492375"/>
            <a:ext cx="1441450" cy="404813"/>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endParaRPr lang="fr-FR"/>
          </a:p>
        </p:txBody>
      </p:sp>
      <p:sp>
        <p:nvSpPr>
          <p:cNvPr id="105478" name="AutoShape 11"/>
          <p:cNvSpPr>
            <a:spLocks noChangeArrowheads="1"/>
          </p:cNvSpPr>
          <p:nvPr/>
        </p:nvSpPr>
        <p:spPr bwMode="auto">
          <a:xfrm>
            <a:off x="179388" y="4508500"/>
            <a:ext cx="539750" cy="215900"/>
          </a:xfrm>
          <a:prstGeom prst="rightArrow">
            <a:avLst>
              <a:gd name="adj1" fmla="val 50000"/>
              <a:gd name="adj2" fmla="val 62500"/>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fr-FR">
              <a:solidFill>
                <a:srgbClr val="FF0000"/>
              </a:solidFill>
            </a:endParaRPr>
          </a:p>
        </p:txBody>
      </p:sp>
      <p:sp>
        <p:nvSpPr>
          <p:cNvPr id="105479" name="Rectangle 4"/>
          <p:cNvSpPr>
            <a:spLocks noChangeArrowheads="1"/>
          </p:cNvSpPr>
          <p:nvPr>
            <p:custDataLst>
              <p:tags r:id="rId1"/>
            </p:custDataLst>
          </p:nvPr>
        </p:nvSpPr>
        <p:spPr bwMode="auto">
          <a:xfrm>
            <a:off x="87313" y="-161925"/>
            <a:ext cx="8661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GB" sz="3200">
                <a:solidFill>
                  <a:srgbClr val="0066FF"/>
                </a:solidFill>
              </a:rPr>
              <a:t>EPIC-Soft: Quality control </a:t>
            </a:r>
            <a:r>
              <a:rPr lang="en-GB" sz="3200" b="1" u="sng">
                <a:solidFill>
                  <a:srgbClr val="0066FF"/>
                </a:solidFill>
              </a:rPr>
              <a:t>during</a:t>
            </a:r>
            <a:r>
              <a:rPr lang="en-GB" sz="3200">
                <a:solidFill>
                  <a:srgbClr val="0066FF"/>
                </a:solidFill>
              </a:rPr>
              <a:t> interviews</a:t>
            </a:r>
          </a:p>
        </p:txBody>
      </p:sp>
    </p:spTree>
    <p:extLst>
      <p:ext uri="{BB962C8B-B14F-4D97-AF65-F5344CB8AC3E}">
        <p14:creationId xmlns:p14="http://schemas.microsoft.com/office/powerpoint/2010/main" val="223017859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ext Box 8"/>
          <p:cNvSpPr txBox="1">
            <a:spLocks noChangeArrowheads="1"/>
          </p:cNvSpPr>
          <p:nvPr/>
        </p:nvSpPr>
        <p:spPr bwMode="auto">
          <a:xfrm>
            <a:off x="539750" y="908050"/>
            <a:ext cx="8281988"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2563" indent="-182563"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GB"/>
              <a:t>System can automatically check for empty fields or extreme values entered</a:t>
            </a:r>
            <a:endParaRPr lang="en-US"/>
          </a:p>
          <a:p>
            <a:pPr eaLnBrk="1" hangingPunct="1">
              <a:spcBef>
                <a:spcPct val="50000"/>
              </a:spcBef>
            </a:pPr>
            <a:endParaRPr lang="en-US"/>
          </a:p>
        </p:txBody>
      </p:sp>
      <p:pic>
        <p:nvPicPr>
          <p:cNvPr id="106499"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725" y="1916113"/>
            <a:ext cx="7294563" cy="359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7"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550" y="1844675"/>
            <a:ext cx="6948488" cy="387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9"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088" y="1773238"/>
            <a:ext cx="6842125" cy="427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502" name="Oval 11"/>
          <p:cNvSpPr>
            <a:spLocks noChangeArrowheads="1"/>
          </p:cNvSpPr>
          <p:nvPr/>
        </p:nvSpPr>
        <p:spPr bwMode="auto">
          <a:xfrm>
            <a:off x="1260475" y="4149725"/>
            <a:ext cx="647700" cy="287338"/>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6503" name="Text Box 12"/>
          <p:cNvSpPr txBox="1">
            <a:spLocks noChangeArrowheads="1"/>
          </p:cNvSpPr>
          <p:nvPr/>
        </p:nvSpPr>
        <p:spPr bwMode="auto">
          <a:xfrm>
            <a:off x="6300788" y="2565400"/>
            <a:ext cx="1584325" cy="1328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GB" b="1">
                <a:solidFill>
                  <a:srgbClr val="FF0000"/>
                </a:solidFill>
              </a:rPr>
              <a:t>Milk in powder</a:t>
            </a:r>
          </a:p>
          <a:p>
            <a:pPr eaLnBrk="1" hangingPunct="1">
              <a:spcBef>
                <a:spcPct val="50000"/>
              </a:spcBef>
            </a:pPr>
            <a:r>
              <a:rPr lang="en-GB">
                <a:solidFill>
                  <a:srgbClr val="FF0000"/>
                </a:solidFill>
                <a:sym typeface="Wingdings" pitchFamily="2" charset="2"/>
              </a:rPr>
              <a:t> range value check</a:t>
            </a:r>
            <a:endParaRPr lang="en-US">
              <a:solidFill>
                <a:srgbClr val="FF0000"/>
              </a:solidFill>
            </a:endParaRPr>
          </a:p>
        </p:txBody>
      </p:sp>
      <p:sp>
        <p:nvSpPr>
          <p:cNvPr id="106504" name="Rectangle 4"/>
          <p:cNvSpPr>
            <a:spLocks noChangeArrowheads="1"/>
          </p:cNvSpPr>
          <p:nvPr>
            <p:custDataLst>
              <p:tags r:id="rId1"/>
            </p:custDataLst>
          </p:nvPr>
        </p:nvSpPr>
        <p:spPr bwMode="auto">
          <a:xfrm>
            <a:off x="87313" y="-1714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GB" sz="3200">
                <a:solidFill>
                  <a:srgbClr val="0066FF"/>
                </a:solidFill>
              </a:rPr>
              <a:t>EPIC-Soft: Quality control </a:t>
            </a:r>
            <a:r>
              <a:rPr lang="en-GB" sz="3200" b="1" u="sng">
                <a:solidFill>
                  <a:srgbClr val="0066FF"/>
                </a:solidFill>
              </a:rPr>
              <a:t>during </a:t>
            </a:r>
            <a:r>
              <a:rPr lang="en-GB" sz="3200">
                <a:solidFill>
                  <a:srgbClr val="0066FF"/>
                </a:solidFill>
              </a:rPr>
              <a:t> interviews</a:t>
            </a:r>
          </a:p>
        </p:txBody>
      </p:sp>
    </p:spTree>
    <p:extLst>
      <p:ext uri="{BB962C8B-B14F-4D97-AF65-F5344CB8AC3E}">
        <p14:creationId xmlns:p14="http://schemas.microsoft.com/office/powerpoint/2010/main" val="2006721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5067"/>
                                        </p:tgtEl>
                                        <p:attrNameLst>
                                          <p:attrName>style.visibility</p:attrName>
                                        </p:attrNameLst>
                                      </p:cBhvr>
                                      <p:to>
                                        <p:strVal val="visible"/>
                                      </p:to>
                                    </p:set>
                                    <p:animEffect transition="in" filter="blinds(horizontal)">
                                      <p:cBhvr>
                                        <p:cTn id="7" dur="500"/>
                                        <p:tgtEl>
                                          <p:spTgt spid="450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5069"/>
                                        </p:tgtEl>
                                        <p:attrNameLst>
                                          <p:attrName>style.visibility</p:attrName>
                                        </p:attrNameLst>
                                      </p:cBhvr>
                                      <p:to>
                                        <p:strVal val="visible"/>
                                      </p:to>
                                    </p:set>
                                    <p:animEffect transition="in" filter="blinds(horizontal)">
                                      <p:cBhvr>
                                        <p:cTn id="12" dur="500"/>
                                        <p:tgtEl>
                                          <p:spTgt spid="450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idx="4294967295"/>
            <p:custDataLst>
              <p:tags r:id="rId2"/>
            </p:custDataLst>
          </p:nvPr>
        </p:nvSpPr>
        <p:spPr>
          <a:xfrm>
            <a:off x="250825" y="0"/>
            <a:ext cx="8229600" cy="1143000"/>
          </a:xfrm>
        </p:spPr>
        <p:txBody>
          <a:bodyPr/>
          <a:lstStyle/>
          <a:p>
            <a:pPr algn="l" eaLnBrk="1" hangingPunct="1"/>
            <a:r>
              <a:rPr lang="en-US" sz="3200" smtClean="0">
                <a:solidFill>
                  <a:srgbClr val="0066FF"/>
                </a:solidFill>
              </a:rPr>
              <a:t>EPIC-Soft: Final Quality Controls</a:t>
            </a:r>
          </a:p>
        </p:txBody>
      </p:sp>
      <p:sp>
        <p:nvSpPr>
          <p:cNvPr id="6" name="Tijdelijke aanduiding voor datum 5"/>
          <p:cNvSpPr txBox="1">
            <a:spLocks noGrp="1"/>
          </p:cNvSpPr>
          <p:nvPr>
            <p:custDataLst>
              <p:tags r:id="rId3"/>
            </p:custDataLst>
          </p:nvPr>
        </p:nvSpPr>
        <p:spPr>
          <a:xfrm>
            <a:off x="5791200" y="6405563"/>
            <a:ext cx="3044825" cy="365125"/>
          </a:xfrm>
          <a:prstGeom prst="rect">
            <a:avLst/>
          </a:prstGeom>
          <a:noFill/>
        </p:spPr>
        <p:txBody>
          <a:bodyPr/>
          <a:lstStyle/>
          <a:p>
            <a:pPr algn="r" fontAlgn="auto">
              <a:spcBef>
                <a:spcPts val="0"/>
              </a:spcBef>
              <a:spcAft>
                <a:spcPts val="0"/>
              </a:spcAft>
              <a:defRPr/>
            </a:pPr>
            <a:r>
              <a:rPr lang="nl-BE" sz="1400">
                <a:solidFill>
                  <a:srgbClr val="FFFFFF"/>
                </a:solidFill>
                <a:latin typeface="+mj-lt"/>
                <a:cs typeface="+mn-cs"/>
              </a:rPr>
              <a:t>IARC, Lyon - France</a:t>
            </a:r>
            <a:endParaRPr lang="en-US" sz="1400" dirty="0">
              <a:solidFill>
                <a:srgbClr val="FFFFFF"/>
              </a:solidFill>
              <a:latin typeface="+mj-lt"/>
              <a:cs typeface="+mn-cs"/>
            </a:endParaRPr>
          </a:p>
        </p:txBody>
      </p:sp>
      <p:sp>
        <p:nvSpPr>
          <p:cNvPr id="2" name="Footer Placeholder 4"/>
          <p:cNvSpPr txBox="1">
            <a:spLocks noGrp="1"/>
          </p:cNvSpPr>
          <p:nvPr>
            <p:custDataLst>
              <p:tags r:id="rId4"/>
            </p:custDataLst>
          </p:nvPr>
        </p:nvSpPr>
        <p:spPr>
          <a:xfrm>
            <a:off x="304800" y="6410325"/>
            <a:ext cx="3762375" cy="331788"/>
          </a:xfrm>
          <a:prstGeom prst="rect">
            <a:avLst/>
          </a:prstGeom>
          <a:noFill/>
        </p:spPr>
        <p:txBody>
          <a:bodyPr/>
          <a:lstStyle/>
          <a:p>
            <a:pPr fontAlgn="auto">
              <a:spcBef>
                <a:spcPts val="0"/>
              </a:spcBef>
              <a:spcAft>
                <a:spcPts val="0"/>
              </a:spcAft>
              <a:defRPr/>
            </a:pPr>
            <a:r>
              <a:rPr lang="nl-BE" sz="1400">
                <a:solidFill>
                  <a:srgbClr val="FFFFFF"/>
                </a:solidFill>
                <a:latin typeface="+mj-lt"/>
                <a:cs typeface="+mn-cs"/>
              </a:rPr>
              <a:t>EPIC-Soft training:</a:t>
            </a:r>
            <a:endParaRPr lang="en-GB" sz="1400">
              <a:solidFill>
                <a:srgbClr val="FFFFFF"/>
              </a:solidFill>
              <a:latin typeface="+mj-lt"/>
              <a:cs typeface="+mn-cs"/>
            </a:endParaRPr>
          </a:p>
        </p:txBody>
      </p:sp>
      <p:pic>
        <p:nvPicPr>
          <p:cNvPr id="107525" name="Picture 2"/>
          <p:cNvPicPr>
            <a:picLocks noChangeAspect="1" noChangeArrowheads="1"/>
          </p:cNvPicPr>
          <p:nvPr>
            <p:custDataLst>
              <p:tags r:id="rId5"/>
            </p:custDataLst>
          </p:nvPr>
        </p:nvPicPr>
        <p:blipFill>
          <a:blip r:embed="rId15">
            <a:extLst>
              <a:ext uri="{28A0092B-C50C-407E-A947-70E740481C1C}">
                <a14:useLocalDpi xmlns:a14="http://schemas.microsoft.com/office/drawing/2010/main" val="0"/>
              </a:ext>
            </a:extLst>
          </a:blip>
          <a:srcRect/>
          <a:stretch>
            <a:fillRect/>
          </a:stretch>
        </p:blipFill>
        <p:spPr bwMode="auto">
          <a:xfrm>
            <a:off x="0" y="1520825"/>
            <a:ext cx="9144000" cy="460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Oval 2"/>
          <p:cNvSpPr/>
          <p:nvPr>
            <p:custDataLst>
              <p:tags r:id="rId6"/>
            </p:custDataLst>
          </p:nvPr>
        </p:nvSpPr>
        <p:spPr>
          <a:xfrm>
            <a:off x="576263" y="2390775"/>
            <a:ext cx="2622550" cy="395288"/>
          </a:xfrm>
          <a:prstGeom prst="ellipse">
            <a:avLst/>
          </a:prstGeom>
          <a:noFill/>
          <a:ln>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nl-BE"/>
          </a:p>
        </p:txBody>
      </p:sp>
      <p:sp>
        <p:nvSpPr>
          <p:cNvPr id="4" name="Rectangle 3"/>
          <p:cNvSpPr/>
          <p:nvPr>
            <p:custDataLst>
              <p:tags r:id="rId7"/>
            </p:custDataLst>
          </p:nvPr>
        </p:nvSpPr>
        <p:spPr>
          <a:xfrm>
            <a:off x="6134100" y="2390775"/>
            <a:ext cx="2503488" cy="704850"/>
          </a:xfrm>
          <a:prstGeom prst="rect">
            <a:avLst/>
          </a:prstGeom>
          <a:noFill/>
          <a:ln>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nl-BE"/>
          </a:p>
        </p:txBody>
      </p:sp>
      <p:cxnSp>
        <p:nvCxnSpPr>
          <p:cNvPr id="8" name="Straight Arrow Connector 7"/>
          <p:cNvCxnSpPr/>
          <p:nvPr>
            <p:custDataLst>
              <p:tags r:id="rId8"/>
            </p:custDataLst>
          </p:nvPr>
        </p:nvCxnSpPr>
        <p:spPr>
          <a:xfrm>
            <a:off x="3348038" y="2589213"/>
            <a:ext cx="2630487"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custDataLst>
              <p:tags r:id="rId9"/>
            </p:custDataLst>
          </p:nvPr>
        </p:nvCxnSpPr>
        <p:spPr>
          <a:xfrm flipH="1">
            <a:off x="3868738" y="3095625"/>
            <a:ext cx="2419350" cy="126523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custDataLst>
              <p:tags r:id="rId10"/>
            </p:custDataLst>
          </p:nvPr>
        </p:nvCxnSpPr>
        <p:spPr>
          <a:xfrm flipH="1">
            <a:off x="5078413" y="3095625"/>
            <a:ext cx="2054225" cy="126523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custDataLst>
              <p:tags r:id="rId11"/>
            </p:custDataLst>
          </p:nvPr>
        </p:nvCxnSpPr>
        <p:spPr>
          <a:xfrm flipH="1">
            <a:off x="6400800" y="3095625"/>
            <a:ext cx="1139825" cy="126523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7532" name="Tekstvak 7"/>
          <p:cNvSpPr txBox="1">
            <a:spLocks noChangeArrowheads="1"/>
          </p:cNvSpPr>
          <p:nvPr>
            <p:custDataLst>
              <p:tags r:id="rId12"/>
            </p:custDataLst>
          </p:nvPr>
        </p:nvSpPr>
        <p:spPr bwMode="auto">
          <a:xfrm>
            <a:off x="1643063" y="6407150"/>
            <a:ext cx="31099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nl-BE" sz="1400">
                <a:solidFill>
                  <a:srgbClr val="FFFFFF"/>
                </a:solidFill>
                <a:latin typeface="Calibri" pitchFamily="34" charset="0"/>
              </a:rPr>
              <a:t>Interview steps</a:t>
            </a:r>
          </a:p>
        </p:txBody>
      </p:sp>
    </p:spTree>
    <p:custDataLst>
      <p:tags r:id="rId1"/>
    </p:custDataLst>
    <p:extLst>
      <p:ext uri="{BB962C8B-B14F-4D97-AF65-F5344CB8AC3E}">
        <p14:creationId xmlns:p14="http://schemas.microsoft.com/office/powerpoint/2010/main" val="313706596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546" name="Picture 7"/>
          <p:cNvPicPr>
            <a:picLocks noChangeAspect="1" noChangeArrowheads="1"/>
          </p:cNvPicPr>
          <p:nvPr>
            <p:custDataLst>
              <p:tags r:id="rId2"/>
            </p:custDataLst>
          </p:nvPr>
        </p:nvPicPr>
        <p:blipFill>
          <a:blip r:embed="rId8">
            <a:extLst>
              <a:ext uri="{28A0092B-C50C-407E-A947-70E740481C1C}">
                <a14:useLocalDpi xmlns:a14="http://schemas.microsoft.com/office/drawing/2010/main" val="0"/>
              </a:ext>
            </a:extLst>
          </a:blip>
          <a:srcRect/>
          <a:stretch>
            <a:fillRect/>
          </a:stretch>
        </p:blipFill>
        <p:spPr bwMode="auto">
          <a:xfrm>
            <a:off x="179388" y="549275"/>
            <a:ext cx="8569325" cy="535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547" name="Picture 3"/>
          <p:cNvPicPr>
            <a:picLocks noChangeAspect="1" noChangeArrowheads="1"/>
          </p:cNvPicPr>
          <p:nvPr>
            <p:custDataLst>
              <p:tags r:id="rId3"/>
            </p:custDataLst>
          </p:nvPr>
        </p:nvPicPr>
        <p:blipFill>
          <a:blip r:embed="rId9">
            <a:extLst>
              <a:ext uri="{28A0092B-C50C-407E-A947-70E740481C1C}">
                <a14:useLocalDpi xmlns:a14="http://schemas.microsoft.com/office/drawing/2010/main" val="0"/>
              </a:ext>
            </a:extLst>
          </a:blip>
          <a:srcRect/>
          <a:stretch>
            <a:fillRect/>
          </a:stretch>
        </p:blipFill>
        <p:spPr bwMode="auto">
          <a:xfrm>
            <a:off x="6342063" y="2924175"/>
            <a:ext cx="2767012" cy="310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548" name="Text Box 4"/>
          <p:cNvSpPr txBox="1">
            <a:spLocks noChangeArrowheads="1"/>
          </p:cNvSpPr>
          <p:nvPr>
            <p:custDataLst>
              <p:tags r:id="rId4"/>
            </p:custDataLst>
          </p:nvPr>
        </p:nvSpPr>
        <p:spPr bwMode="auto">
          <a:xfrm>
            <a:off x="323850" y="-30163"/>
            <a:ext cx="8610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buFont typeface="Monotype Sorts" pitchFamily="2" charset="2"/>
              <a:buNone/>
            </a:pPr>
            <a:r>
              <a:rPr lang="en-GB" sz="3200">
                <a:solidFill>
                  <a:srgbClr val="0066FF"/>
                </a:solidFill>
              </a:rPr>
              <a:t>EPIC-Soft:</a:t>
            </a:r>
            <a:r>
              <a:rPr lang="en-GB"/>
              <a:t> </a:t>
            </a:r>
            <a:r>
              <a:rPr lang="en-GB" sz="3200">
                <a:solidFill>
                  <a:srgbClr val="0066FF"/>
                </a:solidFill>
              </a:rPr>
              <a:t>Final information</a:t>
            </a:r>
          </a:p>
        </p:txBody>
      </p:sp>
      <p:sp>
        <p:nvSpPr>
          <p:cNvPr id="108549" name="Text Box 5"/>
          <p:cNvSpPr txBox="1">
            <a:spLocks noChangeArrowheads="1"/>
          </p:cNvSpPr>
          <p:nvPr>
            <p:custDataLst>
              <p:tags r:id="rId5"/>
            </p:custDataLst>
          </p:nvPr>
        </p:nvSpPr>
        <p:spPr bwMode="auto">
          <a:xfrm>
            <a:off x="755650" y="6165850"/>
            <a:ext cx="7858125" cy="669925"/>
          </a:xfrm>
          <a:prstGeom prst="rect">
            <a:avLst/>
          </a:prstGeom>
          <a:noFill/>
          <a:ln w="2857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solidFill>
                  <a:srgbClr val="0066FF"/>
                </a:solidFill>
              </a:rPr>
              <a:t>All the dietary information collected is systematically coded, retrievable and </a:t>
            </a:r>
          </a:p>
          <a:p>
            <a:pPr eaLnBrk="1" hangingPunct="1"/>
            <a:r>
              <a:rPr lang="en-US">
                <a:solidFill>
                  <a:srgbClr val="0066FF"/>
                </a:solidFill>
              </a:rPr>
              <a:t>exported according to common formats and procedures</a:t>
            </a:r>
          </a:p>
        </p:txBody>
      </p:sp>
      <p:sp>
        <p:nvSpPr>
          <p:cNvPr id="108550" name="AutoShape 6"/>
          <p:cNvSpPr>
            <a:spLocks noChangeArrowheads="1"/>
          </p:cNvSpPr>
          <p:nvPr>
            <p:custDataLst>
              <p:tags r:id="rId6"/>
            </p:custDataLst>
          </p:nvPr>
        </p:nvSpPr>
        <p:spPr bwMode="auto">
          <a:xfrm rot="5400000" flipH="1" flipV="1">
            <a:off x="183356" y="6379369"/>
            <a:ext cx="198438" cy="349250"/>
          </a:xfrm>
          <a:prstGeom prst="downArrow">
            <a:avLst>
              <a:gd name="adj1" fmla="val 50000"/>
              <a:gd name="adj2" fmla="val 44000"/>
            </a:avLst>
          </a:prstGeom>
          <a:solidFill>
            <a:srgbClr val="FF0000"/>
          </a:solidFill>
          <a:ln w="9525">
            <a:solidFill>
              <a:schemeClr val="tx1"/>
            </a:solidFill>
            <a:miter lim="800000"/>
            <a:headEnd/>
            <a:tailEnd/>
          </a:ln>
        </p:spPr>
        <p:txBody>
          <a:bodyPr vert="eaVert" wrap="none" anchor="ctr"/>
          <a:lstStyle/>
          <a:p>
            <a:endParaRPr lang="en-GB"/>
          </a:p>
        </p:txBody>
      </p:sp>
    </p:spTree>
    <p:custDataLst>
      <p:tags r:id="rId1"/>
    </p:custDataLst>
    <p:extLst>
      <p:ext uri="{BB962C8B-B14F-4D97-AF65-F5344CB8AC3E}">
        <p14:creationId xmlns:p14="http://schemas.microsoft.com/office/powerpoint/2010/main" val="4688724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0" name="Picture 2"/>
          <p:cNvPicPr>
            <a:picLocks noChangeAspect="1" noChangeArrowheads="1"/>
          </p:cNvPicPr>
          <p:nvPr>
            <p:custDataLst>
              <p:tags r:id="rId2"/>
            </p:custDataLst>
          </p:nvPr>
        </p:nvPicPr>
        <p:blipFill>
          <a:blip r:embed="rId6">
            <a:extLst>
              <a:ext uri="{28A0092B-C50C-407E-A947-70E740481C1C}">
                <a14:useLocalDpi xmlns:a14="http://schemas.microsoft.com/office/drawing/2010/main" val="0"/>
              </a:ext>
            </a:extLst>
          </a:blip>
          <a:srcRect/>
          <a:stretch>
            <a:fillRect/>
          </a:stretch>
        </p:blipFill>
        <p:spPr bwMode="auto">
          <a:xfrm>
            <a:off x="0" y="981075"/>
            <a:ext cx="9144000" cy="587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2147" name="Picture 2"/>
          <p:cNvPicPr>
            <a:picLocks noChangeAspect="1" noChangeArrowheads="1"/>
          </p:cNvPicPr>
          <p:nvPr>
            <p:custDataLst>
              <p:tags r:id="rId3"/>
            </p:custDataLst>
          </p:nvPr>
        </p:nvPicPr>
        <p:blipFill>
          <a:blip r:embed="rId7">
            <a:extLst>
              <a:ext uri="{28A0092B-C50C-407E-A947-70E740481C1C}">
                <a14:useLocalDpi xmlns:a14="http://schemas.microsoft.com/office/drawing/2010/main" val="0"/>
              </a:ext>
            </a:extLst>
          </a:blip>
          <a:srcRect/>
          <a:stretch>
            <a:fillRect/>
          </a:stretch>
        </p:blipFill>
        <p:spPr bwMode="auto">
          <a:xfrm>
            <a:off x="0" y="981075"/>
            <a:ext cx="9144000" cy="587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72" name="Rectangle 4"/>
          <p:cNvSpPr>
            <a:spLocks noChangeArrowheads="1"/>
          </p:cNvSpPr>
          <p:nvPr>
            <p:custDataLst>
              <p:tags r:id="rId4"/>
            </p:custDataLst>
          </p:nvPr>
        </p:nvSpPr>
        <p:spPr bwMode="auto">
          <a:xfrm>
            <a:off x="250825" y="-90488"/>
            <a:ext cx="82296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GB" sz="3200">
                <a:solidFill>
                  <a:srgbClr val="0066FF"/>
                </a:solidFill>
              </a:rPr>
              <a:t>EPIC-Soft: an international tool</a:t>
            </a:r>
          </a:p>
        </p:txBody>
      </p:sp>
    </p:spTree>
    <p:custDataLst>
      <p:tags r:id="rId1"/>
    </p:custDataLst>
    <p:extLst>
      <p:ext uri="{BB962C8B-B14F-4D97-AF65-F5344CB8AC3E}">
        <p14:creationId xmlns:p14="http://schemas.microsoft.com/office/powerpoint/2010/main" val="40528124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62147"/>
                                        </p:tgtEl>
                                        <p:attrNameLst>
                                          <p:attrName>style.visibility</p:attrName>
                                        </p:attrNameLst>
                                      </p:cBhvr>
                                      <p:to>
                                        <p:strVal val="visible"/>
                                      </p:to>
                                    </p:set>
                                    <p:animEffect transition="in" filter="checkerboard(across)">
                                      <p:cBhvr>
                                        <p:cTn id="7" dur="500"/>
                                        <p:tgtEl>
                                          <p:spTgt spid="262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2132" name="Picture 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191" y="1124744"/>
            <a:ext cx="2789747" cy="2470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 Box 11"/>
          <p:cNvSpPr txBox="1">
            <a:spLocks noChangeArrowheads="1"/>
          </p:cNvSpPr>
          <p:nvPr>
            <p:custDataLst>
              <p:tags r:id="rId2"/>
            </p:custDataLst>
          </p:nvPr>
        </p:nvSpPr>
        <p:spPr bwMode="auto">
          <a:xfrm>
            <a:off x="0" y="116632"/>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GB" sz="4400" dirty="0" smtClean="0">
                <a:solidFill>
                  <a:srgbClr val="0066FF"/>
                </a:solidFill>
                <a:latin typeface="Tahoma" pitchFamily="34" charset="0"/>
                <a:ea typeface="Tahoma" pitchFamily="34" charset="0"/>
                <a:cs typeface="Tahoma" pitchFamily="34" charset="0"/>
              </a:rPr>
              <a:t>EPIC-Soft Data Entry </a:t>
            </a:r>
            <a:endParaRPr lang="en-GB" sz="4400" dirty="0">
              <a:solidFill>
                <a:srgbClr val="0066FF"/>
              </a:solidFill>
              <a:latin typeface="Tahoma" pitchFamily="34" charset="0"/>
              <a:ea typeface="Tahoma" pitchFamily="34" charset="0"/>
              <a:cs typeface="Tahoma" pitchFamily="34" charset="0"/>
            </a:endParaRPr>
          </a:p>
        </p:txBody>
      </p:sp>
      <p:sp>
        <p:nvSpPr>
          <p:cNvPr id="7" name="Rectangle 3"/>
          <p:cNvSpPr txBox="1">
            <a:spLocks/>
          </p:cNvSpPr>
          <p:nvPr>
            <p:custDataLst>
              <p:tags r:id="rId3"/>
            </p:custDataLst>
          </p:nvPr>
        </p:nvSpPr>
        <p:spPr bwMode="auto">
          <a:xfrm>
            <a:off x="2799938" y="1124744"/>
            <a:ext cx="6344062" cy="5472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nSpc>
                <a:spcPct val="80000"/>
              </a:lnSpc>
            </a:pPr>
            <a:r>
              <a:rPr lang="en-GB" sz="2000" dirty="0" smtClean="0"/>
              <a:t>EPIC-Soft has been adapted for </a:t>
            </a:r>
            <a:r>
              <a:rPr lang="en-GB" sz="2000" dirty="0"/>
              <a:t>data entry of repeated (consecutive) days of food consumption data as collected by food </a:t>
            </a:r>
            <a:r>
              <a:rPr lang="en-GB" sz="2000" dirty="0" smtClean="0"/>
              <a:t>diaries.</a:t>
            </a:r>
          </a:p>
          <a:p>
            <a:pPr>
              <a:lnSpc>
                <a:spcPct val="80000"/>
              </a:lnSpc>
            </a:pPr>
            <a:endParaRPr lang="en-US" sz="2000" dirty="0" smtClean="0"/>
          </a:p>
          <a:p>
            <a:pPr marL="342900" lvl="1" indent="-342900">
              <a:lnSpc>
                <a:spcPct val="80000"/>
              </a:lnSpc>
              <a:buFontTx/>
              <a:buChar char="•"/>
            </a:pPr>
            <a:r>
              <a:rPr lang="en-GB" sz="2000" dirty="0" smtClean="0"/>
              <a:t>This new application called EPIC-Soft Data Entry</a:t>
            </a:r>
          </a:p>
          <a:p>
            <a:pPr marL="342900" lvl="1" indent="-342900">
              <a:lnSpc>
                <a:spcPct val="80000"/>
              </a:lnSpc>
              <a:buFontTx/>
              <a:buChar char="•"/>
            </a:pPr>
            <a:endParaRPr lang="en-GB" sz="2000" dirty="0" smtClean="0"/>
          </a:p>
          <a:p>
            <a:pPr marL="342900" lvl="1" indent="-342900">
              <a:lnSpc>
                <a:spcPct val="80000"/>
              </a:lnSpc>
              <a:buFontTx/>
              <a:buChar char="•"/>
            </a:pPr>
            <a:r>
              <a:rPr lang="en-US" sz="2000" dirty="0"/>
              <a:t>The main differences with EPIC-Soft are the possibility to</a:t>
            </a:r>
            <a:r>
              <a:rPr lang="en-US" sz="2000" dirty="0" smtClean="0"/>
              <a:t>:</a:t>
            </a:r>
          </a:p>
          <a:p>
            <a:pPr lvl="1">
              <a:lnSpc>
                <a:spcPct val="80000"/>
              </a:lnSpc>
            </a:pPr>
            <a:r>
              <a:rPr lang="en-US" sz="1800" dirty="0"/>
              <a:t>Enter a specific data or record </a:t>
            </a:r>
          </a:p>
          <a:p>
            <a:pPr lvl="1">
              <a:lnSpc>
                <a:spcPct val="80000"/>
              </a:lnSpc>
            </a:pPr>
            <a:r>
              <a:rPr lang="en-US" sz="1800" dirty="0"/>
              <a:t>Skip the “Quick list” step</a:t>
            </a:r>
          </a:p>
          <a:p>
            <a:pPr lvl="1">
              <a:lnSpc>
                <a:spcPct val="80000"/>
              </a:lnSpc>
            </a:pPr>
            <a:r>
              <a:rPr lang="en-US" sz="1800" dirty="0"/>
              <a:t>Not use the probing approach</a:t>
            </a:r>
          </a:p>
          <a:p>
            <a:pPr marL="0" lvl="1" indent="0">
              <a:lnSpc>
                <a:spcPct val="80000"/>
              </a:lnSpc>
              <a:buNone/>
            </a:pPr>
            <a:endParaRPr lang="de-AT" sz="2000" dirty="0" smtClean="0">
              <a:cs typeface="+mn-cs"/>
            </a:endParaRPr>
          </a:p>
          <a:p>
            <a:pPr marL="342900" lvl="1" indent="-342900">
              <a:lnSpc>
                <a:spcPct val="80000"/>
              </a:lnSpc>
              <a:buFontTx/>
              <a:buChar char="•"/>
            </a:pPr>
            <a:r>
              <a:rPr lang="de-AT" sz="2000" dirty="0" smtClean="0">
                <a:cs typeface="+mn-cs"/>
              </a:rPr>
              <a:t>Standardization</a:t>
            </a:r>
            <a:r>
              <a:rPr lang="de-AT" sz="2000" dirty="0" smtClean="0"/>
              <a:t> </a:t>
            </a:r>
            <a:r>
              <a:rPr lang="de-AT" sz="2000" dirty="0"/>
              <a:t>concept of </a:t>
            </a:r>
            <a:r>
              <a:rPr lang="en-US" sz="2000" dirty="0" smtClean="0"/>
              <a:t>EPIC-Soft is </a:t>
            </a:r>
            <a:r>
              <a:rPr lang="de-AT" sz="2000" dirty="0" smtClean="0"/>
              <a:t>kept</a:t>
            </a:r>
          </a:p>
          <a:p>
            <a:pPr marL="342900" lvl="1" indent="-342900">
              <a:lnSpc>
                <a:spcPct val="80000"/>
              </a:lnSpc>
              <a:buFontTx/>
              <a:buChar char="•"/>
            </a:pPr>
            <a:endParaRPr lang="de-AT" sz="2000" dirty="0" smtClean="0"/>
          </a:p>
          <a:p>
            <a:pPr marL="342900" lvl="1" indent="-342900">
              <a:lnSpc>
                <a:spcPct val="80000"/>
              </a:lnSpc>
              <a:buFontTx/>
              <a:buChar char="•"/>
            </a:pPr>
            <a:r>
              <a:rPr lang="de-AT" sz="2000" dirty="0" smtClean="0"/>
              <a:t>Collected </a:t>
            </a:r>
            <a:r>
              <a:rPr lang="de-AT" sz="2000" dirty="0"/>
              <a:t>data </a:t>
            </a:r>
            <a:r>
              <a:rPr lang="de-AT" sz="2000" dirty="0" smtClean="0"/>
              <a:t>are comparable/identical with </a:t>
            </a:r>
            <a:r>
              <a:rPr lang="de-AT" sz="2000" dirty="0"/>
              <a:t>data collected </a:t>
            </a:r>
            <a:r>
              <a:rPr lang="de-AT" sz="2000" dirty="0" smtClean="0"/>
              <a:t>with EPIC-Soft in terms of details of </a:t>
            </a:r>
            <a:r>
              <a:rPr lang="de-AT" sz="2000" dirty="0"/>
              <a:t>description</a:t>
            </a:r>
            <a:r>
              <a:rPr lang="de-AT" sz="2000" dirty="0" smtClean="0"/>
              <a:t>, quantification, </a:t>
            </a:r>
            <a:r>
              <a:rPr lang="de-AT" sz="2000" dirty="0"/>
              <a:t>export </a:t>
            </a:r>
            <a:r>
              <a:rPr lang="de-AT" sz="2000" dirty="0" smtClean="0"/>
              <a:t>formats...</a:t>
            </a:r>
          </a:p>
          <a:p>
            <a:pPr>
              <a:lnSpc>
                <a:spcPct val="80000"/>
              </a:lnSpc>
            </a:pPr>
            <a:endParaRPr lang="en-US" sz="2000" dirty="0" smtClean="0"/>
          </a:p>
          <a:p>
            <a:pPr lvl="1">
              <a:lnSpc>
                <a:spcPct val="80000"/>
              </a:lnSpc>
            </a:pPr>
            <a:endParaRPr lang="en-US" sz="1600" dirty="0"/>
          </a:p>
          <a:p>
            <a:pPr marL="457200" lvl="1" indent="0">
              <a:lnSpc>
                <a:spcPct val="80000"/>
              </a:lnSpc>
              <a:buNone/>
            </a:pPr>
            <a:endParaRPr lang="en-US" sz="1600" dirty="0" smtClean="0"/>
          </a:p>
          <a:p>
            <a:pPr marL="0" indent="0">
              <a:lnSpc>
                <a:spcPct val="80000"/>
              </a:lnSpc>
              <a:buNone/>
            </a:pPr>
            <a:endParaRPr lang="en-US" sz="2000" dirty="0" smtClean="0"/>
          </a:p>
          <a:p>
            <a:pPr marL="0" indent="0">
              <a:lnSpc>
                <a:spcPct val="80000"/>
              </a:lnSpc>
              <a:buNone/>
            </a:pPr>
            <a:endParaRPr lang="en-US" sz="2000" dirty="0" smtClean="0"/>
          </a:p>
        </p:txBody>
      </p:sp>
    </p:spTree>
    <p:custDataLst>
      <p:tags r:id="rId1"/>
    </p:custDataLst>
    <p:extLst>
      <p:ext uri="{BB962C8B-B14F-4D97-AF65-F5344CB8AC3E}">
        <p14:creationId xmlns:p14="http://schemas.microsoft.com/office/powerpoint/2010/main" val="412619639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custDataLst>
              <p:tags r:id="rId2"/>
            </p:custDataLst>
          </p:nvPr>
        </p:nvPicPr>
        <p:blipFill>
          <a:blip r:embed="rId7">
            <a:extLst>
              <a:ext uri="{28A0092B-C50C-407E-A947-70E740481C1C}">
                <a14:useLocalDpi xmlns:a14="http://schemas.microsoft.com/office/drawing/2010/main" val="0"/>
              </a:ext>
            </a:extLst>
          </a:blip>
          <a:srcRect/>
          <a:stretch>
            <a:fillRect/>
          </a:stretch>
        </p:blipFill>
        <p:spPr bwMode="auto">
          <a:xfrm>
            <a:off x="0" y="-50800"/>
            <a:ext cx="9215438" cy="690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51" name="Rectangle 3"/>
          <p:cNvSpPr>
            <a:spLocks noGrp="1" noChangeArrowheads="1"/>
          </p:cNvSpPr>
          <p:nvPr>
            <p:ph type="subTitle" idx="1"/>
            <p:custDataLst>
              <p:tags r:id="rId3"/>
            </p:custDataLst>
          </p:nvPr>
        </p:nvSpPr>
        <p:spPr>
          <a:xfrm>
            <a:off x="34925" y="3116263"/>
            <a:ext cx="8928100" cy="2760662"/>
          </a:xfrm>
        </p:spPr>
        <p:txBody>
          <a:bodyPr/>
          <a:lstStyle/>
          <a:p>
            <a:pPr>
              <a:lnSpc>
                <a:spcPct val="80000"/>
              </a:lnSpc>
            </a:pPr>
            <a:r>
              <a:rPr lang="en-US" sz="2800" dirty="0">
                <a:solidFill>
                  <a:srgbClr val="000099"/>
                </a:solidFill>
              </a:rPr>
              <a:t>A Web-Research </a:t>
            </a:r>
            <a:r>
              <a:rPr lang="en-US" sz="2800" dirty="0" smtClean="0">
                <a:solidFill>
                  <a:srgbClr val="000099"/>
                </a:solidFill>
              </a:rPr>
              <a:t>infrastructure: </a:t>
            </a:r>
            <a:endParaRPr lang="en-US" sz="2800" dirty="0">
              <a:solidFill>
                <a:srgbClr val="000099"/>
              </a:solidFill>
            </a:endParaRPr>
          </a:p>
          <a:p>
            <a:pPr>
              <a:lnSpc>
                <a:spcPct val="80000"/>
              </a:lnSpc>
            </a:pPr>
            <a:r>
              <a:rPr lang="en-US" sz="2800" dirty="0">
                <a:solidFill>
                  <a:srgbClr val="000099"/>
                </a:solidFill>
              </a:rPr>
              <a:t>General concepts and progress report</a:t>
            </a:r>
          </a:p>
          <a:p>
            <a:pPr>
              <a:lnSpc>
                <a:spcPct val="80000"/>
              </a:lnSpc>
            </a:pPr>
            <a:endParaRPr lang="en-US" sz="2800" dirty="0">
              <a:solidFill>
                <a:srgbClr val="000099"/>
              </a:solidFill>
            </a:endParaRPr>
          </a:p>
        </p:txBody>
      </p:sp>
      <p:sp>
        <p:nvSpPr>
          <p:cNvPr id="2061" name="Rectangle 13"/>
          <p:cNvSpPr>
            <a:spLocks noChangeArrowheads="1"/>
          </p:cNvSpPr>
          <p:nvPr>
            <p:custDataLst>
              <p:tags r:id="rId4"/>
            </p:custDataLst>
          </p:nvPr>
        </p:nvSpPr>
        <p:spPr bwMode="auto">
          <a:xfrm>
            <a:off x="107950" y="692150"/>
            <a:ext cx="8748713" cy="1223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6600">
                <a:solidFill>
                  <a:srgbClr val="0066FF"/>
                </a:solidFill>
              </a:rPr>
              <a:t>e-SMP</a:t>
            </a:r>
          </a:p>
          <a:p>
            <a:pPr algn="ctr"/>
            <a:r>
              <a:rPr lang="en-US" sz="3600">
                <a:solidFill>
                  <a:srgbClr val="0066FF"/>
                </a:solidFill>
              </a:rPr>
              <a:t>e-Standardised Methodologies Platform</a:t>
            </a:r>
          </a:p>
          <a:p>
            <a:pPr algn="ctr"/>
            <a:r>
              <a:rPr lang="en-US" sz="3600">
                <a:solidFill>
                  <a:srgbClr val="0066FF"/>
                </a:solidFill>
              </a:rPr>
              <a:t>(</a:t>
            </a:r>
            <a:r>
              <a:rPr lang="en-US" sz="3600" u="sng">
                <a:solidFill>
                  <a:srgbClr val="0066FF"/>
                </a:solidFill>
              </a:rPr>
              <a:t>on-going</a:t>
            </a:r>
            <a:r>
              <a:rPr lang="en-US" sz="3600">
                <a:solidFill>
                  <a:srgbClr val="0066FF"/>
                </a:solidFill>
              </a:rPr>
              <a:t>) </a:t>
            </a:r>
            <a:endParaRPr lang="en-GB" sz="3600">
              <a:solidFill>
                <a:srgbClr val="0066FF"/>
              </a:solidFill>
            </a:endParaRPr>
          </a:p>
        </p:txBody>
      </p:sp>
    </p:spTree>
    <p:custDataLst>
      <p:tags r:id="rId1"/>
    </p:custData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p:cNvSpPr>
            <a:spLocks noGrp="1"/>
          </p:cNvSpPr>
          <p:nvPr>
            <p:ph type="title" idx="4294967295"/>
            <p:custDataLst>
              <p:tags r:id="rId2"/>
            </p:custDataLst>
          </p:nvPr>
        </p:nvSpPr>
        <p:spPr>
          <a:xfrm>
            <a:off x="0" y="0"/>
            <a:ext cx="9144000" cy="647700"/>
          </a:xfrm>
        </p:spPr>
        <p:txBody>
          <a:bodyPr/>
          <a:lstStyle/>
          <a:p>
            <a:r>
              <a:rPr lang="en-US" dirty="0">
                <a:solidFill>
                  <a:srgbClr val="0066FF"/>
                </a:solidFill>
              </a:rPr>
              <a:t>e-SMP: Rationale</a:t>
            </a:r>
          </a:p>
        </p:txBody>
      </p:sp>
      <p:sp>
        <p:nvSpPr>
          <p:cNvPr id="360451" name="Rectangle 3"/>
          <p:cNvSpPr>
            <a:spLocks noGrp="1"/>
          </p:cNvSpPr>
          <p:nvPr>
            <p:ph type="body" idx="4294967295"/>
            <p:custDataLst>
              <p:tags r:id="rId3"/>
            </p:custDataLst>
          </p:nvPr>
        </p:nvSpPr>
        <p:spPr>
          <a:xfrm>
            <a:off x="0" y="908720"/>
            <a:ext cx="9144000" cy="5545137"/>
          </a:xfrm>
        </p:spPr>
        <p:txBody>
          <a:bodyPr/>
          <a:lstStyle/>
          <a:p>
            <a:pPr>
              <a:lnSpc>
                <a:spcPct val="80000"/>
              </a:lnSpc>
            </a:pPr>
            <a:r>
              <a:rPr lang="en-US" sz="2000" dirty="0"/>
              <a:t>24-HDR method </a:t>
            </a:r>
            <a:r>
              <a:rPr lang="en-US" sz="2000" dirty="0" smtClean="0"/>
              <a:t>as the EPIC-Soft® program, is </a:t>
            </a:r>
            <a:r>
              <a:rPr lang="en-US" sz="2000" dirty="0"/>
              <a:t>a detailed and dynamic open-ended method requiring regular and rigorous database maintenance;</a:t>
            </a:r>
          </a:p>
          <a:p>
            <a:pPr>
              <a:lnSpc>
                <a:spcPct val="80000"/>
              </a:lnSpc>
            </a:pPr>
            <a:endParaRPr lang="en-US" sz="2000" dirty="0"/>
          </a:p>
          <a:p>
            <a:pPr>
              <a:lnSpc>
                <a:spcPct val="80000"/>
              </a:lnSpc>
            </a:pPr>
            <a:r>
              <a:rPr lang="en-US" sz="2000" dirty="0"/>
              <a:t>The database maintenance is of equal importance in the overall </a:t>
            </a:r>
            <a:r>
              <a:rPr lang="en-US" sz="2000" dirty="0" err="1"/>
              <a:t>standardisation</a:t>
            </a:r>
            <a:r>
              <a:rPr lang="en-US" sz="2000" dirty="0"/>
              <a:t> process, but frequently underestimated;</a:t>
            </a:r>
          </a:p>
          <a:p>
            <a:pPr>
              <a:lnSpc>
                <a:spcPct val="80000"/>
              </a:lnSpc>
            </a:pPr>
            <a:endParaRPr lang="en-US" sz="2000" dirty="0"/>
          </a:p>
          <a:p>
            <a:pPr>
              <a:lnSpc>
                <a:spcPct val="80000"/>
              </a:lnSpc>
            </a:pPr>
            <a:r>
              <a:rPr lang="en-US" sz="2000" dirty="0" err="1"/>
              <a:t>Benecifing</a:t>
            </a:r>
            <a:r>
              <a:rPr lang="en-US" sz="2000" dirty="0"/>
              <a:t> from new technologies all maintenance approaches need to be replaced by comprehensive and strong (web-) infrastructure supports </a:t>
            </a:r>
          </a:p>
          <a:p>
            <a:pPr>
              <a:lnSpc>
                <a:spcPct val="80000"/>
              </a:lnSpc>
            </a:pPr>
            <a:endParaRPr lang="en-US" sz="2000" dirty="0"/>
          </a:p>
          <a:p>
            <a:pPr>
              <a:lnSpc>
                <a:spcPct val="80000"/>
              </a:lnSpc>
            </a:pPr>
            <a:r>
              <a:rPr lang="en-US" sz="2000" dirty="0"/>
              <a:t>Need strong infrastructure to balance two contradictory objectives: </a:t>
            </a:r>
            <a:r>
              <a:rPr lang="en-US" sz="2000" i="1" dirty="0" err="1"/>
              <a:t>standardisation</a:t>
            </a:r>
            <a:r>
              <a:rPr lang="en-US" sz="2000" dirty="0"/>
              <a:t> (</a:t>
            </a:r>
            <a:r>
              <a:rPr lang="en-US" sz="2000" dirty="0" err="1"/>
              <a:t>centralised</a:t>
            </a:r>
            <a:r>
              <a:rPr lang="en-US" sz="2000" dirty="0"/>
              <a:t> model) vs. </a:t>
            </a:r>
            <a:r>
              <a:rPr lang="en-US" sz="2000" i="1" dirty="0"/>
              <a:t>dissemination</a:t>
            </a:r>
            <a:r>
              <a:rPr lang="en-US" sz="2000" dirty="0"/>
              <a:t> (federated model) </a:t>
            </a:r>
            <a:endParaRPr lang="en-US" sz="2000" dirty="0">
              <a:sym typeface="Wingdings" pitchFamily="2" charset="2"/>
            </a:endParaRPr>
          </a:p>
          <a:p>
            <a:pPr>
              <a:lnSpc>
                <a:spcPct val="80000"/>
              </a:lnSpc>
            </a:pPr>
            <a:endParaRPr lang="en-US" sz="2000" dirty="0"/>
          </a:p>
          <a:p>
            <a:pPr>
              <a:lnSpc>
                <a:spcPct val="80000"/>
              </a:lnSpc>
            </a:pPr>
            <a:r>
              <a:rPr lang="en-US" sz="2000" dirty="0"/>
              <a:t>Need to preserve concept of </a:t>
            </a:r>
            <a:r>
              <a:rPr lang="en-US" sz="2000" dirty="0" err="1"/>
              <a:t>standardisation</a:t>
            </a:r>
            <a:r>
              <a:rPr lang="en-US" sz="2000" dirty="0"/>
              <a:t> and integrity of the EPIC-soft dietary methodology over time; </a:t>
            </a:r>
          </a:p>
          <a:p>
            <a:pPr>
              <a:lnSpc>
                <a:spcPct val="80000"/>
              </a:lnSpc>
            </a:pPr>
            <a:endParaRPr lang="en-US" sz="2000" dirty="0"/>
          </a:p>
          <a:p>
            <a:pPr>
              <a:lnSpc>
                <a:spcPct val="80000"/>
              </a:lnSpc>
            </a:pPr>
            <a:r>
              <a:rPr lang="en-US" sz="2000" dirty="0"/>
              <a:t>IARC, as an International non-profit WHO-UN </a:t>
            </a:r>
            <a:r>
              <a:rPr lang="en-US" sz="2000" dirty="0" err="1"/>
              <a:t>organisation</a:t>
            </a:r>
            <a:r>
              <a:rPr lang="en-US" sz="2000" dirty="0"/>
              <a:t> and owner of the e-SMP (including EPIC-soft methodology), has as main mission to disseminate knowledge, with priorities to international applications</a:t>
            </a:r>
          </a:p>
          <a:p>
            <a:pPr>
              <a:lnSpc>
                <a:spcPct val="80000"/>
              </a:lnSpc>
            </a:pPr>
            <a:endParaRPr lang="en-US" sz="2000" dirty="0"/>
          </a:p>
        </p:txBody>
      </p:sp>
    </p:spTree>
    <p:custDataLst>
      <p:tags r:id="rId1"/>
    </p:custData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body" sz="half" idx="4294967295"/>
            <p:custDataLst>
              <p:tags r:id="rId2"/>
            </p:custDataLst>
          </p:nvPr>
        </p:nvSpPr>
        <p:spPr>
          <a:xfrm>
            <a:off x="1008063" y="4365625"/>
            <a:ext cx="8027987" cy="1814513"/>
          </a:xfrm>
          <a:noFill/>
        </p:spPr>
        <p:txBody>
          <a:bodyPr/>
          <a:lstStyle/>
          <a:p>
            <a:pPr>
              <a:lnSpc>
                <a:spcPct val="80000"/>
              </a:lnSpc>
            </a:pPr>
            <a:endParaRPr lang="en-GB" sz="1600" dirty="0">
              <a:solidFill>
                <a:srgbClr val="000000"/>
              </a:solidFill>
            </a:endParaRPr>
          </a:p>
          <a:p>
            <a:pPr>
              <a:lnSpc>
                <a:spcPct val="80000"/>
              </a:lnSpc>
            </a:pPr>
            <a:r>
              <a:rPr lang="en-GB" sz="1600" dirty="0">
                <a:solidFill>
                  <a:srgbClr val="000000"/>
                </a:solidFill>
              </a:rPr>
              <a:t>A platform to conduct and support international studies, </a:t>
            </a:r>
            <a:endParaRPr lang="en-GB" sz="900" dirty="0">
              <a:solidFill>
                <a:srgbClr val="000000"/>
              </a:solidFill>
            </a:endParaRPr>
          </a:p>
          <a:p>
            <a:pPr>
              <a:lnSpc>
                <a:spcPct val="80000"/>
              </a:lnSpc>
            </a:pPr>
            <a:r>
              <a:rPr lang="en-GB" sz="1600" dirty="0">
                <a:solidFill>
                  <a:srgbClr val="000000"/>
                </a:solidFill>
              </a:rPr>
              <a:t>Standardise dietary methodology between countries </a:t>
            </a:r>
            <a:r>
              <a:rPr lang="en-GB" sz="1600" u="sng" dirty="0">
                <a:solidFill>
                  <a:srgbClr val="000000"/>
                </a:solidFill>
              </a:rPr>
              <a:t>and</a:t>
            </a:r>
            <a:r>
              <a:rPr lang="en-GB" sz="1600" dirty="0">
                <a:solidFill>
                  <a:srgbClr val="000000"/>
                </a:solidFill>
              </a:rPr>
              <a:t> projects, </a:t>
            </a:r>
            <a:endParaRPr lang="en-GB" sz="900" dirty="0">
              <a:solidFill>
                <a:srgbClr val="000000"/>
              </a:solidFill>
            </a:endParaRPr>
          </a:p>
          <a:p>
            <a:pPr>
              <a:lnSpc>
                <a:spcPct val="80000"/>
              </a:lnSpc>
            </a:pPr>
            <a:r>
              <a:rPr lang="en-GB" sz="1600" dirty="0">
                <a:solidFill>
                  <a:srgbClr val="000000"/>
                </a:solidFill>
              </a:rPr>
              <a:t>Preserve the concept of standardisation and integrity over time, </a:t>
            </a:r>
            <a:endParaRPr lang="en-GB" sz="900" dirty="0">
              <a:solidFill>
                <a:srgbClr val="000000"/>
              </a:solidFill>
            </a:endParaRPr>
          </a:p>
          <a:p>
            <a:pPr>
              <a:lnSpc>
                <a:spcPct val="80000"/>
              </a:lnSpc>
            </a:pPr>
            <a:r>
              <a:rPr lang="en-GB" sz="1600" dirty="0">
                <a:solidFill>
                  <a:srgbClr val="000000"/>
                </a:solidFill>
              </a:rPr>
              <a:t>Cost-effective for countries with limited local technical resources and dietary skills;</a:t>
            </a:r>
            <a:endParaRPr lang="en-GB" sz="900" dirty="0">
              <a:solidFill>
                <a:srgbClr val="000000"/>
              </a:solidFill>
            </a:endParaRPr>
          </a:p>
          <a:p>
            <a:pPr>
              <a:lnSpc>
                <a:spcPct val="80000"/>
              </a:lnSpc>
            </a:pPr>
            <a:r>
              <a:rPr lang="en-GB" sz="1600" dirty="0">
                <a:solidFill>
                  <a:srgbClr val="000000"/>
                </a:solidFill>
              </a:rPr>
              <a:t>Independence and flexibility for individual projects;</a:t>
            </a:r>
            <a:endParaRPr lang="en-GB" sz="900" dirty="0">
              <a:solidFill>
                <a:srgbClr val="000000"/>
              </a:solidFill>
            </a:endParaRPr>
          </a:p>
          <a:p>
            <a:pPr>
              <a:lnSpc>
                <a:spcPct val="80000"/>
              </a:lnSpc>
            </a:pPr>
            <a:r>
              <a:rPr lang="en-GB" sz="1600" dirty="0">
                <a:solidFill>
                  <a:srgbClr val="000000"/>
                </a:solidFill>
              </a:rPr>
              <a:t>Facilitate communication and data synchronisation/exchange.</a:t>
            </a:r>
          </a:p>
          <a:p>
            <a:pPr>
              <a:lnSpc>
                <a:spcPct val="80000"/>
              </a:lnSpc>
            </a:pPr>
            <a:endParaRPr lang="en-GB" sz="1600" dirty="0">
              <a:solidFill>
                <a:srgbClr val="000000"/>
              </a:solidFill>
            </a:endParaRPr>
          </a:p>
          <a:p>
            <a:pPr>
              <a:lnSpc>
                <a:spcPct val="80000"/>
              </a:lnSpc>
            </a:pPr>
            <a:endParaRPr lang="en-GB" sz="1600" dirty="0">
              <a:solidFill>
                <a:srgbClr val="000000"/>
              </a:solidFill>
            </a:endParaRPr>
          </a:p>
          <a:p>
            <a:pPr>
              <a:lnSpc>
                <a:spcPct val="80000"/>
              </a:lnSpc>
            </a:pPr>
            <a:endParaRPr lang="en-GB" sz="1600" dirty="0">
              <a:solidFill>
                <a:srgbClr val="000000"/>
              </a:solidFill>
            </a:endParaRPr>
          </a:p>
          <a:p>
            <a:pPr>
              <a:lnSpc>
                <a:spcPct val="80000"/>
              </a:lnSpc>
            </a:pPr>
            <a:endParaRPr lang="en-GB" sz="1600" b="1" dirty="0">
              <a:solidFill>
                <a:srgbClr val="000000"/>
              </a:solidFill>
            </a:endParaRPr>
          </a:p>
          <a:p>
            <a:pPr>
              <a:lnSpc>
                <a:spcPct val="80000"/>
              </a:lnSpc>
            </a:pPr>
            <a:endParaRPr lang="en-US" sz="1600" dirty="0">
              <a:solidFill>
                <a:srgbClr val="000000"/>
              </a:solidFill>
            </a:endParaRPr>
          </a:p>
        </p:txBody>
      </p:sp>
      <p:sp>
        <p:nvSpPr>
          <p:cNvPr id="198659" name="Text Box 2"/>
          <p:cNvSpPr>
            <a:spLocks noChangeArrowheads="1"/>
          </p:cNvSpPr>
          <p:nvPr>
            <p:custDataLst>
              <p:tags r:id="rId3"/>
            </p:custDataLst>
          </p:nvPr>
        </p:nvSpPr>
        <p:spPr bwMode="auto">
          <a:xfrm>
            <a:off x="-1" y="-77788"/>
            <a:ext cx="9109075" cy="914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nchor="ctr"/>
          <a:lstStyle/>
          <a:p>
            <a:pPr algn="ctr" eaLnBrk="0" hangingPunct="0"/>
            <a:r>
              <a:rPr lang="en-GB" sz="4400" dirty="0">
                <a:solidFill>
                  <a:srgbClr val="0066FF"/>
                </a:solidFill>
              </a:rPr>
              <a:t>e-SMP: General Aims </a:t>
            </a:r>
          </a:p>
        </p:txBody>
      </p:sp>
      <p:grpSp>
        <p:nvGrpSpPr>
          <p:cNvPr id="198660" name="Group 8"/>
          <p:cNvGrpSpPr>
            <a:grpSpLocks/>
          </p:cNvGrpSpPr>
          <p:nvPr>
            <p:custDataLst>
              <p:tags r:id="rId4"/>
            </p:custDataLst>
          </p:nvPr>
        </p:nvGrpSpPr>
        <p:grpSpPr bwMode="auto">
          <a:xfrm>
            <a:off x="1436688" y="765175"/>
            <a:ext cx="7707312" cy="3681413"/>
            <a:chOff x="905" y="477"/>
            <a:chExt cx="4855" cy="2319"/>
          </a:xfrm>
        </p:grpSpPr>
        <p:sp>
          <p:nvSpPr>
            <p:cNvPr id="198661" name="Rectangle 9"/>
            <p:cNvSpPr>
              <a:spLocks noChangeArrowheads="1"/>
            </p:cNvSpPr>
            <p:nvPr/>
          </p:nvSpPr>
          <p:spPr bwMode="auto">
            <a:xfrm>
              <a:off x="909" y="691"/>
              <a:ext cx="3927" cy="254"/>
            </a:xfrm>
            <a:prstGeom prst="rect">
              <a:avLst/>
            </a:prstGeom>
            <a:solidFill>
              <a:schemeClr val="accent1"/>
            </a:solidFill>
            <a:ln w="9525">
              <a:solidFill>
                <a:schemeClr val="tx1"/>
              </a:solidFill>
              <a:miter lim="800000"/>
              <a:headEnd/>
              <a:tailEnd/>
            </a:ln>
          </p:spPr>
          <p:txBody>
            <a:bodyPr wrap="none" anchor="ctr"/>
            <a:lstStyle/>
            <a:p>
              <a:pPr algn="ctr"/>
              <a:endParaRPr lang="en-US" sz="1600"/>
            </a:p>
          </p:txBody>
        </p:sp>
        <p:sp>
          <p:nvSpPr>
            <p:cNvPr id="198662" name="AutoShape 10"/>
            <p:cNvSpPr>
              <a:spLocks noChangeArrowheads="1"/>
            </p:cNvSpPr>
            <p:nvPr/>
          </p:nvSpPr>
          <p:spPr bwMode="auto">
            <a:xfrm>
              <a:off x="2158" y="1984"/>
              <a:ext cx="1392" cy="690"/>
            </a:xfrm>
            <a:prstGeom prst="flowChartAlternateProcess">
              <a:avLst/>
            </a:prstGeom>
            <a:solidFill>
              <a:srgbClr val="A6F6A2"/>
            </a:solidFill>
            <a:ln w="9525">
              <a:solidFill>
                <a:schemeClr val="tx1"/>
              </a:solidFill>
              <a:miter lim="800000"/>
              <a:headEnd/>
              <a:tailEnd/>
            </a:ln>
          </p:spPr>
          <p:txBody>
            <a:bodyPr wrap="none" anchor="ctr"/>
            <a:lstStyle/>
            <a:p>
              <a:pPr algn="ctr"/>
              <a:endParaRPr lang="en-US"/>
            </a:p>
          </p:txBody>
        </p:sp>
        <p:sp>
          <p:nvSpPr>
            <p:cNvPr id="198663" name="AutoShape 11"/>
            <p:cNvSpPr>
              <a:spLocks noChangeArrowheads="1"/>
            </p:cNvSpPr>
            <p:nvPr/>
          </p:nvSpPr>
          <p:spPr bwMode="auto">
            <a:xfrm>
              <a:off x="3470" y="950"/>
              <a:ext cx="1392" cy="690"/>
            </a:xfrm>
            <a:prstGeom prst="flowChartAlternateProcess">
              <a:avLst/>
            </a:prstGeom>
            <a:solidFill>
              <a:srgbClr val="FF9900"/>
            </a:solidFill>
            <a:ln w="9525">
              <a:solidFill>
                <a:schemeClr val="tx1"/>
              </a:solidFill>
              <a:miter lim="800000"/>
              <a:headEnd/>
              <a:tailEnd/>
            </a:ln>
          </p:spPr>
          <p:txBody>
            <a:bodyPr wrap="none" anchor="ctr"/>
            <a:lstStyle/>
            <a:p>
              <a:pPr algn="ctr"/>
              <a:endParaRPr lang="en-US"/>
            </a:p>
          </p:txBody>
        </p:sp>
        <p:sp>
          <p:nvSpPr>
            <p:cNvPr id="198664" name="AutoShape 12"/>
            <p:cNvSpPr>
              <a:spLocks noChangeArrowheads="1"/>
            </p:cNvSpPr>
            <p:nvPr/>
          </p:nvSpPr>
          <p:spPr bwMode="auto">
            <a:xfrm>
              <a:off x="936" y="954"/>
              <a:ext cx="1392" cy="690"/>
            </a:xfrm>
            <a:prstGeom prst="flowChartAlternateProcess">
              <a:avLst/>
            </a:prstGeom>
            <a:solidFill>
              <a:srgbClr val="FF5050"/>
            </a:solidFill>
            <a:ln w="9525">
              <a:solidFill>
                <a:schemeClr val="tx1"/>
              </a:solidFill>
              <a:miter lim="800000"/>
              <a:headEnd/>
              <a:tailEnd/>
            </a:ln>
          </p:spPr>
          <p:txBody>
            <a:bodyPr wrap="none" anchor="ctr"/>
            <a:lstStyle/>
            <a:p>
              <a:pPr algn="ctr"/>
              <a:endParaRPr lang="en-US"/>
            </a:p>
          </p:txBody>
        </p:sp>
        <p:sp>
          <p:nvSpPr>
            <p:cNvPr id="198665" name="Text Box 13"/>
            <p:cNvSpPr txBox="1">
              <a:spLocks noChangeArrowheads="1"/>
            </p:cNvSpPr>
            <p:nvPr/>
          </p:nvSpPr>
          <p:spPr bwMode="auto">
            <a:xfrm>
              <a:off x="1084" y="1042"/>
              <a:ext cx="116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ctr">
                <a:spcBef>
                  <a:spcPct val="50000"/>
                </a:spcBef>
              </a:pPr>
              <a:r>
                <a:rPr lang="en-GB"/>
                <a:t>Maintenance &amp; Setting</a:t>
              </a:r>
              <a:endParaRPr lang="en-US"/>
            </a:p>
          </p:txBody>
        </p:sp>
        <p:sp>
          <p:nvSpPr>
            <p:cNvPr id="198666" name="Rectangle 14"/>
            <p:cNvSpPr>
              <a:spLocks noChangeArrowheads="1"/>
            </p:cNvSpPr>
            <p:nvPr/>
          </p:nvSpPr>
          <p:spPr bwMode="auto">
            <a:xfrm>
              <a:off x="905" y="1725"/>
              <a:ext cx="3927" cy="254"/>
            </a:xfrm>
            <a:prstGeom prst="rect">
              <a:avLst/>
            </a:prstGeom>
            <a:solidFill>
              <a:schemeClr val="accent1"/>
            </a:solidFill>
            <a:ln w="9525">
              <a:solidFill>
                <a:schemeClr val="tx1"/>
              </a:solidFill>
              <a:miter lim="800000"/>
              <a:headEnd/>
              <a:tailEnd/>
            </a:ln>
          </p:spPr>
          <p:txBody>
            <a:bodyPr wrap="none" anchor="ctr"/>
            <a:lstStyle/>
            <a:p>
              <a:pPr algn="ctr"/>
              <a:r>
                <a:rPr lang="en-US" sz="1600"/>
                <a:t>Communication</a:t>
              </a:r>
              <a:endParaRPr lang="en-GB" sz="1600"/>
            </a:p>
          </p:txBody>
        </p:sp>
        <p:sp>
          <p:nvSpPr>
            <p:cNvPr id="198667" name="AutoShape 15"/>
            <p:cNvSpPr>
              <a:spLocks noChangeArrowheads="1"/>
            </p:cNvSpPr>
            <p:nvPr/>
          </p:nvSpPr>
          <p:spPr bwMode="auto">
            <a:xfrm>
              <a:off x="4892" y="1661"/>
              <a:ext cx="868" cy="747"/>
            </a:xfrm>
            <a:prstGeom prst="wedgeRectCallout">
              <a:avLst>
                <a:gd name="adj1" fmla="val -70505"/>
                <a:gd name="adj2" fmla="val -10247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a:endParaRPr lang="en-US"/>
            </a:p>
          </p:txBody>
        </p:sp>
        <p:sp>
          <p:nvSpPr>
            <p:cNvPr id="198668" name="Text Box 16"/>
            <p:cNvSpPr txBox="1">
              <a:spLocks noChangeArrowheads="1"/>
            </p:cNvSpPr>
            <p:nvPr/>
          </p:nvSpPr>
          <p:spPr bwMode="auto">
            <a:xfrm>
              <a:off x="4945" y="1721"/>
              <a:ext cx="815"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spcBef>
                  <a:spcPct val="50000"/>
                </a:spcBef>
              </a:pPr>
              <a:r>
                <a:rPr lang="en-US" sz="1200" b="1"/>
                <a:t>Centralize, Organize, Edit (notes, status) &amp; export EPIC-Soft interviews</a:t>
              </a:r>
              <a:endParaRPr lang="en-GB" sz="1200" b="1"/>
            </a:p>
          </p:txBody>
        </p:sp>
        <p:sp>
          <p:nvSpPr>
            <p:cNvPr id="198669" name="AutoShape 17"/>
            <p:cNvSpPr>
              <a:spLocks noChangeArrowheads="1"/>
            </p:cNvSpPr>
            <p:nvPr/>
          </p:nvSpPr>
          <p:spPr bwMode="auto">
            <a:xfrm>
              <a:off x="1038" y="2229"/>
              <a:ext cx="970" cy="447"/>
            </a:xfrm>
            <a:prstGeom prst="wedgeRectCallout">
              <a:avLst>
                <a:gd name="adj1" fmla="val 65259"/>
                <a:gd name="adj2" fmla="val -81319"/>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a:endParaRPr lang="en-US"/>
            </a:p>
          </p:txBody>
        </p:sp>
        <p:sp>
          <p:nvSpPr>
            <p:cNvPr id="198670" name="Text Box 18"/>
            <p:cNvSpPr txBox="1">
              <a:spLocks noChangeArrowheads="1"/>
            </p:cNvSpPr>
            <p:nvPr/>
          </p:nvSpPr>
          <p:spPr bwMode="auto">
            <a:xfrm>
              <a:off x="1187" y="2265"/>
              <a:ext cx="815"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spcBef>
                  <a:spcPct val="50000"/>
                </a:spcBef>
              </a:pPr>
              <a:r>
                <a:rPr lang="en-US" sz="1200" b="1"/>
                <a:t>EPIC-Soft and its Data-Entry Application</a:t>
              </a:r>
              <a:endParaRPr lang="en-GB" sz="1200" b="1"/>
            </a:p>
          </p:txBody>
        </p:sp>
        <p:grpSp>
          <p:nvGrpSpPr>
            <p:cNvPr id="198671" name="Group 19"/>
            <p:cNvGrpSpPr>
              <a:grpSpLocks/>
            </p:cNvGrpSpPr>
            <p:nvPr/>
          </p:nvGrpSpPr>
          <p:grpSpPr bwMode="auto">
            <a:xfrm>
              <a:off x="1042" y="1453"/>
              <a:ext cx="306" cy="305"/>
              <a:chOff x="1042" y="1453"/>
              <a:chExt cx="306" cy="305"/>
            </a:xfrm>
          </p:grpSpPr>
          <p:pic>
            <p:nvPicPr>
              <p:cNvPr id="198672" name="Picture 20"/>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042" y="1453"/>
                <a:ext cx="306"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8673" name="Picture 21"/>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42" y="1453"/>
                <a:ext cx="306"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8674" name="Rectangle 22"/>
            <p:cNvSpPr>
              <a:spLocks noChangeArrowheads="1"/>
            </p:cNvSpPr>
            <p:nvPr/>
          </p:nvSpPr>
          <p:spPr bwMode="auto">
            <a:xfrm>
              <a:off x="998" y="1764"/>
              <a:ext cx="385"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b="1">
                  <a:solidFill>
                    <a:srgbClr val="000000"/>
                  </a:solidFill>
                </a:rPr>
                <a:t>International</a:t>
              </a:r>
              <a:endParaRPr lang="en-US"/>
            </a:p>
          </p:txBody>
        </p:sp>
        <p:sp>
          <p:nvSpPr>
            <p:cNvPr id="198675" name="Rectangle 23"/>
            <p:cNvSpPr>
              <a:spLocks noChangeArrowheads="1"/>
            </p:cNvSpPr>
            <p:nvPr/>
          </p:nvSpPr>
          <p:spPr bwMode="auto">
            <a:xfrm>
              <a:off x="1090" y="1840"/>
              <a:ext cx="19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b="1">
                  <a:solidFill>
                    <a:srgbClr val="000000"/>
                  </a:solidFill>
                </a:rPr>
                <a:t>Admin</a:t>
              </a:r>
              <a:endParaRPr lang="en-US"/>
            </a:p>
          </p:txBody>
        </p:sp>
        <p:grpSp>
          <p:nvGrpSpPr>
            <p:cNvPr id="198676" name="Group 24"/>
            <p:cNvGrpSpPr>
              <a:grpSpLocks/>
            </p:cNvGrpSpPr>
            <p:nvPr/>
          </p:nvGrpSpPr>
          <p:grpSpPr bwMode="auto">
            <a:xfrm>
              <a:off x="1042" y="1453"/>
              <a:ext cx="306" cy="305"/>
              <a:chOff x="1042" y="1453"/>
              <a:chExt cx="306" cy="305"/>
            </a:xfrm>
          </p:grpSpPr>
          <p:pic>
            <p:nvPicPr>
              <p:cNvPr id="198677" name="Picture 25"/>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042" y="1453"/>
                <a:ext cx="306"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8678" name="Picture 26"/>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42" y="1453"/>
                <a:ext cx="306"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8679" name="Rectangle 27"/>
            <p:cNvSpPr>
              <a:spLocks noChangeArrowheads="1"/>
            </p:cNvSpPr>
            <p:nvPr/>
          </p:nvSpPr>
          <p:spPr bwMode="auto">
            <a:xfrm>
              <a:off x="998" y="1764"/>
              <a:ext cx="385"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b="1">
                  <a:solidFill>
                    <a:srgbClr val="000000"/>
                  </a:solidFill>
                </a:rPr>
                <a:t>International</a:t>
              </a:r>
              <a:endParaRPr lang="en-US"/>
            </a:p>
          </p:txBody>
        </p:sp>
        <p:sp>
          <p:nvSpPr>
            <p:cNvPr id="198680" name="Rectangle 28"/>
            <p:cNvSpPr>
              <a:spLocks noChangeArrowheads="1"/>
            </p:cNvSpPr>
            <p:nvPr/>
          </p:nvSpPr>
          <p:spPr bwMode="auto">
            <a:xfrm>
              <a:off x="1090" y="1840"/>
              <a:ext cx="19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b="1">
                  <a:solidFill>
                    <a:srgbClr val="000000"/>
                  </a:solidFill>
                </a:rPr>
                <a:t>Admin</a:t>
              </a:r>
              <a:endParaRPr lang="en-US"/>
            </a:p>
          </p:txBody>
        </p:sp>
        <p:grpSp>
          <p:nvGrpSpPr>
            <p:cNvPr id="198681" name="Group 29"/>
            <p:cNvGrpSpPr>
              <a:grpSpLocks/>
            </p:cNvGrpSpPr>
            <p:nvPr/>
          </p:nvGrpSpPr>
          <p:grpSpPr bwMode="auto">
            <a:xfrm>
              <a:off x="1476" y="1453"/>
              <a:ext cx="305" cy="305"/>
              <a:chOff x="1476" y="1453"/>
              <a:chExt cx="305" cy="305"/>
            </a:xfrm>
          </p:grpSpPr>
          <p:pic>
            <p:nvPicPr>
              <p:cNvPr id="198682" name="Picture 30"/>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476" y="1453"/>
                <a:ext cx="305"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8683" name="Picture 31"/>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476" y="1453"/>
                <a:ext cx="305"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8684" name="Rectangle 32"/>
            <p:cNvSpPr>
              <a:spLocks noChangeArrowheads="1"/>
            </p:cNvSpPr>
            <p:nvPr/>
          </p:nvSpPr>
          <p:spPr bwMode="auto">
            <a:xfrm>
              <a:off x="1519" y="1781"/>
              <a:ext cx="21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b="1">
                  <a:solidFill>
                    <a:srgbClr val="000000"/>
                  </a:solidFill>
                </a:rPr>
                <a:t>Project</a:t>
              </a:r>
              <a:endParaRPr lang="en-US"/>
            </a:p>
          </p:txBody>
        </p:sp>
        <p:sp>
          <p:nvSpPr>
            <p:cNvPr id="198685" name="Rectangle 33"/>
            <p:cNvSpPr>
              <a:spLocks noChangeArrowheads="1"/>
            </p:cNvSpPr>
            <p:nvPr/>
          </p:nvSpPr>
          <p:spPr bwMode="auto">
            <a:xfrm>
              <a:off x="1528" y="1857"/>
              <a:ext cx="19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b="1">
                  <a:solidFill>
                    <a:srgbClr val="000000"/>
                  </a:solidFill>
                </a:rPr>
                <a:t>Admin</a:t>
              </a:r>
              <a:endParaRPr lang="en-US"/>
            </a:p>
          </p:txBody>
        </p:sp>
        <p:grpSp>
          <p:nvGrpSpPr>
            <p:cNvPr id="198686" name="Group 34"/>
            <p:cNvGrpSpPr>
              <a:grpSpLocks/>
            </p:cNvGrpSpPr>
            <p:nvPr/>
          </p:nvGrpSpPr>
          <p:grpSpPr bwMode="auto">
            <a:xfrm>
              <a:off x="1476" y="1453"/>
              <a:ext cx="305" cy="305"/>
              <a:chOff x="1476" y="1453"/>
              <a:chExt cx="305" cy="305"/>
            </a:xfrm>
          </p:grpSpPr>
          <p:pic>
            <p:nvPicPr>
              <p:cNvPr id="198687" name="Picture 35"/>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476" y="1453"/>
                <a:ext cx="305"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8688" name="Picture 36"/>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476" y="1453"/>
                <a:ext cx="305"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8689" name="Rectangle 37"/>
            <p:cNvSpPr>
              <a:spLocks noChangeArrowheads="1"/>
            </p:cNvSpPr>
            <p:nvPr/>
          </p:nvSpPr>
          <p:spPr bwMode="auto">
            <a:xfrm>
              <a:off x="1519" y="1781"/>
              <a:ext cx="21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b="1">
                  <a:solidFill>
                    <a:srgbClr val="000000"/>
                  </a:solidFill>
                </a:rPr>
                <a:t>Project</a:t>
              </a:r>
              <a:endParaRPr lang="en-US"/>
            </a:p>
          </p:txBody>
        </p:sp>
        <p:sp>
          <p:nvSpPr>
            <p:cNvPr id="198690" name="Rectangle 38"/>
            <p:cNvSpPr>
              <a:spLocks noChangeArrowheads="1"/>
            </p:cNvSpPr>
            <p:nvPr/>
          </p:nvSpPr>
          <p:spPr bwMode="auto">
            <a:xfrm>
              <a:off x="1528" y="1857"/>
              <a:ext cx="19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b="1">
                  <a:solidFill>
                    <a:srgbClr val="000000"/>
                  </a:solidFill>
                </a:rPr>
                <a:t>Admin</a:t>
              </a:r>
              <a:endParaRPr lang="en-US"/>
            </a:p>
          </p:txBody>
        </p:sp>
        <p:grpSp>
          <p:nvGrpSpPr>
            <p:cNvPr id="198691" name="Group 39"/>
            <p:cNvGrpSpPr>
              <a:grpSpLocks/>
            </p:cNvGrpSpPr>
            <p:nvPr/>
          </p:nvGrpSpPr>
          <p:grpSpPr bwMode="auto">
            <a:xfrm>
              <a:off x="1921" y="1453"/>
              <a:ext cx="305" cy="305"/>
              <a:chOff x="1921" y="1453"/>
              <a:chExt cx="305" cy="305"/>
            </a:xfrm>
          </p:grpSpPr>
          <p:pic>
            <p:nvPicPr>
              <p:cNvPr id="198692" name="Picture 40"/>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921" y="1453"/>
                <a:ext cx="305"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8693" name="Picture 41"/>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921" y="1453"/>
                <a:ext cx="305"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8694" name="Rectangle 42"/>
            <p:cNvSpPr>
              <a:spLocks noChangeArrowheads="1"/>
            </p:cNvSpPr>
            <p:nvPr/>
          </p:nvSpPr>
          <p:spPr bwMode="auto">
            <a:xfrm>
              <a:off x="1948" y="1766"/>
              <a:ext cx="253"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b="1">
                  <a:solidFill>
                    <a:srgbClr val="000000"/>
                  </a:solidFill>
                </a:rPr>
                <a:t>National</a:t>
              </a:r>
              <a:endParaRPr lang="en-US"/>
            </a:p>
          </p:txBody>
        </p:sp>
        <p:sp>
          <p:nvSpPr>
            <p:cNvPr id="198695" name="Rectangle 43"/>
            <p:cNvSpPr>
              <a:spLocks noChangeArrowheads="1"/>
            </p:cNvSpPr>
            <p:nvPr/>
          </p:nvSpPr>
          <p:spPr bwMode="auto">
            <a:xfrm>
              <a:off x="1974" y="1842"/>
              <a:ext cx="19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b="1">
                  <a:solidFill>
                    <a:srgbClr val="000000"/>
                  </a:solidFill>
                </a:rPr>
                <a:t>Admin</a:t>
              </a:r>
              <a:endParaRPr lang="en-US"/>
            </a:p>
          </p:txBody>
        </p:sp>
        <p:grpSp>
          <p:nvGrpSpPr>
            <p:cNvPr id="198696" name="Group 44"/>
            <p:cNvGrpSpPr>
              <a:grpSpLocks/>
            </p:cNvGrpSpPr>
            <p:nvPr/>
          </p:nvGrpSpPr>
          <p:grpSpPr bwMode="auto">
            <a:xfrm>
              <a:off x="1921" y="1453"/>
              <a:ext cx="305" cy="305"/>
              <a:chOff x="1921" y="1453"/>
              <a:chExt cx="305" cy="305"/>
            </a:xfrm>
          </p:grpSpPr>
          <p:pic>
            <p:nvPicPr>
              <p:cNvPr id="198697" name="Picture 45"/>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921" y="1453"/>
                <a:ext cx="305"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8698" name="Picture 46"/>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921" y="1453"/>
                <a:ext cx="305"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8699" name="Rectangle 47"/>
            <p:cNvSpPr>
              <a:spLocks noChangeArrowheads="1"/>
            </p:cNvSpPr>
            <p:nvPr/>
          </p:nvSpPr>
          <p:spPr bwMode="auto">
            <a:xfrm>
              <a:off x="1948" y="1766"/>
              <a:ext cx="253"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b="1">
                  <a:solidFill>
                    <a:srgbClr val="000000"/>
                  </a:solidFill>
                </a:rPr>
                <a:t>National</a:t>
              </a:r>
              <a:endParaRPr lang="en-US"/>
            </a:p>
          </p:txBody>
        </p:sp>
        <p:sp>
          <p:nvSpPr>
            <p:cNvPr id="198700" name="Rectangle 48"/>
            <p:cNvSpPr>
              <a:spLocks noChangeArrowheads="1"/>
            </p:cNvSpPr>
            <p:nvPr/>
          </p:nvSpPr>
          <p:spPr bwMode="auto">
            <a:xfrm>
              <a:off x="1974" y="1842"/>
              <a:ext cx="19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b="1">
                  <a:solidFill>
                    <a:srgbClr val="000000"/>
                  </a:solidFill>
                </a:rPr>
                <a:t>Admin</a:t>
              </a:r>
              <a:endParaRPr lang="en-US"/>
            </a:p>
          </p:txBody>
        </p:sp>
        <p:grpSp>
          <p:nvGrpSpPr>
            <p:cNvPr id="198701" name="Group 49"/>
            <p:cNvGrpSpPr>
              <a:grpSpLocks/>
            </p:cNvGrpSpPr>
            <p:nvPr/>
          </p:nvGrpSpPr>
          <p:grpSpPr bwMode="auto">
            <a:xfrm>
              <a:off x="4476" y="1504"/>
              <a:ext cx="309" cy="309"/>
              <a:chOff x="4476" y="1504"/>
              <a:chExt cx="309" cy="309"/>
            </a:xfrm>
          </p:grpSpPr>
          <p:pic>
            <p:nvPicPr>
              <p:cNvPr id="198702" name="Picture 50"/>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4476" y="1504"/>
                <a:ext cx="309"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8703" name="Picture 51"/>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4476" y="1504"/>
                <a:ext cx="309"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8704" name="Rectangle 52"/>
            <p:cNvSpPr>
              <a:spLocks noChangeArrowheads="1"/>
            </p:cNvSpPr>
            <p:nvPr/>
          </p:nvSpPr>
          <p:spPr bwMode="auto">
            <a:xfrm>
              <a:off x="4605" y="1816"/>
              <a:ext cx="16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b="1">
                  <a:solidFill>
                    <a:srgbClr val="000000"/>
                  </a:solidFill>
                </a:rPr>
                <a:t>Local</a:t>
              </a:r>
              <a:endParaRPr lang="en-US"/>
            </a:p>
          </p:txBody>
        </p:sp>
        <p:sp>
          <p:nvSpPr>
            <p:cNvPr id="198705" name="Rectangle 53"/>
            <p:cNvSpPr>
              <a:spLocks noChangeArrowheads="1"/>
            </p:cNvSpPr>
            <p:nvPr/>
          </p:nvSpPr>
          <p:spPr bwMode="auto">
            <a:xfrm>
              <a:off x="4588" y="1893"/>
              <a:ext cx="19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b="1">
                  <a:solidFill>
                    <a:srgbClr val="000000"/>
                  </a:solidFill>
                </a:rPr>
                <a:t>Admin</a:t>
              </a:r>
              <a:endParaRPr lang="en-US"/>
            </a:p>
          </p:txBody>
        </p:sp>
        <p:grpSp>
          <p:nvGrpSpPr>
            <p:cNvPr id="198706" name="Group 54"/>
            <p:cNvGrpSpPr>
              <a:grpSpLocks/>
            </p:cNvGrpSpPr>
            <p:nvPr/>
          </p:nvGrpSpPr>
          <p:grpSpPr bwMode="auto">
            <a:xfrm>
              <a:off x="4476" y="1504"/>
              <a:ext cx="309" cy="309"/>
              <a:chOff x="4476" y="1504"/>
              <a:chExt cx="309" cy="309"/>
            </a:xfrm>
          </p:grpSpPr>
          <p:pic>
            <p:nvPicPr>
              <p:cNvPr id="198707" name="Picture 55"/>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4476" y="1504"/>
                <a:ext cx="309"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8708" name="Picture 56"/>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4476" y="1504"/>
                <a:ext cx="309"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8709" name="Rectangle 57"/>
            <p:cNvSpPr>
              <a:spLocks noChangeArrowheads="1"/>
            </p:cNvSpPr>
            <p:nvPr/>
          </p:nvSpPr>
          <p:spPr bwMode="auto">
            <a:xfrm>
              <a:off x="4605" y="1816"/>
              <a:ext cx="16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b="1">
                  <a:solidFill>
                    <a:srgbClr val="000000"/>
                  </a:solidFill>
                </a:rPr>
                <a:t>Local</a:t>
              </a:r>
              <a:endParaRPr lang="en-US"/>
            </a:p>
          </p:txBody>
        </p:sp>
        <p:sp>
          <p:nvSpPr>
            <p:cNvPr id="198710" name="Rectangle 58"/>
            <p:cNvSpPr>
              <a:spLocks noChangeArrowheads="1"/>
            </p:cNvSpPr>
            <p:nvPr/>
          </p:nvSpPr>
          <p:spPr bwMode="auto">
            <a:xfrm>
              <a:off x="4588" y="1893"/>
              <a:ext cx="19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b="1">
                  <a:solidFill>
                    <a:srgbClr val="000000"/>
                  </a:solidFill>
                </a:rPr>
                <a:t>Admin</a:t>
              </a:r>
              <a:endParaRPr lang="en-US"/>
            </a:p>
          </p:txBody>
        </p:sp>
        <p:sp>
          <p:nvSpPr>
            <p:cNvPr id="198711" name="Rectangle 59"/>
            <p:cNvSpPr>
              <a:spLocks noChangeArrowheads="1"/>
            </p:cNvSpPr>
            <p:nvPr/>
          </p:nvSpPr>
          <p:spPr bwMode="auto">
            <a:xfrm>
              <a:off x="2616" y="2595"/>
              <a:ext cx="121"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b="1">
                  <a:solidFill>
                    <a:srgbClr val="000000"/>
                  </a:solidFill>
                </a:rPr>
                <a:t>End</a:t>
              </a:r>
              <a:endParaRPr lang="en-US"/>
            </a:p>
          </p:txBody>
        </p:sp>
        <p:sp>
          <p:nvSpPr>
            <p:cNvPr id="198712" name="Rectangle 60"/>
            <p:cNvSpPr>
              <a:spLocks noChangeArrowheads="1"/>
            </p:cNvSpPr>
            <p:nvPr/>
          </p:nvSpPr>
          <p:spPr bwMode="auto">
            <a:xfrm>
              <a:off x="2736" y="2595"/>
              <a:ext cx="21"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b="1">
                  <a:solidFill>
                    <a:srgbClr val="000000"/>
                  </a:solidFill>
                </a:rPr>
                <a:t>-</a:t>
              </a:r>
              <a:endParaRPr lang="en-US"/>
            </a:p>
          </p:txBody>
        </p:sp>
        <p:grpSp>
          <p:nvGrpSpPr>
            <p:cNvPr id="198713" name="Group 61"/>
            <p:cNvGrpSpPr>
              <a:grpSpLocks/>
            </p:cNvGrpSpPr>
            <p:nvPr/>
          </p:nvGrpSpPr>
          <p:grpSpPr bwMode="auto">
            <a:xfrm>
              <a:off x="2910" y="2491"/>
              <a:ext cx="305" cy="305"/>
              <a:chOff x="2604" y="2281"/>
              <a:chExt cx="305" cy="305"/>
            </a:xfrm>
          </p:grpSpPr>
          <p:pic>
            <p:nvPicPr>
              <p:cNvPr id="198714" name="Picture 62"/>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2604" y="2281"/>
                <a:ext cx="305"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8715" name="Picture 63"/>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604" y="2281"/>
                <a:ext cx="305"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8716" name="Rectangle 64"/>
            <p:cNvSpPr>
              <a:spLocks noChangeArrowheads="1"/>
            </p:cNvSpPr>
            <p:nvPr/>
          </p:nvSpPr>
          <p:spPr bwMode="auto">
            <a:xfrm>
              <a:off x="2616" y="2595"/>
              <a:ext cx="283"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sz="800" b="1">
                  <a:solidFill>
                    <a:srgbClr val="000000"/>
                  </a:solidFill>
                </a:rPr>
                <a:t>End-user</a:t>
              </a:r>
              <a:endParaRPr lang="en-US"/>
            </a:p>
          </p:txBody>
        </p:sp>
        <p:grpSp>
          <p:nvGrpSpPr>
            <p:cNvPr id="198717" name="Group 65"/>
            <p:cNvGrpSpPr>
              <a:grpSpLocks/>
            </p:cNvGrpSpPr>
            <p:nvPr/>
          </p:nvGrpSpPr>
          <p:grpSpPr bwMode="auto">
            <a:xfrm>
              <a:off x="4139" y="1504"/>
              <a:ext cx="305" cy="305"/>
              <a:chOff x="4139" y="1504"/>
              <a:chExt cx="305" cy="305"/>
            </a:xfrm>
          </p:grpSpPr>
          <p:pic>
            <p:nvPicPr>
              <p:cNvPr id="198718" name="Picture 66"/>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4139" y="1504"/>
                <a:ext cx="305"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8719" name="Picture 67"/>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4139" y="1504"/>
                <a:ext cx="305"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8720" name="Rectangle 68"/>
            <p:cNvSpPr>
              <a:spLocks noChangeArrowheads="1"/>
            </p:cNvSpPr>
            <p:nvPr/>
          </p:nvSpPr>
          <p:spPr bwMode="auto">
            <a:xfrm>
              <a:off x="4166" y="1816"/>
              <a:ext cx="253"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b="1">
                  <a:solidFill>
                    <a:srgbClr val="000000"/>
                  </a:solidFill>
                </a:rPr>
                <a:t>National</a:t>
              </a:r>
              <a:endParaRPr lang="en-US"/>
            </a:p>
          </p:txBody>
        </p:sp>
        <p:sp>
          <p:nvSpPr>
            <p:cNvPr id="198721" name="Rectangle 69"/>
            <p:cNvSpPr>
              <a:spLocks noChangeArrowheads="1"/>
            </p:cNvSpPr>
            <p:nvPr/>
          </p:nvSpPr>
          <p:spPr bwMode="auto">
            <a:xfrm>
              <a:off x="4192" y="1893"/>
              <a:ext cx="19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b="1">
                  <a:solidFill>
                    <a:srgbClr val="000000"/>
                  </a:solidFill>
                </a:rPr>
                <a:t>Admin</a:t>
              </a:r>
              <a:endParaRPr lang="en-US"/>
            </a:p>
          </p:txBody>
        </p:sp>
        <p:grpSp>
          <p:nvGrpSpPr>
            <p:cNvPr id="198722" name="Group 70"/>
            <p:cNvGrpSpPr>
              <a:grpSpLocks/>
            </p:cNvGrpSpPr>
            <p:nvPr/>
          </p:nvGrpSpPr>
          <p:grpSpPr bwMode="auto">
            <a:xfrm>
              <a:off x="4139" y="1504"/>
              <a:ext cx="305" cy="305"/>
              <a:chOff x="4139" y="1504"/>
              <a:chExt cx="305" cy="305"/>
            </a:xfrm>
          </p:grpSpPr>
          <p:pic>
            <p:nvPicPr>
              <p:cNvPr id="198723" name="Picture 71"/>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4139" y="1504"/>
                <a:ext cx="305"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8724" name="Picture 72"/>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4139" y="1504"/>
                <a:ext cx="305"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8725" name="Rectangle 73"/>
            <p:cNvSpPr>
              <a:spLocks noChangeArrowheads="1"/>
            </p:cNvSpPr>
            <p:nvPr/>
          </p:nvSpPr>
          <p:spPr bwMode="auto">
            <a:xfrm>
              <a:off x="4166" y="1816"/>
              <a:ext cx="253"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b="1">
                  <a:solidFill>
                    <a:srgbClr val="000000"/>
                  </a:solidFill>
                </a:rPr>
                <a:t>National</a:t>
              </a:r>
              <a:endParaRPr lang="en-US"/>
            </a:p>
          </p:txBody>
        </p:sp>
        <p:sp>
          <p:nvSpPr>
            <p:cNvPr id="198726" name="Rectangle 74"/>
            <p:cNvSpPr>
              <a:spLocks noChangeArrowheads="1"/>
            </p:cNvSpPr>
            <p:nvPr/>
          </p:nvSpPr>
          <p:spPr bwMode="auto">
            <a:xfrm>
              <a:off x="4192" y="1893"/>
              <a:ext cx="19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b="1">
                  <a:solidFill>
                    <a:srgbClr val="000000"/>
                  </a:solidFill>
                </a:rPr>
                <a:t>Admin</a:t>
              </a:r>
              <a:endParaRPr lang="en-US"/>
            </a:p>
          </p:txBody>
        </p:sp>
        <p:sp>
          <p:nvSpPr>
            <p:cNvPr id="198727" name="Rectangle 75"/>
            <p:cNvSpPr>
              <a:spLocks noChangeArrowheads="1"/>
            </p:cNvSpPr>
            <p:nvPr/>
          </p:nvSpPr>
          <p:spPr bwMode="auto">
            <a:xfrm>
              <a:off x="994" y="747"/>
              <a:ext cx="81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600">
                  <a:solidFill>
                    <a:srgbClr val="FFFFFF"/>
                  </a:solidFill>
                </a:rPr>
                <a:t>Administration</a:t>
              </a:r>
              <a:endParaRPr lang="en-US"/>
            </a:p>
          </p:txBody>
        </p:sp>
        <p:sp>
          <p:nvSpPr>
            <p:cNvPr id="198728" name="Rectangle 76"/>
            <p:cNvSpPr>
              <a:spLocks noChangeArrowheads="1"/>
            </p:cNvSpPr>
            <p:nvPr/>
          </p:nvSpPr>
          <p:spPr bwMode="auto">
            <a:xfrm>
              <a:off x="994" y="747"/>
              <a:ext cx="81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600"/>
                <a:t>Administration</a:t>
              </a:r>
              <a:endParaRPr lang="en-US"/>
            </a:p>
          </p:txBody>
        </p:sp>
        <p:grpSp>
          <p:nvGrpSpPr>
            <p:cNvPr id="198729" name="Group 77"/>
            <p:cNvGrpSpPr>
              <a:grpSpLocks/>
            </p:cNvGrpSpPr>
            <p:nvPr/>
          </p:nvGrpSpPr>
          <p:grpSpPr bwMode="auto">
            <a:xfrm>
              <a:off x="3765" y="1525"/>
              <a:ext cx="305" cy="305"/>
              <a:chOff x="3765" y="1525"/>
              <a:chExt cx="305" cy="305"/>
            </a:xfrm>
          </p:grpSpPr>
          <p:pic>
            <p:nvPicPr>
              <p:cNvPr id="198730" name="Picture 78"/>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3765" y="1525"/>
                <a:ext cx="305"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8731" name="Picture 79"/>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3765" y="1525"/>
                <a:ext cx="305"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8732" name="Rectangle 80"/>
            <p:cNvSpPr>
              <a:spLocks noChangeArrowheads="1"/>
            </p:cNvSpPr>
            <p:nvPr/>
          </p:nvSpPr>
          <p:spPr bwMode="auto">
            <a:xfrm>
              <a:off x="3808" y="1822"/>
              <a:ext cx="21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b="1">
                  <a:solidFill>
                    <a:srgbClr val="000000"/>
                  </a:solidFill>
                </a:rPr>
                <a:t>Project</a:t>
              </a:r>
              <a:endParaRPr lang="en-US"/>
            </a:p>
          </p:txBody>
        </p:sp>
        <p:sp>
          <p:nvSpPr>
            <p:cNvPr id="198733" name="Rectangle 81"/>
            <p:cNvSpPr>
              <a:spLocks noChangeArrowheads="1"/>
            </p:cNvSpPr>
            <p:nvPr/>
          </p:nvSpPr>
          <p:spPr bwMode="auto">
            <a:xfrm>
              <a:off x="3817" y="1893"/>
              <a:ext cx="19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800" b="1">
                  <a:solidFill>
                    <a:srgbClr val="000000"/>
                  </a:solidFill>
                </a:rPr>
                <a:t>Admin</a:t>
              </a:r>
              <a:endParaRPr lang="en-US"/>
            </a:p>
          </p:txBody>
        </p:sp>
        <p:grpSp>
          <p:nvGrpSpPr>
            <p:cNvPr id="198734" name="Group 82"/>
            <p:cNvGrpSpPr>
              <a:grpSpLocks/>
            </p:cNvGrpSpPr>
            <p:nvPr/>
          </p:nvGrpSpPr>
          <p:grpSpPr bwMode="auto">
            <a:xfrm>
              <a:off x="3765" y="1525"/>
              <a:ext cx="305" cy="305"/>
              <a:chOff x="3765" y="1525"/>
              <a:chExt cx="305" cy="305"/>
            </a:xfrm>
          </p:grpSpPr>
          <p:pic>
            <p:nvPicPr>
              <p:cNvPr id="198735" name="Picture 83"/>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3765" y="1525"/>
                <a:ext cx="305"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8736" name="Picture 84"/>
              <p:cNvPicPr>
                <a:picLocks noChangeAspect="1"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a:off x="3765" y="1525"/>
                <a:ext cx="305"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8737" name="AutoShape 85"/>
            <p:cNvSpPr>
              <a:spLocks noChangeArrowheads="1"/>
            </p:cNvSpPr>
            <p:nvPr/>
          </p:nvSpPr>
          <p:spPr bwMode="auto">
            <a:xfrm>
              <a:off x="4892" y="477"/>
              <a:ext cx="868" cy="762"/>
            </a:xfrm>
            <a:prstGeom prst="wedgeRectCallout">
              <a:avLst>
                <a:gd name="adj1" fmla="val -137556"/>
                <a:gd name="adj2" fmla="val -7218"/>
              </a:avLst>
            </a:prstGeom>
            <a:solidFill>
              <a:schemeClr val="bg1">
                <a:alpha val="47058"/>
              </a:schemeClr>
            </a:solidFill>
            <a:ln w="9525">
              <a:solidFill>
                <a:schemeClr val="tx1"/>
              </a:solidFill>
              <a:miter lim="800000"/>
              <a:headEnd/>
              <a:tailEnd/>
            </a:ln>
          </p:spPr>
          <p:txBody>
            <a:bodyPr/>
            <a:lstStyle/>
            <a:p>
              <a:pPr algn="ctr"/>
              <a:endParaRPr lang="en-US" sz="1200"/>
            </a:p>
          </p:txBody>
        </p:sp>
        <p:sp>
          <p:nvSpPr>
            <p:cNvPr id="198738" name="Text Box 86"/>
            <p:cNvSpPr txBox="1">
              <a:spLocks noChangeArrowheads="1"/>
            </p:cNvSpPr>
            <p:nvPr/>
          </p:nvSpPr>
          <p:spPr bwMode="auto">
            <a:xfrm>
              <a:off x="4945" y="545"/>
              <a:ext cx="815"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ctr">
                <a:spcBef>
                  <a:spcPct val="50000"/>
                </a:spcBef>
              </a:pPr>
              <a:r>
                <a:rPr lang="en-US" sz="1200" b="1"/>
                <a:t>Security, Users &amp; Projects Management, Data Protection</a:t>
              </a:r>
              <a:endParaRPr lang="en-GB" sz="1200" b="1"/>
            </a:p>
          </p:txBody>
        </p:sp>
        <p:sp>
          <p:nvSpPr>
            <p:cNvPr id="198739" name="Text Box 87"/>
            <p:cNvSpPr txBox="1">
              <a:spLocks noChangeArrowheads="1"/>
            </p:cNvSpPr>
            <p:nvPr/>
          </p:nvSpPr>
          <p:spPr bwMode="auto">
            <a:xfrm>
              <a:off x="3636" y="1062"/>
              <a:ext cx="116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ctr">
                <a:spcBef>
                  <a:spcPct val="50000"/>
                </a:spcBef>
              </a:pPr>
              <a:r>
                <a:rPr lang="en-GB"/>
                <a:t>Interview Management</a:t>
              </a:r>
              <a:endParaRPr lang="en-US"/>
            </a:p>
          </p:txBody>
        </p:sp>
        <p:sp>
          <p:nvSpPr>
            <p:cNvPr id="198740" name="Text Box 88"/>
            <p:cNvSpPr txBox="1">
              <a:spLocks noChangeArrowheads="1"/>
            </p:cNvSpPr>
            <p:nvPr/>
          </p:nvSpPr>
          <p:spPr bwMode="auto">
            <a:xfrm>
              <a:off x="2258" y="2072"/>
              <a:ext cx="116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ctr">
                <a:spcBef>
                  <a:spcPct val="50000"/>
                </a:spcBef>
              </a:pPr>
              <a:r>
                <a:rPr lang="en-GB"/>
                <a:t>Interview collection</a:t>
              </a:r>
              <a:endParaRPr lang="en-US"/>
            </a:p>
          </p:txBody>
        </p:sp>
      </p:grpSp>
      <p:sp>
        <p:nvSpPr>
          <p:cNvPr id="198741" name="AutoShape 5"/>
          <p:cNvSpPr>
            <a:spLocks noChangeArrowheads="1"/>
          </p:cNvSpPr>
          <p:nvPr>
            <p:custDataLst>
              <p:tags r:id="rId5"/>
            </p:custDataLst>
          </p:nvPr>
        </p:nvSpPr>
        <p:spPr bwMode="auto">
          <a:xfrm>
            <a:off x="0" y="1628775"/>
            <a:ext cx="1377950" cy="1055688"/>
          </a:xfrm>
          <a:prstGeom prst="wedgeRectCallout">
            <a:avLst>
              <a:gd name="adj1" fmla="val 70852"/>
              <a:gd name="adj2" fmla="val -21431"/>
            </a:avLst>
          </a:prstGeom>
          <a:solidFill>
            <a:schemeClr val="bg1">
              <a:alpha val="58038"/>
            </a:schemeClr>
          </a:solidFill>
          <a:ln w="9525">
            <a:solidFill>
              <a:schemeClr val="tx1"/>
            </a:solidFill>
            <a:miter lim="800000"/>
            <a:headEnd/>
            <a:tailEnd/>
          </a:ln>
        </p:spPr>
        <p:txBody>
          <a:bodyPr/>
          <a:lstStyle/>
          <a:p>
            <a:pPr algn="ctr"/>
            <a:endParaRPr lang="en-US"/>
          </a:p>
        </p:txBody>
      </p:sp>
      <p:sp>
        <p:nvSpPr>
          <p:cNvPr id="198742" name="Text Box 7"/>
          <p:cNvSpPr txBox="1">
            <a:spLocks noChangeArrowheads="1"/>
          </p:cNvSpPr>
          <p:nvPr>
            <p:custDataLst>
              <p:tags r:id="rId6"/>
            </p:custDataLst>
          </p:nvPr>
        </p:nvSpPr>
        <p:spPr bwMode="auto">
          <a:xfrm>
            <a:off x="0" y="1817688"/>
            <a:ext cx="147320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spcBef>
                <a:spcPct val="50000"/>
              </a:spcBef>
            </a:pPr>
            <a:r>
              <a:rPr lang="en-US" sz="1200" b="1"/>
              <a:t>Create, Edit &amp; Export EPIC-Soft Databases</a:t>
            </a:r>
            <a:endParaRPr lang="en-GB" sz="1200" b="1"/>
          </a:p>
        </p:txBody>
      </p:sp>
    </p:spTree>
    <p:custDataLst>
      <p:tags r:id="rId1"/>
    </p:custData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3347" name="Picture 4"/>
          <p:cNvPicPr>
            <a:picLocks noChangeAspect="1" noChangeArrowheads="1"/>
          </p:cNvPicPr>
          <p:nvPr>
            <p:custDataLst>
              <p:tags r:id="rId2"/>
            </p:custDataLst>
          </p:nvPr>
        </p:nvPicPr>
        <p:blipFill>
          <a:blip r:embed="rId6">
            <a:extLst>
              <a:ext uri="{28A0092B-C50C-407E-A947-70E740481C1C}">
                <a14:useLocalDpi xmlns:a14="http://schemas.microsoft.com/office/drawing/2010/main" val="0"/>
              </a:ext>
            </a:extLst>
          </a:blip>
          <a:srcRect/>
          <a:stretch>
            <a:fillRect/>
          </a:stretch>
        </p:blipFill>
        <p:spPr bwMode="auto">
          <a:xfrm>
            <a:off x="0" y="1033463"/>
            <a:ext cx="8985250" cy="5824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3348" name="Text Box 2"/>
          <p:cNvSpPr>
            <a:spLocks noChangeArrowheads="1"/>
          </p:cNvSpPr>
          <p:nvPr>
            <p:custDataLst>
              <p:tags r:id="rId3"/>
            </p:custDataLst>
          </p:nvPr>
        </p:nvSpPr>
        <p:spPr bwMode="auto">
          <a:xfrm>
            <a:off x="-1" y="-6350"/>
            <a:ext cx="9144001"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nchor="ctr"/>
          <a:lstStyle/>
          <a:p>
            <a:pPr algn="ctr" eaLnBrk="0" hangingPunct="0"/>
            <a:r>
              <a:rPr lang="en-GB" sz="4400" dirty="0">
                <a:solidFill>
                  <a:srgbClr val="0066FF"/>
                </a:solidFill>
              </a:rPr>
              <a:t>e-SMP: Global architecture</a:t>
            </a:r>
          </a:p>
        </p:txBody>
      </p:sp>
    </p:spTree>
    <p:custDataLst>
      <p:tags r:id="rId1"/>
    </p:custData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5395" name="Picture 3"/>
          <p:cNvPicPr>
            <a:picLocks noChangeAspect="1" noChangeArrowheads="1"/>
          </p:cNvPicPr>
          <p:nvPr>
            <p:custDataLst>
              <p:tags r:id="rId2"/>
            </p:custDataLst>
          </p:nvPr>
        </p:nvPicPr>
        <p:blipFill>
          <a:blip r:embed="rId6">
            <a:extLst>
              <a:ext uri="{28A0092B-C50C-407E-A947-70E740481C1C}">
                <a14:useLocalDpi xmlns:a14="http://schemas.microsoft.com/office/drawing/2010/main" val="0"/>
              </a:ext>
            </a:extLst>
          </a:blip>
          <a:srcRect/>
          <a:stretch>
            <a:fillRect/>
          </a:stretch>
        </p:blipFill>
        <p:spPr bwMode="auto">
          <a:xfrm>
            <a:off x="0" y="998538"/>
            <a:ext cx="8869363" cy="585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5396" name="Text Box 2"/>
          <p:cNvSpPr>
            <a:spLocks noChangeArrowheads="1"/>
          </p:cNvSpPr>
          <p:nvPr>
            <p:custDataLst>
              <p:tags r:id="rId3"/>
            </p:custDataLst>
          </p:nvPr>
        </p:nvSpPr>
        <p:spPr bwMode="auto">
          <a:xfrm>
            <a:off x="-1" y="-5681"/>
            <a:ext cx="9144001" cy="914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nchor="ctr"/>
          <a:lstStyle/>
          <a:p>
            <a:pPr algn="ctr" eaLnBrk="0" hangingPunct="0"/>
            <a:r>
              <a:rPr lang="en-GB" sz="4400" dirty="0">
                <a:solidFill>
                  <a:srgbClr val="0066FF"/>
                </a:solidFill>
              </a:rPr>
              <a:t>e-SMP: A comprehensive process </a:t>
            </a:r>
          </a:p>
        </p:txBody>
      </p:sp>
    </p:spTree>
    <p:custDataLst>
      <p:tags r:id="rId1"/>
    </p:custData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Freeform 2"/>
          <p:cNvSpPr>
            <a:spLocks/>
          </p:cNvSpPr>
          <p:nvPr>
            <p:custDataLst>
              <p:tags r:id="rId2"/>
            </p:custDataLst>
          </p:nvPr>
        </p:nvSpPr>
        <p:spPr bwMode="auto">
          <a:xfrm>
            <a:off x="0" y="908050"/>
            <a:ext cx="5400675" cy="5949950"/>
          </a:xfrm>
          <a:custGeom>
            <a:avLst/>
            <a:gdLst>
              <a:gd name="T0" fmla="*/ 0 w 3447"/>
              <a:gd name="T1" fmla="*/ 0 h 4354"/>
              <a:gd name="T2" fmla="*/ 3447 w 3447"/>
              <a:gd name="T3" fmla="*/ 0 h 4354"/>
              <a:gd name="T4" fmla="*/ 1542 w 3447"/>
              <a:gd name="T5" fmla="*/ 4354 h 4354"/>
              <a:gd name="T6" fmla="*/ 0 w 3447"/>
              <a:gd name="T7" fmla="*/ 4354 h 4354"/>
              <a:gd name="T8" fmla="*/ 0 w 3447"/>
              <a:gd name="T9" fmla="*/ 0 h 4354"/>
            </a:gdLst>
            <a:ahLst/>
            <a:cxnLst>
              <a:cxn ang="0">
                <a:pos x="T0" y="T1"/>
              </a:cxn>
              <a:cxn ang="0">
                <a:pos x="T2" y="T3"/>
              </a:cxn>
              <a:cxn ang="0">
                <a:pos x="T4" y="T5"/>
              </a:cxn>
              <a:cxn ang="0">
                <a:pos x="T6" y="T7"/>
              </a:cxn>
              <a:cxn ang="0">
                <a:pos x="T8" y="T9"/>
              </a:cxn>
            </a:cxnLst>
            <a:rect l="0" t="0" r="r" b="b"/>
            <a:pathLst>
              <a:path w="3447" h="4354">
                <a:moveTo>
                  <a:pt x="0" y="0"/>
                </a:moveTo>
                <a:lnTo>
                  <a:pt x="3447" y="0"/>
                </a:lnTo>
                <a:lnTo>
                  <a:pt x="1542" y="4354"/>
                </a:lnTo>
                <a:lnTo>
                  <a:pt x="0" y="4354"/>
                </a:lnTo>
                <a:lnTo>
                  <a:pt x="0" y="0"/>
                </a:lnTo>
                <a:close/>
              </a:path>
            </a:pathLst>
          </a:custGeom>
          <a:solidFill>
            <a:srgbClr val="CCE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55331" name="AutoShape 3"/>
          <p:cNvSpPr>
            <a:spLocks noChangeArrowheads="1"/>
          </p:cNvSpPr>
          <p:nvPr>
            <p:custDataLst>
              <p:tags r:id="rId3"/>
            </p:custDataLst>
          </p:nvPr>
        </p:nvSpPr>
        <p:spPr bwMode="auto">
          <a:xfrm flipH="1">
            <a:off x="1116013" y="3716338"/>
            <a:ext cx="7415212" cy="1441450"/>
          </a:xfrm>
          <a:prstGeom prst="curvedUpArrow">
            <a:avLst>
              <a:gd name="adj1" fmla="val 36320"/>
              <a:gd name="adj2" fmla="val 134585"/>
              <a:gd name="adj3" fmla="val 33333"/>
            </a:avLst>
          </a:prstGeom>
          <a:solidFill>
            <a:schemeClr val="hlink">
              <a:alpha val="60001"/>
            </a:schemeClr>
          </a:soli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55332" name="Text Box 4"/>
          <p:cNvSpPr txBox="1">
            <a:spLocks noChangeArrowheads="1"/>
          </p:cNvSpPr>
          <p:nvPr>
            <p:custDataLst>
              <p:tags r:id="rId4"/>
            </p:custDataLst>
          </p:nvPr>
        </p:nvSpPr>
        <p:spPr bwMode="auto">
          <a:xfrm>
            <a:off x="250825" y="1773238"/>
            <a:ext cx="3600450" cy="1944687"/>
          </a:xfrm>
          <a:prstGeom prst="rect">
            <a:avLst/>
          </a:prstGeom>
          <a:solidFill>
            <a:srgbClr val="99CCFF"/>
          </a:solidFill>
          <a:ln w="2857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lstStyle/>
          <a:p>
            <a:pPr>
              <a:spcBef>
                <a:spcPct val="50000"/>
              </a:spcBef>
            </a:pPr>
            <a:r>
              <a:rPr lang="en-US" b="1"/>
              <a:t>Maintenance &amp; Settings</a:t>
            </a:r>
          </a:p>
          <a:p>
            <a:pPr>
              <a:spcBef>
                <a:spcPct val="50000"/>
              </a:spcBef>
            </a:pPr>
            <a:endParaRPr lang="en-US" b="1"/>
          </a:p>
          <a:p>
            <a:pPr>
              <a:spcBef>
                <a:spcPct val="50000"/>
              </a:spcBef>
            </a:pPr>
            <a:endParaRPr lang="en-US" b="1"/>
          </a:p>
          <a:p>
            <a:pPr>
              <a:spcBef>
                <a:spcPct val="50000"/>
              </a:spcBef>
            </a:pPr>
            <a:r>
              <a:rPr lang="en-US"/>
              <a:t>Create and manage EPIC-Soft versions</a:t>
            </a:r>
            <a:endParaRPr lang="en-GB"/>
          </a:p>
        </p:txBody>
      </p:sp>
      <p:sp>
        <p:nvSpPr>
          <p:cNvPr id="355333" name="AutoShape 5"/>
          <p:cNvSpPr>
            <a:spLocks noChangeArrowheads="1"/>
          </p:cNvSpPr>
          <p:nvPr>
            <p:custDataLst>
              <p:tags r:id="rId5"/>
            </p:custDataLst>
          </p:nvPr>
        </p:nvSpPr>
        <p:spPr bwMode="auto">
          <a:xfrm>
            <a:off x="5076825" y="2203450"/>
            <a:ext cx="1512888" cy="1079500"/>
          </a:xfrm>
          <a:prstGeom prst="cube">
            <a:avLst>
              <a:gd name="adj"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EPIC-Soft /</a:t>
            </a:r>
          </a:p>
          <a:p>
            <a:pPr algn="ctr"/>
            <a:r>
              <a:rPr lang="en-US"/>
              <a:t>Data-entry</a:t>
            </a:r>
            <a:endParaRPr lang="en-GB"/>
          </a:p>
        </p:txBody>
      </p:sp>
      <p:sp>
        <p:nvSpPr>
          <p:cNvPr id="355334" name="AutoShape 6"/>
          <p:cNvSpPr>
            <a:spLocks noChangeArrowheads="1"/>
          </p:cNvSpPr>
          <p:nvPr>
            <p:custDataLst>
              <p:tags r:id="rId6"/>
            </p:custDataLst>
          </p:nvPr>
        </p:nvSpPr>
        <p:spPr bwMode="auto">
          <a:xfrm>
            <a:off x="3851275" y="2492375"/>
            <a:ext cx="1225550" cy="358775"/>
          </a:xfrm>
          <a:prstGeom prst="rightArrow">
            <a:avLst>
              <a:gd name="adj1" fmla="val 49556"/>
              <a:gd name="adj2" fmla="val 49373"/>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355335" name="Group 7"/>
          <p:cNvGrpSpPr>
            <a:grpSpLocks/>
          </p:cNvGrpSpPr>
          <p:nvPr>
            <p:custDataLst>
              <p:tags r:id="rId7"/>
            </p:custDataLst>
          </p:nvPr>
        </p:nvGrpSpPr>
        <p:grpSpPr bwMode="auto">
          <a:xfrm>
            <a:off x="7740650" y="2205038"/>
            <a:ext cx="1295400" cy="1511300"/>
            <a:chOff x="3288" y="2160"/>
            <a:chExt cx="862" cy="952"/>
          </a:xfrm>
        </p:grpSpPr>
        <p:sp>
          <p:nvSpPr>
            <p:cNvPr id="355336" name="Text Box 8"/>
            <p:cNvSpPr txBox="1">
              <a:spLocks noChangeArrowheads="1"/>
            </p:cNvSpPr>
            <p:nvPr/>
          </p:nvSpPr>
          <p:spPr bwMode="auto">
            <a:xfrm>
              <a:off x="3288" y="2160"/>
              <a:ext cx="862" cy="952"/>
            </a:xfrm>
            <a:prstGeom prst="rect">
              <a:avLst/>
            </a:prstGeom>
            <a:solidFill>
              <a:srgbClr val="CCFFCC"/>
            </a:solidFill>
            <a:ln w="2857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lstStyle/>
            <a:p>
              <a:pPr>
                <a:spcBef>
                  <a:spcPct val="50000"/>
                </a:spcBef>
              </a:pPr>
              <a:r>
                <a:rPr lang="en-US" sz="1400" b="1"/>
                <a:t>Interview Manager</a:t>
              </a:r>
              <a:endParaRPr lang="en-GB" sz="1400" b="1"/>
            </a:p>
          </p:txBody>
        </p:sp>
        <p:sp>
          <p:nvSpPr>
            <p:cNvPr id="355337" name="AutoShape 9"/>
            <p:cNvSpPr>
              <a:spLocks noChangeArrowheads="1"/>
            </p:cNvSpPr>
            <p:nvPr/>
          </p:nvSpPr>
          <p:spPr bwMode="auto">
            <a:xfrm>
              <a:off x="3334" y="2568"/>
              <a:ext cx="771" cy="499"/>
            </a:xfrm>
            <a:prstGeom prst="can">
              <a:avLst>
                <a:gd name="adj" fmla="val 25000"/>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Collected</a:t>
              </a:r>
            </a:p>
            <a:p>
              <a:pPr algn="ctr"/>
              <a:r>
                <a:rPr lang="en-US"/>
                <a:t>data</a:t>
              </a:r>
              <a:endParaRPr lang="en-GB"/>
            </a:p>
          </p:txBody>
        </p:sp>
      </p:grpSp>
      <p:sp>
        <p:nvSpPr>
          <p:cNvPr id="355338" name="AutoShape 10"/>
          <p:cNvSpPr>
            <a:spLocks noChangeArrowheads="1"/>
          </p:cNvSpPr>
          <p:nvPr>
            <p:custDataLst>
              <p:tags r:id="rId8"/>
            </p:custDataLst>
          </p:nvPr>
        </p:nvSpPr>
        <p:spPr bwMode="auto">
          <a:xfrm rot="16200000">
            <a:off x="6876256" y="2131219"/>
            <a:ext cx="576263" cy="1152525"/>
          </a:xfrm>
          <a:prstGeom prst="downArrow">
            <a:avLst>
              <a:gd name="adj1" fmla="val 52065"/>
              <a:gd name="adj2" fmla="val 23278"/>
            </a:avLst>
          </a:prstGeom>
          <a:solidFill>
            <a:schemeClr val="accent2">
              <a:alpha val="60001"/>
            </a:schemeClr>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55339" name="Text Box 11"/>
          <p:cNvSpPr txBox="1">
            <a:spLocks noChangeArrowheads="1"/>
          </p:cNvSpPr>
          <p:nvPr>
            <p:custDataLst>
              <p:tags r:id="rId9"/>
            </p:custDataLst>
          </p:nvPr>
        </p:nvSpPr>
        <p:spPr bwMode="auto">
          <a:xfrm>
            <a:off x="5867400" y="981075"/>
            <a:ext cx="25400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b="1">
                <a:solidFill>
                  <a:schemeClr val="accent2"/>
                </a:solidFill>
              </a:rPr>
              <a:t>Decentralized interview data collection and storage</a:t>
            </a:r>
            <a:endParaRPr lang="en-GB"/>
          </a:p>
        </p:txBody>
      </p:sp>
      <p:sp>
        <p:nvSpPr>
          <p:cNvPr id="355340" name="Text Box 12"/>
          <p:cNvSpPr txBox="1">
            <a:spLocks noChangeArrowheads="1"/>
          </p:cNvSpPr>
          <p:nvPr>
            <p:custDataLst>
              <p:tags r:id="rId10"/>
            </p:custDataLst>
          </p:nvPr>
        </p:nvSpPr>
        <p:spPr bwMode="auto">
          <a:xfrm>
            <a:off x="179388" y="1052513"/>
            <a:ext cx="3435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a:solidFill>
                  <a:schemeClr val="accent2"/>
                </a:solidFill>
              </a:rPr>
              <a:t>Hosted ans managed by IARC</a:t>
            </a:r>
            <a:endParaRPr lang="en-GB" b="1">
              <a:solidFill>
                <a:schemeClr val="accent2"/>
              </a:solidFill>
            </a:endParaRPr>
          </a:p>
        </p:txBody>
      </p:sp>
      <p:sp>
        <p:nvSpPr>
          <p:cNvPr id="355341" name="Line 13"/>
          <p:cNvSpPr>
            <a:spLocks noChangeShapeType="1"/>
          </p:cNvSpPr>
          <p:nvPr>
            <p:custDataLst>
              <p:tags r:id="rId11"/>
            </p:custDataLst>
          </p:nvPr>
        </p:nvSpPr>
        <p:spPr bwMode="auto">
          <a:xfrm>
            <a:off x="0" y="908050"/>
            <a:ext cx="9144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55342" name="AutoShape 14"/>
          <p:cNvSpPr>
            <a:spLocks/>
          </p:cNvSpPr>
          <p:nvPr>
            <p:custDataLst>
              <p:tags r:id="rId12"/>
            </p:custDataLst>
          </p:nvPr>
        </p:nvSpPr>
        <p:spPr bwMode="auto">
          <a:xfrm>
            <a:off x="2484438" y="4086225"/>
            <a:ext cx="3671887" cy="2308225"/>
          </a:xfrm>
          <a:prstGeom prst="accentCallout2">
            <a:avLst>
              <a:gd name="adj1" fmla="val 4954"/>
              <a:gd name="adj2" fmla="val 102074"/>
              <a:gd name="adj3" fmla="val 4954"/>
              <a:gd name="adj4" fmla="val 122523"/>
              <a:gd name="adj5" fmla="val -17606"/>
              <a:gd name="adj6" fmla="val 143796"/>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buFontTx/>
              <a:buAutoNum type="arabicPeriod"/>
            </a:pPr>
            <a:r>
              <a:rPr lang="en-US" sz="1200"/>
              <a:t>Load and import interviews</a:t>
            </a:r>
          </a:p>
          <a:p>
            <a:pPr marL="342900" indent="-342900">
              <a:buFontTx/>
              <a:buAutoNum type="arabicPeriod"/>
            </a:pPr>
            <a:endParaRPr lang="en-US" sz="1200"/>
          </a:p>
          <a:p>
            <a:pPr marL="342900" indent="-342900">
              <a:buFontTx/>
              <a:buAutoNum type="arabicPeriod"/>
            </a:pPr>
            <a:r>
              <a:rPr lang="en-US" sz="1200"/>
              <a:t>Processing</a:t>
            </a:r>
          </a:p>
          <a:p>
            <a:pPr marL="865188" lvl="1" indent="-342900">
              <a:buFontTx/>
              <a:buChar char="•"/>
            </a:pPr>
            <a:r>
              <a:rPr lang="en-US" sz="1200"/>
              <a:t>View interviews and notes</a:t>
            </a:r>
          </a:p>
          <a:p>
            <a:pPr marL="865188" lvl="1" indent="-342900">
              <a:buFontTx/>
              <a:buChar char="•"/>
            </a:pPr>
            <a:r>
              <a:rPr lang="en-US" sz="1200"/>
              <a:t>Subjects management</a:t>
            </a:r>
          </a:p>
          <a:p>
            <a:pPr marL="865188" lvl="1" indent="-342900">
              <a:buFontTx/>
              <a:buChar char="•"/>
            </a:pPr>
            <a:r>
              <a:rPr lang="en-US" sz="1200"/>
              <a:t>Notes management</a:t>
            </a:r>
          </a:p>
          <a:p>
            <a:pPr marL="865188" lvl="1" indent="-342900">
              <a:buFontTx/>
              <a:buChar char="•"/>
            </a:pPr>
            <a:r>
              <a:rPr lang="en-US" sz="1200"/>
              <a:t>Use EPIC-Soft to correct interview data</a:t>
            </a:r>
          </a:p>
          <a:p>
            <a:pPr marL="865188" lvl="1" indent="-342900">
              <a:buFontTx/>
              <a:buChar char="•"/>
            </a:pPr>
            <a:r>
              <a:rPr lang="en-US" sz="1200"/>
              <a:t>Feedback to Maintenance &amp; Settings to update project and country data</a:t>
            </a:r>
          </a:p>
          <a:p>
            <a:pPr marL="2171700" lvl="4" indent="-342900">
              <a:buFontTx/>
              <a:buChar char="•"/>
            </a:pPr>
            <a:endParaRPr lang="en-US" sz="1200"/>
          </a:p>
          <a:p>
            <a:pPr marL="342900" indent="-342900">
              <a:buFontTx/>
              <a:buAutoNum type="arabicPeriod"/>
            </a:pPr>
            <a:r>
              <a:rPr lang="en-US" sz="1200"/>
              <a:t>Export of interviews data for statistics analysis</a:t>
            </a:r>
            <a:endParaRPr lang="en-GB" sz="1200"/>
          </a:p>
        </p:txBody>
      </p:sp>
      <p:sp>
        <p:nvSpPr>
          <p:cNvPr id="355343" name="AutoShape 15"/>
          <p:cNvSpPr>
            <a:spLocks/>
          </p:cNvSpPr>
          <p:nvPr>
            <p:custDataLst>
              <p:tags r:id="rId13"/>
            </p:custDataLst>
          </p:nvPr>
        </p:nvSpPr>
        <p:spPr bwMode="auto">
          <a:xfrm>
            <a:off x="2484438" y="4076700"/>
            <a:ext cx="3671887" cy="1395413"/>
          </a:xfrm>
          <a:prstGeom prst="accentCallout2">
            <a:avLst>
              <a:gd name="adj1" fmla="val 8190"/>
              <a:gd name="adj2" fmla="val 102074"/>
              <a:gd name="adj3" fmla="val 8190"/>
              <a:gd name="adj4" fmla="val 103157"/>
              <a:gd name="adj5" fmla="val -56315"/>
              <a:gd name="adj6" fmla="val 104236"/>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buFontTx/>
              <a:buAutoNum type="arabicPeriod"/>
            </a:pPr>
            <a:r>
              <a:rPr lang="en-US" sz="1200"/>
              <a:t>Load EPIC-Soft database</a:t>
            </a:r>
          </a:p>
          <a:p>
            <a:pPr marL="342900" indent="-342900">
              <a:buFontTx/>
              <a:buAutoNum type="arabicPeriod"/>
            </a:pPr>
            <a:endParaRPr lang="en-US" sz="1200"/>
          </a:p>
          <a:p>
            <a:pPr marL="342900" indent="-342900">
              <a:buFontTx/>
              <a:buAutoNum type="arabicPeriod"/>
            </a:pPr>
            <a:r>
              <a:rPr lang="en-US" sz="1200"/>
              <a:t>Training of interviewers</a:t>
            </a:r>
          </a:p>
          <a:p>
            <a:pPr marL="342900" indent="-342900">
              <a:buFontTx/>
              <a:buAutoNum type="arabicPeriod"/>
            </a:pPr>
            <a:endParaRPr lang="en-US" sz="1200"/>
          </a:p>
          <a:p>
            <a:pPr marL="342900" indent="-342900">
              <a:buFontTx/>
              <a:buAutoNum type="arabicPeriod"/>
            </a:pPr>
            <a:r>
              <a:rPr lang="en-US" sz="1200"/>
              <a:t>Field work</a:t>
            </a:r>
          </a:p>
          <a:p>
            <a:pPr marL="342900" indent="-342900">
              <a:buFontTx/>
              <a:buAutoNum type="arabicPeriod"/>
            </a:pPr>
            <a:endParaRPr lang="en-US" sz="1200"/>
          </a:p>
          <a:p>
            <a:pPr marL="342900" indent="-342900">
              <a:buFontTx/>
              <a:buAutoNum type="arabicPeriod"/>
            </a:pPr>
            <a:r>
              <a:rPr lang="en-US" sz="1200"/>
              <a:t>Export interviews</a:t>
            </a:r>
            <a:endParaRPr lang="en-GB" sz="1200"/>
          </a:p>
        </p:txBody>
      </p:sp>
      <p:sp>
        <p:nvSpPr>
          <p:cNvPr id="355344" name="AutoShape 16"/>
          <p:cNvSpPr>
            <a:spLocks/>
          </p:cNvSpPr>
          <p:nvPr>
            <p:custDataLst>
              <p:tags r:id="rId14"/>
            </p:custDataLst>
          </p:nvPr>
        </p:nvSpPr>
        <p:spPr bwMode="auto">
          <a:xfrm>
            <a:off x="2555875" y="4005263"/>
            <a:ext cx="3671888" cy="2673350"/>
          </a:xfrm>
          <a:prstGeom prst="accentCallout2">
            <a:avLst>
              <a:gd name="adj1" fmla="val 4278"/>
              <a:gd name="adj2" fmla="val -2074"/>
              <a:gd name="adj3" fmla="val 4278"/>
              <a:gd name="adj4" fmla="val -17898"/>
              <a:gd name="adj5" fmla="val -10153"/>
              <a:gd name="adj6" fmla="val -33722"/>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buFontTx/>
              <a:buAutoNum type="arabicPeriod"/>
            </a:pPr>
            <a:r>
              <a:rPr lang="en-US" sz="1200" b="1"/>
              <a:t>Library</a:t>
            </a:r>
            <a:r>
              <a:rPr lang="en-US" sz="1200"/>
              <a:t>: Common data managed by IARC</a:t>
            </a:r>
          </a:p>
          <a:p>
            <a:pPr marL="342900" indent="-342900">
              <a:buFontTx/>
              <a:buAutoNum type="arabicPeriod"/>
            </a:pPr>
            <a:endParaRPr lang="en-US" sz="1200"/>
          </a:p>
          <a:p>
            <a:pPr marL="342900" indent="-342900">
              <a:buFontTx/>
              <a:buAutoNum type="arabicPeriod"/>
            </a:pPr>
            <a:r>
              <a:rPr lang="en-US" sz="1200" b="1"/>
              <a:t>Project data</a:t>
            </a:r>
          </a:p>
          <a:p>
            <a:pPr marL="865188" lvl="1" indent="-342900">
              <a:buFontTx/>
              <a:buChar char="•"/>
            </a:pPr>
            <a:r>
              <a:rPr lang="en-US" sz="1200"/>
              <a:t>Strong link with library data</a:t>
            </a:r>
          </a:p>
          <a:p>
            <a:pPr marL="865188" lvl="1" indent="-342900">
              <a:buFontTx/>
              <a:buChar char="•"/>
            </a:pPr>
            <a:r>
              <a:rPr lang="en-US" sz="1200"/>
              <a:t>Common data to all countries</a:t>
            </a:r>
          </a:p>
          <a:p>
            <a:pPr marL="865188" lvl="1" indent="-342900">
              <a:buFontTx/>
              <a:buChar char="•"/>
            </a:pPr>
            <a:r>
              <a:rPr lang="en-US" sz="1200"/>
              <a:t>Customized by project’s coordinators</a:t>
            </a:r>
          </a:p>
          <a:p>
            <a:pPr marL="865188" lvl="1" indent="-342900">
              <a:buFontTx/>
              <a:buChar char="•"/>
            </a:pPr>
            <a:endParaRPr lang="en-US" sz="1200"/>
          </a:p>
          <a:p>
            <a:pPr marL="342900" indent="-342900">
              <a:buFontTx/>
              <a:buAutoNum type="arabicPeriod"/>
            </a:pPr>
            <a:r>
              <a:rPr lang="en-US" sz="1200" b="1"/>
              <a:t>Country data</a:t>
            </a:r>
          </a:p>
          <a:p>
            <a:pPr marL="865188" lvl="1" indent="-342900">
              <a:buFontTx/>
              <a:buChar char="•"/>
            </a:pPr>
            <a:r>
              <a:rPr lang="en-US" sz="1200"/>
              <a:t>Strong link with project data</a:t>
            </a:r>
          </a:p>
          <a:p>
            <a:pPr marL="865188" lvl="1" indent="-342900">
              <a:buFontTx/>
              <a:buChar char="•"/>
            </a:pPr>
            <a:r>
              <a:rPr lang="en-US" sz="1200"/>
              <a:t>Done by country coordinators</a:t>
            </a:r>
          </a:p>
          <a:p>
            <a:pPr marL="865188" lvl="1" indent="-342900">
              <a:buFontTx/>
              <a:buChar char="•"/>
            </a:pPr>
            <a:r>
              <a:rPr lang="en-US" sz="1200"/>
              <a:t>Link with other country data from the same or different projects</a:t>
            </a:r>
          </a:p>
          <a:p>
            <a:pPr marL="865188" lvl="1" indent="-342900">
              <a:buFontTx/>
              <a:buChar char="•"/>
            </a:pPr>
            <a:endParaRPr lang="en-US" sz="1200"/>
          </a:p>
          <a:p>
            <a:pPr marL="342900" indent="-342900">
              <a:buFontTx/>
              <a:buAutoNum type="arabicPeriod"/>
            </a:pPr>
            <a:r>
              <a:rPr lang="en-US" sz="1200" b="1"/>
              <a:t>Export of EPIC-Soft database</a:t>
            </a:r>
            <a:endParaRPr lang="en-GB" sz="1200" b="1"/>
          </a:p>
        </p:txBody>
      </p:sp>
      <p:sp>
        <p:nvSpPr>
          <p:cNvPr id="355345" name="AutoShape 17"/>
          <p:cNvSpPr>
            <a:spLocks/>
          </p:cNvSpPr>
          <p:nvPr>
            <p:custDataLst>
              <p:tags r:id="rId15"/>
            </p:custDataLst>
          </p:nvPr>
        </p:nvSpPr>
        <p:spPr bwMode="auto">
          <a:xfrm>
            <a:off x="2484438" y="5589588"/>
            <a:ext cx="3671887" cy="300037"/>
          </a:xfrm>
          <a:prstGeom prst="accentCallout2">
            <a:avLst>
              <a:gd name="adj1" fmla="val 38097"/>
              <a:gd name="adj2" fmla="val 102074"/>
              <a:gd name="adj3" fmla="val 38097"/>
              <a:gd name="adj4" fmla="val 110894"/>
              <a:gd name="adj5" fmla="val -206880"/>
              <a:gd name="adj6" fmla="val 120231"/>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r>
              <a:rPr lang="en-US" sz="1200" b="1"/>
              <a:t>Feedback from field-work</a:t>
            </a:r>
            <a:endParaRPr lang="en-GB" sz="1200" b="1"/>
          </a:p>
        </p:txBody>
      </p:sp>
      <p:sp>
        <p:nvSpPr>
          <p:cNvPr id="69" name="Plaque 68"/>
          <p:cNvSpPr/>
          <p:nvPr>
            <p:custDataLst>
              <p:tags r:id="rId16"/>
            </p:custDataLst>
          </p:nvPr>
        </p:nvSpPr>
        <p:spPr bwMode="auto">
          <a:xfrm>
            <a:off x="250825" y="1773238"/>
            <a:ext cx="3600450" cy="1008062"/>
          </a:xfrm>
          <a:prstGeom prst="bevel">
            <a:avLst/>
          </a:prstGeom>
          <a:gradFill>
            <a:gsLst>
              <a:gs pos="0">
                <a:srgbClr val="5E9EFF"/>
              </a:gs>
              <a:gs pos="39999">
                <a:srgbClr val="85C2FF"/>
              </a:gs>
              <a:gs pos="70000">
                <a:srgbClr val="C4D6EB"/>
              </a:gs>
              <a:gs pos="100000">
                <a:srgbClr val="FFEBFA"/>
              </a:gs>
            </a:gsLst>
            <a:lin ang="5400000" scaled="0"/>
          </a:gradFill>
          <a:ln w="9525" cap="flat" cmpd="sng" algn="ctr">
            <a:noFill/>
            <a:prstDash val="solid"/>
            <a:round/>
            <a:headEnd type="none" w="med" len="med"/>
            <a:tailEnd type="none" w="med" len="med"/>
          </a:ln>
          <a:effectLst/>
        </p:spPr>
        <p:txBody>
          <a:bodyPr anchor="ctr"/>
          <a:lstStyle/>
          <a:p>
            <a:pPr algn="ctr">
              <a:defRPr/>
            </a:pPr>
            <a:r>
              <a:rPr lang="fr-FR" sz="3200" b="1" dirty="0" err="1">
                <a:latin typeface="+mn-lt"/>
                <a:cs typeface="+mn-cs"/>
              </a:rPr>
              <a:t>MSapp</a:t>
            </a:r>
            <a:endParaRPr lang="fr-FR" sz="1200" b="1" dirty="0">
              <a:latin typeface="+mn-lt"/>
              <a:cs typeface="+mn-cs"/>
            </a:endParaRPr>
          </a:p>
        </p:txBody>
      </p:sp>
      <p:sp>
        <p:nvSpPr>
          <p:cNvPr id="70" name="Plaque 69"/>
          <p:cNvSpPr/>
          <p:nvPr>
            <p:custDataLst>
              <p:tags r:id="rId17"/>
            </p:custDataLst>
          </p:nvPr>
        </p:nvSpPr>
        <p:spPr bwMode="auto">
          <a:xfrm>
            <a:off x="7740650" y="2205038"/>
            <a:ext cx="1295400" cy="576262"/>
          </a:xfrm>
          <a:prstGeom prst="bevel">
            <a:avLst/>
          </a:prstGeom>
          <a:gradFill>
            <a:gsLst>
              <a:gs pos="0">
                <a:srgbClr val="FBEAC7"/>
              </a:gs>
              <a:gs pos="17999">
                <a:srgbClr val="FEE7F2"/>
              </a:gs>
              <a:gs pos="36000">
                <a:srgbClr val="FAC77D"/>
              </a:gs>
              <a:gs pos="61000">
                <a:srgbClr val="FBA97D"/>
              </a:gs>
              <a:gs pos="82001">
                <a:srgbClr val="FBD49C"/>
              </a:gs>
              <a:gs pos="100000">
                <a:srgbClr val="FEE7F2"/>
              </a:gs>
            </a:gsLst>
            <a:lin ang="5400000" scaled="0"/>
          </a:gradFill>
          <a:ln w="9525" cap="flat" cmpd="sng" algn="ctr">
            <a:noFill/>
            <a:prstDash val="solid"/>
            <a:round/>
            <a:headEnd type="none" w="med" len="med"/>
            <a:tailEnd type="none" w="med" len="med"/>
          </a:ln>
          <a:effectLst/>
        </p:spPr>
        <p:txBody>
          <a:bodyPr anchor="ctr"/>
          <a:lstStyle/>
          <a:p>
            <a:pPr algn="ctr"/>
            <a:r>
              <a:rPr lang="fr-FR" sz="2400" b="1"/>
              <a:t>IMapp</a:t>
            </a:r>
          </a:p>
        </p:txBody>
      </p:sp>
      <p:sp>
        <p:nvSpPr>
          <p:cNvPr id="2" name="Plaque 68"/>
          <p:cNvSpPr/>
          <p:nvPr>
            <p:custDataLst>
              <p:tags r:id="rId18"/>
            </p:custDataLst>
          </p:nvPr>
        </p:nvSpPr>
        <p:spPr bwMode="auto">
          <a:xfrm>
            <a:off x="250825" y="1773238"/>
            <a:ext cx="3600450" cy="1008062"/>
          </a:xfrm>
          <a:prstGeom prst="bevel">
            <a:avLst/>
          </a:prstGeom>
          <a:gradFill>
            <a:gsLst>
              <a:gs pos="0">
                <a:srgbClr val="5E9EFF"/>
              </a:gs>
              <a:gs pos="39999">
                <a:srgbClr val="85C2FF"/>
              </a:gs>
              <a:gs pos="70000">
                <a:srgbClr val="C4D6EB"/>
              </a:gs>
              <a:gs pos="100000">
                <a:srgbClr val="FFEBFA"/>
              </a:gs>
            </a:gsLst>
            <a:lin ang="5400000" scaled="0"/>
          </a:gradFill>
          <a:ln w="9525" cap="flat" cmpd="sng" algn="ctr">
            <a:noFill/>
            <a:prstDash val="solid"/>
            <a:round/>
            <a:headEnd type="none" w="med" len="med"/>
            <a:tailEnd type="none" w="med" len="med"/>
          </a:ln>
          <a:effectLst/>
        </p:spPr>
        <p:txBody>
          <a:bodyPr anchor="ctr"/>
          <a:lstStyle/>
          <a:p>
            <a:pPr algn="ctr">
              <a:defRPr/>
            </a:pPr>
            <a:r>
              <a:rPr lang="fr-FR" sz="3200" b="1" dirty="0" err="1">
                <a:latin typeface="+mn-lt"/>
                <a:cs typeface="+mn-cs"/>
              </a:rPr>
              <a:t>MSapp</a:t>
            </a:r>
            <a:endParaRPr lang="fr-FR" sz="1200" b="1" dirty="0">
              <a:latin typeface="+mn-lt"/>
              <a:cs typeface="+mn-cs"/>
            </a:endParaRPr>
          </a:p>
        </p:txBody>
      </p:sp>
      <p:sp>
        <p:nvSpPr>
          <p:cNvPr id="355349" name="Text Box 2"/>
          <p:cNvSpPr>
            <a:spLocks noChangeArrowheads="1"/>
          </p:cNvSpPr>
          <p:nvPr>
            <p:custDataLst>
              <p:tags r:id="rId19"/>
            </p:custDataLst>
          </p:nvPr>
        </p:nvSpPr>
        <p:spPr bwMode="auto">
          <a:xfrm>
            <a:off x="-612775" y="-149225"/>
            <a:ext cx="1044098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nchor="ctr"/>
          <a:lstStyle/>
          <a:p>
            <a:pPr algn="ctr" eaLnBrk="0" hangingPunct="0"/>
            <a:r>
              <a:rPr lang="en-GB" sz="4400" dirty="0">
                <a:solidFill>
                  <a:srgbClr val="0066FF"/>
                </a:solidFill>
              </a:rPr>
              <a:t>e-SMP:A mixed infrastructure Model</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5344"/>
                                        </p:tgtEl>
                                        <p:attrNameLst>
                                          <p:attrName>style.visibility</p:attrName>
                                        </p:attrNameLst>
                                      </p:cBhvr>
                                      <p:to>
                                        <p:strVal val="visible"/>
                                      </p:to>
                                    </p:set>
                                    <p:anim calcmode="lin" valueType="num">
                                      <p:cBhvr additive="base">
                                        <p:cTn id="7" dur="500" fill="hold"/>
                                        <p:tgtEl>
                                          <p:spTgt spid="355344"/>
                                        </p:tgtEl>
                                        <p:attrNameLst>
                                          <p:attrName>ppt_x</p:attrName>
                                        </p:attrNameLst>
                                      </p:cBhvr>
                                      <p:tavLst>
                                        <p:tav tm="0">
                                          <p:val>
                                            <p:strVal val="#ppt_x"/>
                                          </p:val>
                                        </p:tav>
                                        <p:tav tm="100000">
                                          <p:val>
                                            <p:strVal val="#ppt_x"/>
                                          </p:val>
                                        </p:tav>
                                      </p:tavLst>
                                    </p:anim>
                                    <p:anim calcmode="lin" valueType="num">
                                      <p:cBhvr additive="base">
                                        <p:cTn id="8" dur="500" fill="hold"/>
                                        <p:tgtEl>
                                          <p:spTgt spid="35534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xit" presetSubtype="0" fill="hold" grpId="1" nodeType="clickEffect">
                                  <p:stCondLst>
                                    <p:cond delay="0"/>
                                  </p:stCondLst>
                                  <p:childTnLst>
                                    <p:animEffect transition="out" filter="fade">
                                      <p:cBhvr>
                                        <p:cTn id="12" dur="500"/>
                                        <p:tgtEl>
                                          <p:spTgt spid="355344"/>
                                        </p:tgtEl>
                                      </p:cBhvr>
                                    </p:animEffect>
                                    <p:set>
                                      <p:cBhvr>
                                        <p:cTn id="13" dur="1" fill="hold">
                                          <p:stCondLst>
                                            <p:cond delay="499"/>
                                          </p:stCondLst>
                                        </p:cTn>
                                        <p:tgtEl>
                                          <p:spTgt spid="355344"/>
                                        </p:tgtEl>
                                        <p:attrNameLst>
                                          <p:attrName>style.visibility</p:attrName>
                                        </p:attrNameLst>
                                      </p:cBhvr>
                                      <p:to>
                                        <p:strVal val="hidden"/>
                                      </p:to>
                                    </p:set>
                                  </p:childTnLst>
                                </p:cTn>
                              </p:par>
                              <p:par>
                                <p:cTn id="14" presetID="2" presetClass="entr" presetSubtype="4" fill="hold" grpId="0" nodeType="withEffect">
                                  <p:stCondLst>
                                    <p:cond delay="0"/>
                                  </p:stCondLst>
                                  <p:childTnLst>
                                    <p:set>
                                      <p:cBhvr>
                                        <p:cTn id="15" dur="1" fill="hold">
                                          <p:stCondLst>
                                            <p:cond delay="0"/>
                                          </p:stCondLst>
                                        </p:cTn>
                                        <p:tgtEl>
                                          <p:spTgt spid="355343"/>
                                        </p:tgtEl>
                                        <p:attrNameLst>
                                          <p:attrName>style.visibility</p:attrName>
                                        </p:attrNameLst>
                                      </p:cBhvr>
                                      <p:to>
                                        <p:strVal val="visible"/>
                                      </p:to>
                                    </p:set>
                                    <p:anim calcmode="lin" valueType="num">
                                      <p:cBhvr additive="base">
                                        <p:cTn id="16" dur="500" fill="hold"/>
                                        <p:tgtEl>
                                          <p:spTgt spid="355343"/>
                                        </p:tgtEl>
                                        <p:attrNameLst>
                                          <p:attrName>ppt_x</p:attrName>
                                        </p:attrNameLst>
                                      </p:cBhvr>
                                      <p:tavLst>
                                        <p:tav tm="0">
                                          <p:val>
                                            <p:strVal val="#ppt_x"/>
                                          </p:val>
                                        </p:tav>
                                        <p:tav tm="100000">
                                          <p:val>
                                            <p:strVal val="#ppt_x"/>
                                          </p:val>
                                        </p:tav>
                                      </p:tavLst>
                                    </p:anim>
                                    <p:anim calcmode="lin" valueType="num">
                                      <p:cBhvr additive="base">
                                        <p:cTn id="17" dur="500" fill="hold"/>
                                        <p:tgtEl>
                                          <p:spTgt spid="355343"/>
                                        </p:tgtEl>
                                        <p:attrNameLst>
                                          <p:attrName>ppt_y</p:attrName>
                                        </p:attrNameLst>
                                      </p:cBhvr>
                                      <p:tavLst>
                                        <p:tav tm="0">
                                          <p:val>
                                            <p:strVal val="1+#ppt_h/2"/>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xit" presetSubtype="0" fill="hold" grpId="1" nodeType="clickEffect">
                                  <p:stCondLst>
                                    <p:cond delay="0"/>
                                  </p:stCondLst>
                                  <p:childTnLst>
                                    <p:animEffect transition="out" filter="fade">
                                      <p:cBhvr>
                                        <p:cTn id="21" dur="500"/>
                                        <p:tgtEl>
                                          <p:spTgt spid="355343"/>
                                        </p:tgtEl>
                                      </p:cBhvr>
                                    </p:animEffect>
                                    <p:set>
                                      <p:cBhvr>
                                        <p:cTn id="22" dur="1" fill="hold">
                                          <p:stCondLst>
                                            <p:cond delay="499"/>
                                          </p:stCondLst>
                                        </p:cTn>
                                        <p:tgtEl>
                                          <p:spTgt spid="355343"/>
                                        </p:tgtEl>
                                        <p:attrNameLst>
                                          <p:attrName>style.visibility</p:attrName>
                                        </p:attrNameLst>
                                      </p:cBhvr>
                                      <p:to>
                                        <p:strVal val="hidden"/>
                                      </p:to>
                                    </p:set>
                                  </p:childTnLst>
                                </p:cTn>
                              </p:par>
                              <p:par>
                                <p:cTn id="23" presetID="2" presetClass="entr" presetSubtype="4" fill="hold" grpId="0" nodeType="withEffect">
                                  <p:stCondLst>
                                    <p:cond delay="0"/>
                                  </p:stCondLst>
                                  <p:childTnLst>
                                    <p:set>
                                      <p:cBhvr>
                                        <p:cTn id="24" dur="1" fill="hold">
                                          <p:stCondLst>
                                            <p:cond delay="0"/>
                                          </p:stCondLst>
                                        </p:cTn>
                                        <p:tgtEl>
                                          <p:spTgt spid="355342"/>
                                        </p:tgtEl>
                                        <p:attrNameLst>
                                          <p:attrName>style.visibility</p:attrName>
                                        </p:attrNameLst>
                                      </p:cBhvr>
                                      <p:to>
                                        <p:strVal val="visible"/>
                                      </p:to>
                                    </p:set>
                                    <p:anim calcmode="lin" valueType="num">
                                      <p:cBhvr additive="base">
                                        <p:cTn id="25" dur="500" fill="hold"/>
                                        <p:tgtEl>
                                          <p:spTgt spid="355342"/>
                                        </p:tgtEl>
                                        <p:attrNameLst>
                                          <p:attrName>ppt_x</p:attrName>
                                        </p:attrNameLst>
                                      </p:cBhvr>
                                      <p:tavLst>
                                        <p:tav tm="0">
                                          <p:val>
                                            <p:strVal val="#ppt_x"/>
                                          </p:val>
                                        </p:tav>
                                        <p:tav tm="100000">
                                          <p:val>
                                            <p:strVal val="#ppt_x"/>
                                          </p:val>
                                        </p:tav>
                                      </p:tavLst>
                                    </p:anim>
                                    <p:anim calcmode="lin" valueType="num">
                                      <p:cBhvr additive="base">
                                        <p:cTn id="26" dur="500" fill="hold"/>
                                        <p:tgtEl>
                                          <p:spTgt spid="355342"/>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xit" presetSubtype="0" fill="hold" grpId="1" nodeType="clickEffect">
                                  <p:stCondLst>
                                    <p:cond delay="0"/>
                                  </p:stCondLst>
                                  <p:childTnLst>
                                    <p:animEffect transition="out" filter="fade">
                                      <p:cBhvr>
                                        <p:cTn id="30" dur="500"/>
                                        <p:tgtEl>
                                          <p:spTgt spid="355342"/>
                                        </p:tgtEl>
                                      </p:cBhvr>
                                    </p:animEffect>
                                    <p:set>
                                      <p:cBhvr>
                                        <p:cTn id="31" dur="1" fill="hold">
                                          <p:stCondLst>
                                            <p:cond delay="499"/>
                                          </p:stCondLst>
                                        </p:cTn>
                                        <p:tgtEl>
                                          <p:spTgt spid="355342"/>
                                        </p:tgtEl>
                                        <p:attrNameLst>
                                          <p:attrName>style.visibility</p:attrName>
                                        </p:attrNameLst>
                                      </p:cBhvr>
                                      <p:to>
                                        <p:strVal val="hidden"/>
                                      </p:to>
                                    </p:set>
                                  </p:childTnLst>
                                </p:cTn>
                              </p:par>
                              <p:par>
                                <p:cTn id="32" presetID="2" presetClass="entr" presetSubtype="4" fill="hold" grpId="0" nodeType="withEffect">
                                  <p:stCondLst>
                                    <p:cond delay="0"/>
                                  </p:stCondLst>
                                  <p:childTnLst>
                                    <p:set>
                                      <p:cBhvr>
                                        <p:cTn id="33" dur="1" fill="hold">
                                          <p:stCondLst>
                                            <p:cond delay="0"/>
                                          </p:stCondLst>
                                        </p:cTn>
                                        <p:tgtEl>
                                          <p:spTgt spid="355345"/>
                                        </p:tgtEl>
                                        <p:attrNameLst>
                                          <p:attrName>style.visibility</p:attrName>
                                        </p:attrNameLst>
                                      </p:cBhvr>
                                      <p:to>
                                        <p:strVal val="visible"/>
                                      </p:to>
                                    </p:set>
                                    <p:anim calcmode="lin" valueType="num">
                                      <p:cBhvr additive="base">
                                        <p:cTn id="34" dur="500" fill="hold"/>
                                        <p:tgtEl>
                                          <p:spTgt spid="355345"/>
                                        </p:tgtEl>
                                        <p:attrNameLst>
                                          <p:attrName>ppt_x</p:attrName>
                                        </p:attrNameLst>
                                      </p:cBhvr>
                                      <p:tavLst>
                                        <p:tav tm="0">
                                          <p:val>
                                            <p:strVal val="#ppt_x"/>
                                          </p:val>
                                        </p:tav>
                                        <p:tav tm="100000">
                                          <p:val>
                                            <p:strVal val="#ppt_x"/>
                                          </p:val>
                                        </p:tav>
                                      </p:tavLst>
                                    </p:anim>
                                    <p:anim calcmode="lin" valueType="num">
                                      <p:cBhvr additive="base">
                                        <p:cTn id="35" dur="500" fill="hold"/>
                                        <p:tgtEl>
                                          <p:spTgt spid="3553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42" grpId="0" animBg="1"/>
      <p:bldP spid="355342" grpId="1" animBg="1"/>
      <p:bldP spid="355343" grpId="0" animBg="1"/>
      <p:bldP spid="355343" grpId="1" animBg="1"/>
      <p:bldP spid="355344" grpId="0" animBg="1"/>
      <p:bldP spid="355344" grpId="1" animBg="1"/>
      <p:bldP spid="35534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6595" name="Group 3"/>
          <p:cNvGrpSpPr>
            <a:grpSpLocks/>
          </p:cNvGrpSpPr>
          <p:nvPr>
            <p:custDataLst>
              <p:tags r:id="rId2"/>
            </p:custDataLst>
          </p:nvPr>
        </p:nvGrpSpPr>
        <p:grpSpPr bwMode="auto">
          <a:xfrm>
            <a:off x="2014538" y="3448050"/>
            <a:ext cx="3962400" cy="3409950"/>
            <a:chOff x="1269" y="2172"/>
            <a:chExt cx="2496" cy="2148"/>
          </a:xfrm>
        </p:grpSpPr>
        <p:sp>
          <p:nvSpPr>
            <p:cNvPr id="362500" name="Rectangle 2084"/>
            <p:cNvSpPr>
              <a:spLocks noChangeArrowheads="1"/>
            </p:cNvSpPr>
            <p:nvPr>
              <p:custDataLst>
                <p:tags r:id="rId47"/>
              </p:custDataLst>
            </p:nvPr>
          </p:nvSpPr>
          <p:spPr bwMode="auto">
            <a:xfrm>
              <a:off x="2270" y="3975"/>
              <a:ext cx="1495"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pPr algn="ctr"/>
              <a:r>
                <a:rPr lang="fr-FR" sz="1400" b="1">
                  <a:latin typeface="Tahoma" pitchFamily="34" charset="0"/>
                  <a:cs typeface="Tahoma" pitchFamily="34" charset="0"/>
                </a:rPr>
                <a:t>EPIC-Soft Application</a:t>
              </a:r>
            </a:p>
            <a:p>
              <a:pPr algn="ctr"/>
              <a:r>
                <a:rPr lang="en-GB" sz="1400" b="1">
                  <a:latin typeface="Tahoma" pitchFamily="34" charset="0"/>
                  <a:cs typeface="Tahoma" pitchFamily="34" charset="0"/>
                </a:rPr>
                <a:t>Data Entry Application</a:t>
              </a:r>
              <a:endParaRPr lang="fr-FR" sz="1400" b="1">
                <a:latin typeface="Tahoma" pitchFamily="34" charset="0"/>
                <a:cs typeface="Tahoma" pitchFamily="34" charset="0"/>
              </a:endParaRPr>
            </a:p>
          </p:txBody>
        </p:sp>
        <p:grpSp>
          <p:nvGrpSpPr>
            <p:cNvPr id="362501" name="Group 5"/>
            <p:cNvGrpSpPr>
              <a:grpSpLocks/>
            </p:cNvGrpSpPr>
            <p:nvPr/>
          </p:nvGrpSpPr>
          <p:grpSpPr bwMode="auto">
            <a:xfrm>
              <a:off x="1269" y="2172"/>
              <a:ext cx="1996" cy="1848"/>
              <a:chOff x="1269" y="2172"/>
              <a:chExt cx="1996" cy="1848"/>
            </a:xfrm>
          </p:grpSpPr>
          <p:sp>
            <p:nvSpPr>
              <p:cNvPr id="362502" name="Rectangle 2089"/>
              <p:cNvSpPr>
                <a:spLocks noChangeArrowheads="1"/>
              </p:cNvSpPr>
              <p:nvPr>
                <p:custDataLst>
                  <p:tags r:id="rId48"/>
                </p:custDataLst>
              </p:nvPr>
            </p:nvSpPr>
            <p:spPr bwMode="auto">
              <a:xfrm>
                <a:off x="1269" y="2795"/>
                <a:ext cx="990"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gn="ctr"/>
                <a:r>
                  <a:rPr lang="fr-FR" sz="1400" b="1">
                    <a:solidFill>
                      <a:srgbClr val="000000"/>
                    </a:solidFill>
                    <a:latin typeface="Tahoma" pitchFamily="34" charset="0"/>
                    <a:cs typeface="Tahoma" pitchFamily="34" charset="0"/>
                  </a:rPr>
                  <a:t> </a:t>
                </a:r>
                <a:r>
                  <a:rPr lang="fr-FR" sz="1400" b="1">
                    <a:solidFill>
                      <a:srgbClr val="0000FF"/>
                    </a:solidFill>
                    <a:latin typeface="Tahoma" pitchFamily="34" charset="0"/>
                    <a:cs typeface="Tahoma" pitchFamily="34" charset="0"/>
                  </a:rPr>
                  <a:t>EPIC-Soft</a:t>
                </a:r>
              </a:p>
              <a:p>
                <a:pPr algn="ctr"/>
                <a:r>
                  <a:rPr lang="en-GB" sz="1400" b="1">
                    <a:solidFill>
                      <a:srgbClr val="0000FF"/>
                    </a:solidFill>
                    <a:latin typeface="Tahoma" pitchFamily="34" charset="0"/>
                    <a:cs typeface="Tahoma" pitchFamily="34" charset="0"/>
                  </a:rPr>
                  <a:t>Database</a:t>
                </a:r>
              </a:p>
              <a:p>
                <a:pPr algn="ctr"/>
                <a:r>
                  <a:rPr lang="en-GB" sz="1400" b="1">
                    <a:solidFill>
                      <a:srgbClr val="0000FF"/>
                    </a:solidFill>
                    <a:latin typeface="Tahoma" pitchFamily="34" charset="0"/>
                    <a:cs typeface="Tahoma" pitchFamily="34" charset="0"/>
                  </a:rPr>
                  <a:t>(~70 tables)</a:t>
                </a:r>
                <a:endParaRPr lang="fr-FR" sz="1400" b="1">
                  <a:solidFill>
                    <a:srgbClr val="0000FF"/>
                  </a:solidFill>
                  <a:latin typeface="Tahoma" pitchFamily="34" charset="0"/>
                  <a:cs typeface="Tahoma" pitchFamily="34" charset="0"/>
                </a:endParaRPr>
              </a:p>
            </p:txBody>
          </p:sp>
          <p:sp>
            <p:nvSpPr>
              <p:cNvPr id="2" name="AutoShape 2088"/>
              <p:cNvSpPr>
                <a:spLocks noChangeArrowheads="1"/>
              </p:cNvSpPr>
              <p:nvPr>
                <p:custDataLst>
                  <p:tags r:id="rId49"/>
                </p:custDataLst>
              </p:nvPr>
            </p:nvSpPr>
            <p:spPr bwMode="auto">
              <a:xfrm rot="5400000">
                <a:off x="1496" y="2354"/>
                <a:ext cx="590" cy="226"/>
              </a:xfrm>
              <a:prstGeom prst="rightArrow">
                <a:avLst>
                  <a:gd name="adj1" fmla="val 50000"/>
                  <a:gd name="adj2" fmla="val 65265"/>
                </a:avLst>
              </a:prstGeom>
              <a:gradFill rotWithShape="0">
                <a:gsLst>
                  <a:gs pos="0">
                    <a:srgbClr val="000082"/>
                  </a:gs>
                  <a:gs pos="13000">
                    <a:srgbClr val="0047FF"/>
                  </a:gs>
                  <a:gs pos="28000">
                    <a:srgbClr val="000082"/>
                  </a:gs>
                  <a:gs pos="42999">
                    <a:srgbClr val="0047FF"/>
                  </a:gs>
                  <a:gs pos="58000">
                    <a:srgbClr val="000082"/>
                  </a:gs>
                  <a:gs pos="72000">
                    <a:srgbClr val="0047FF"/>
                  </a:gs>
                  <a:gs pos="87000">
                    <a:srgbClr val="000082"/>
                  </a:gs>
                  <a:gs pos="100000">
                    <a:srgbClr val="0047FF"/>
                  </a:gs>
                </a:gsLst>
                <a:lin ang="18900000"/>
              </a:gradFill>
              <a:ln w="12700">
                <a:solidFill>
                  <a:srgbClr val="666666"/>
                </a:solidFill>
                <a:miter lim="800000"/>
                <a:headEnd/>
                <a:tailEnd/>
              </a:ln>
              <a:effectLst>
                <a:outerShdw dist="28398" dir="3806097" algn="ctr" rotWithShape="0">
                  <a:srgbClr val="7F7F7F">
                    <a:alpha val="50000"/>
                  </a:srgbClr>
                </a:outerShdw>
              </a:effectLst>
            </p:spPr>
            <p:txBody>
              <a:bodyPr rot="10800000" vert="eaVert"/>
              <a:lstStyle/>
              <a:p>
                <a:pPr algn="r">
                  <a:defRPr/>
                </a:pPr>
                <a:endParaRPr lang="fr-FR" sz="2000">
                  <a:solidFill>
                    <a:srgbClr val="FFFFFF"/>
                  </a:solidFill>
                  <a:cs typeface="+mn-cs"/>
                </a:endParaRPr>
              </a:p>
            </p:txBody>
          </p:sp>
          <p:grpSp>
            <p:nvGrpSpPr>
              <p:cNvPr id="362504" name="Groupe 88"/>
              <p:cNvGrpSpPr>
                <a:grpSpLocks noChangeAspect="1"/>
              </p:cNvGrpSpPr>
              <p:nvPr>
                <p:custDataLst>
                  <p:tags r:id="rId50"/>
                </p:custDataLst>
              </p:nvPr>
            </p:nvGrpSpPr>
            <p:grpSpPr bwMode="auto">
              <a:xfrm>
                <a:off x="2462" y="3517"/>
                <a:ext cx="621" cy="413"/>
                <a:chOff x="3571868" y="142852"/>
                <a:chExt cx="657316" cy="436421"/>
              </a:xfrm>
            </p:grpSpPr>
            <p:pic>
              <p:nvPicPr>
                <p:cNvPr id="362505" name="Picture 2"/>
                <p:cNvPicPr>
                  <a:picLocks noChangeAspect="1" noChangeArrowheads="1"/>
                </p:cNvPicPr>
                <p:nvPr/>
              </p:nvPicPr>
              <p:blipFill>
                <a:blip r:embed="rId55">
                  <a:extLst>
                    <a:ext uri="{28A0092B-C50C-407E-A947-70E740481C1C}">
                      <a14:useLocalDpi xmlns:a14="http://schemas.microsoft.com/office/drawing/2010/main" val="0"/>
                    </a:ext>
                  </a:extLst>
                </a:blip>
                <a:srcRect/>
                <a:stretch>
                  <a:fillRect/>
                </a:stretch>
              </p:blipFill>
              <p:spPr bwMode="auto">
                <a:xfrm>
                  <a:off x="3571868" y="142852"/>
                  <a:ext cx="473075" cy="3444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362506" name="Picture 2057"/>
                <p:cNvPicPr>
                  <a:picLocks noChangeAspect="1" noChangeArrowheads="1"/>
                </p:cNvPicPr>
                <p:nvPr/>
              </p:nvPicPr>
              <p:blipFill>
                <a:blip r:embed="rId56">
                  <a:extLst>
                    <a:ext uri="{28A0092B-C50C-407E-A947-70E740481C1C}">
                      <a14:useLocalDpi xmlns:a14="http://schemas.microsoft.com/office/drawing/2010/main" val="0"/>
                    </a:ext>
                  </a:extLst>
                </a:blip>
                <a:srcRect/>
                <a:stretch>
                  <a:fillRect/>
                </a:stretch>
              </p:blipFill>
              <p:spPr bwMode="auto">
                <a:xfrm>
                  <a:off x="3857620" y="214290"/>
                  <a:ext cx="371564" cy="364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62507" name="Groupe 88"/>
              <p:cNvGrpSpPr>
                <a:grpSpLocks noChangeAspect="1"/>
              </p:cNvGrpSpPr>
              <p:nvPr>
                <p:custDataLst>
                  <p:tags r:id="rId51"/>
                </p:custDataLst>
              </p:nvPr>
            </p:nvGrpSpPr>
            <p:grpSpPr bwMode="auto">
              <a:xfrm>
                <a:off x="2644" y="3608"/>
                <a:ext cx="621" cy="412"/>
                <a:chOff x="3571868" y="142852"/>
                <a:chExt cx="657316" cy="436421"/>
              </a:xfrm>
            </p:grpSpPr>
            <p:pic>
              <p:nvPicPr>
                <p:cNvPr id="362508" name="Picture 2"/>
                <p:cNvPicPr>
                  <a:picLocks noChangeAspect="1" noChangeArrowheads="1"/>
                </p:cNvPicPr>
                <p:nvPr/>
              </p:nvPicPr>
              <p:blipFill>
                <a:blip r:embed="rId55">
                  <a:extLst>
                    <a:ext uri="{28A0092B-C50C-407E-A947-70E740481C1C}">
                      <a14:useLocalDpi xmlns:a14="http://schemas.microsoft.com/office/drawing/2010/main" val="0"/>
                    </a:ext>
                  </a:extLst>
                </a:blip>
                <a:srcRect/>
                <a:stretch>
                  <a:fillRect/>
                </a:stretch>
              </p:blipFill>
              <p:spPr bwMode="auto">
                <a:xfrm>
                  <a:off x="3571868" y="142852"/>
                  <a:ext cx="473075" cy="3444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362509" name="Picture 2057"/>
                <p:cNvPicPr>
                  <a:picLocks noChangeAspect="1" noChangeArrowheads="1"/>
                </p:cNvPicPr>
                <p:nvPr/>
              </p:nvPicPr>
              <p:blipFill>
                <a:blip r:embed="rId56">
                  <a:extLst>
                    <a:ext uri="{28A0092B-C50C-407E-A947-70E740481C1C}">
                      <a14:useLocalDpi xmlns:a14="http://schemas.microsoft.com/office/drawing/2010/main" val="0"/>
                    </a:ext>
                  </a:extLst>
                </a:blip>
                <a:srcRect/>
                <a:stretch>
                  <a:fillRect/>
                </a:stretch>
              </p:blipFill>
              <p:spPr bwMode="auto">
                <a:xfrm>
                  <a:off x="3857620" y="214290"/>
                  <a:ext cx="371564" cy="364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AutoShape 2088"/>
              <p:cNvSpPr>
                <a:spLocks noChangeArrowheads="1"/>
              </p:cNvSpPr>
              <p:nvPr>
                <p:custDataLst>
                  <p:tags r:id="rId52"/>
                </p:custDataLst>
              </p:nvPr>
            </p:nvSpPr>
            <p:spPr bwMode="auto">
              <a:xfrm rot="2704795">
                <a:off x="1868" y="3281"/>
                <a:ext cx="499" cy="226"/>
              </a:xfrm>
              <a:prstGeom prst="rightArrow">
                <a:avLst>
                  <a:gd name="adj1" fmla="val 50000"/>
                  <a:gd name="adj2" fmla="val 55199"/>
                </a:avLst>
              </a:prstGeom>
              <a:gradFill rotWithShape="0">
                <a:gsLst>
                  <a:gs pos="0">
                    <a:srgbClr val="000082"/>
                  </a:gs>
                  <a:gs pos="13000">
                    <a:srgbClr val="0047FF"/>
                  </a:gs>
                  <a:gs pos="28000">
                    <a:srgbClr val="000082"/>
                  </a:gs>
                  <a:gs pos="42999">
                    <a:srgbClr val="0047FF"/>
                  </a:gs>
                  <a:gs pos="58000">
                    <a:srgbClr val="000082"/>
                  </a:gs>
                  <a:gs pos="72000">
                    <a:srgbClr val="0047FF"/>
                  </a:gs>
                  <a:gs pos="87000">
                    <a:srgbClr val="000082"/>
                  </a:gs>
                  <a:gs pos="100000">
                    <a:srgbClr val="0047FF"/>
                  </a:gs>
                </a:gsLst>
                <a:lin ang="18900000"/>
              </a:gradFill>
              <a:ln w="12700">
                <a:solidFill>
                  <a:srgbClr val="666666"/>
                </a:solidFill>
                <a:miter lim="800000"/>
                <a:headEnd/>
                <a:tailEnd/>
              </a:ln>
              <a:effectLst>
                <a:outerShdw dist="28398" dir="3806097" algn="ctr" rotWithShape="0">
                  <a:srgbClr val="7F7F7F">
                    <a:alpha val="50000"/>
                  </a:srgbClr>
                </a:outerShdw>
              </a:effectLst>
            </p:spPr>
            <p:txBody>
              <a:bodyPr rot="10800000" vert="eaVert"/>
              <a:lstStyle/>
              <a:p>
                <a:pPr algn="r">
                  <a:defRPr/>
                </a:pPr>
                <a:endParaRPr lang="fr-FR" sz="2000">
                  <a:solidFill>
                    <a:srgbClr val="FFFFFF"/>
                  </a:solidFill>
                  <a:cs typeface="+mn-cs"/>
                </a:endParaRPr>
              </a:p>
            </p:txBody>
          </p:sp>
        </p:grpSp>
      </p:grpSp>
      <p:grpSp>
        <p:nvGrpSpPr>
          <p:cNvPr id="366607" name="Group 15"/>
          <p:cNvGrpSpPr>
            <a:grpSpLocks/>
          </p:cNvGrpSpPr>
          <p:nvPr>
            <p:custDataLst>
              <p:tags r:id="rId3"/>
            </p:custDataLst>
          </p:nvPr>
        </p:nvGrpSpPr>
        <p:grpSpPr bwMode="auto">
          <a:xfrm>
            <a:off x="4643438" y="3429000"/>
            <a:ext cx="1731962" cy="2132013"/>
            <a:chOff x="2900" y="2172"/>
            <a:chExt cx="1091" cy="1343"/>
          </a:xfrm>
        </p:grpSpPr>
        <p:sp>
          <p:nvSpPr>
            <p:cNvPr id="362512" name="Rectangle 2089"/>
            <p:cNvSpPr>
              <a:spLocks noChangeArrowheads="1"/>
            </p:cNvSpPr>
            <p:nvPr>
              <p:custDataLst>
                <p:tags r:id="rId44"/>
              </p:custDataLst>
            </p:nvPr>
          </p:nvSpPr>
          <p:spPr bwMode="auto">
            <a:xfrm>
              <a:off x="2900" y="2580"/>
              <a:ext cx="100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pPr algn="ctr"/>
              <a:r>
                <a:rPr lang="fr-FR" sz="1400" b="1">
                  <a:solidFill>
                    <a:srgbClr val="FF6600"/>
                  </a:solidFill>
                  <a:latin typeface="Tahoma" pitchFamily="34" charset="0"/>
                  <a:cs typeface="Tahoma" pitchFamily="34" charset="0"/>
                </a:rPr>
                <a:t> Interviews (raw/modified)</a:t>
              </a:r>
            </a:p>
          </p:txBody>
        </p:sp>
        <p:sp>
          <p:nvSpPr>
            <p:cNvPr id="4" name="AutoShape 2088"/>
            <p:cNvSpPr>
              <a:spLocks noChangeArrowheads="1"/>
            </p:cNvSpPr>
            <p:nvPr>
              <p:custDataLst>
                <p:tags r:id="rId45"/>
              </p:custDataLst>
            </p:nvPr>
          </p:nvSpPr>
          <p:spPr bwMode="auto">
            <a:xfrm rot="-24381064">
              <a:off x="2851" y="3040"/>
              <a:ext cx="708" cy="241"/>
            </a:xfrm>
            <a:prstGeom prst="rightArrow">
              <a:avLst>
                <a:gd name="adj1" fmla="val 50000"/>
                <a:gd name="adj2" fmla="val 73444"/>
              </a:avLst>
            </a:prstGeom>
            <a:gradFill rotWithShape="0">
              <a:gsLst>
                <a:gs pos="0">
                  <a:srgbClr val="9C9CDF"/>
                </a:gs>
                <a:gs pos="50000">
                  <a:srgbClr val="CCCCCC"/>
                </a:gs>
                <a:gs pos="100000">
                  <a:srgbClr val="666666"/>
                </a:gs>
              </a:gsLst>
              <a:lin ang="18900000" scaled="1"/>
            </a:gradFill>
            <a:ln w="12700">
              <a:solidFill>
                <a:srgbClr val="666666"/>
              </a:solidFill>
              <a:miter lim="800000"/>
              <a:headEnd/>
              <a:tailEnd/>
            </a:ln>
            <a:effectLst>
              <a:outerShdw dist="28398" dir="3806097" algn="ctr" rotWithShape="0">
                <a:srgbClr val="7F7F7F">
                  <a:alpha val="50000"/>
                </a:srgbClr>
              </a:outerShdw>
            </a:effectLst>
          </p:spPr>
          <p:txBody>
            <a:bodyPr vert="eaVert"/>
            <a:lstStyle/>
            <a:p>
              <a:pPr algn="r">
                <a:defRPr/>
              </a:pPr>
              <a:endParaRPr lang="fr-FR" sz="2000">
                <a:solidFill>
                  <a:srgbClr val="FFFFFF"/>
                </a:solidFill>
                <a:cs typeface="+mn-cs"/>
              </a:endParaRPr>
            </a:p>
          </p:txBody>
        </p:sp>
        <p:sp>
          <p:nvSpPr>
            <p:cNvPr id="5" name="AutoShape 2088"/>
            <p:cNvSpPr>
              <a:spLocks noChangeArrowheads="1"/>
            </p:cNvSpPr>
            <p:nvPr>
              <p:custDataLst>
                <p:tags r:id="rId46"/>
              </p:custDataLst>
            </p:nvPr>
          </p:nvSpPr>
          <p:spPr bwMode="auto">
            <a:xfrm rot="-24381064">
              <a:off x="3630" y="2297"/>
              <a:ext cx="482" cy="241"/>
            </a:xfrm>
            <a:prstGeom prst="rightArrow">
              <a:avLst>
                <a:gd name="adj1" fmla="val 50000"/>
                <a:gd name="adj2" fmla="val 50000"/>
              </a:avLst>
            </a:prstGeom>
            <a:gradFill rotWithShape="0">
              <a:gsLst>
                <a:gs pos="0">
                  <a:srgbClr val="9C9CDF"/>
                </a:gs>
                <a:gs pos="50000">
                  <a:srgbClr val="CCCCCC"/>
                </a:gs>
                <a:gs pos="100000">
                  <a:srgbClr val="666666"/>
                </a:gs>
              </a:gsLst>
              <a:lin ang="18900000" scaled="1"/>
            </a:gradFill>
            <a:ln w="12700">
              <a:solidFill>
                <a:srgbClr val="666666"/>
              </a:solidFill>
              <a:miter lim="800000"/>
              <a:headEnd/>
              <a:tailEnd/>
            </a:ln>
            <a:effectLst>
              <a:outerShdw dist="28398" dir="3806097" algn="ctr" rotWithShape="0">
                <a:srgbClr val="7F7F7F">
                  <a:alpha val="50000"/>
                </a:srgbClr>
              </a:outerShdw>
            </a:effectLst>
          </p:spPr>
          <p:txBody>
            <a:bodyPr vert="eaVert"/>
            <a:lstStyle/>
            <a:p>
              <a:pPr algn="r">
                <a:defRPr/>
              </a:pPr>
              <a:endParaRPr lang="fr-FR" sz="2000">
                <a:solidFill>
                  <a:srgbClr val="FFFFFF"/>
                </a:solidFill>
                <a:cs typeface="+mn-cs"/>
              </a:endParaRPr>
            </a:p>
          </p:txBody>
        </p:sp>
      </p:grpSp>
      <p:grpSp>
        <p:nvGrpSpPr>
          <p:cNvPr id="366611" name="Group 19"/>
          <p:cNvGrpSpPr>
            <a:grpSpLocks/>
          </p:cNvGrpSpPr>
          <p:nvPr>
            <p:custDataLst>
              <p:tags r:id="rId4"/>
            </p:custDataLst>
          </p:nvPr>
        </p:nvGrpSpPr>
        <p:grpSpPr bwMode="auto">
          <a:xfrm>
            <a:off x="5110163" y="3879850"/>
            <a:ext cx="2738437" cy="1798638"/>
            <a:chOff x="3219" y="2444"/>
            <a:chExt cx="1725" cy="1133"/>
          </a:xfrm>
        </p:grpSpPr>
        <p:sp>
          <p:nvSpPr>
            <p:cNvPr id="362516" name="Rectangle 2089"/>
            <p:cNvSpPr>
              <a:spLocks noChangeArrowheads="1"/>
            </p:cNvSpPr>
            <p:nvPr>
              <p:custDataLst>
                <p:tags r:id="rId41"/>
              </p:custDataLst>
            </p:nvPr>
          </p:nvSpPr>
          <p:spPr bwMode="auto">
            <a:xfrm>
              <a:off x="3673" y="2852"/>
              <a:ext cx="108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gn="ctr"/>
              <a:r>
                <a:rPr lang="fr-FR" sz="1400" b="1">
                  <a:solidFill>
                    <a:srgbClr val="FF6600"/>
                  </a:solidFill>
                  <a:latin typeface="Tahoma" pitchFamily="34" charset="0"/>
                  <a:cs typeface="Tahoma" pitchFamily="34" charset="0"/>
                </a:rPr>
                <a:t> Interviews</a:t>
              </a:r>
            </a:p>
            <a:p>
              <a:pPr algn="ctr"/>
              <a:r>
                <a:rPr lang="fr-FR" sz="1400" b="1">
                  <a:solidFill>
                    <a:srgbClr val="FF6600"/>
                  </a:solidFill>
                  <a:latin typeface="Tahoma" pitchFamily="34" charset="0"/>
                  <a:cs typeface="Tahoma" pitchFamily="34" charset="0"/>
                </a:rPr>
                <a:t>(to be corrected)</a:t>
              </a:r>
            </a:p>
          </p:txBody>
        </p:sp>
        <p:sp>
          <p:nvSpPr>
            <p:cNvPr id="6" name="AutoShape 2088"/>
            <p:cNvSpPr>
              <a:spLocks noChangeArrowheads="1"/>
            </p:cNvSpPr>
            <p:nvPr>
              <p:custDataLst>
                <p:tags r:id="rId42"/>
              </p:custDataLst>
            </p:nvPr>
          </p:nvSpPr>
          <p:spPr bwMode="auto">
            <a:xfrm rot="8153853">
              <a:off x="3219" y="3351"/>
              <a:ext cx="681" cy="226"/>
            </a:xfrm>
            <a:prstGeom prst="rightArrow">
              <a:avLst>
                <a:gd name="adj1" fmla="val 50000"/>
                <a:gd name="adj2" fmla="val 21442"/>
              </a:avLst>
            </a:prstGeom>
            <a:gradFill rotWithShape="0">
              <a:gsLst>
                <a:gs pos="0">
                  <a:srgbClr val="9C9CDF"/>
                </a:gs>
                <a:gs pos="50000">
                  <a:srgbClr val="CCCCCC"/>
                </a:gs>
                <a:gs pos="100000">
                  <a:srgbClr val="666666"/>
                </a:gs>
              </a:gsLst>
              <a:lin ang="18900000" scaled="1"/>
            </a:gradFill>
            <a:ln w="12700">
              <a:solidFill>
                <a:srgbClr val="666666"/>
              </a:solidFill>
              <a:miter lim="800000"/>
              <a:headEnd/>
              <a:tailEnd/>
            </a:ln>
            <a:effectLst>
              <a:outerShdw dist="28398" dir="3806097" algn="ctr" rotWithShape="0">
                <a:srgbClr val="7F7F7F">
                  <a:alpha val="50000"/>
                </a:srgbClr>
              </a:outerShdw>
            </a:effectLst>
          </p:spPr>
          <p:txBody>
            <a:bodyPr rot="10800000" vert="eaVert"/>
            <a:lstStyle/>
            <a:p>
              <a:pPr algn="r">
                <a:defRPr/>
              </a:pPr>
              <a:endParaRPr lang="fr-FR" sz="2000">
                <a:solidFill>
                  <a:srgbClr val="FFFFFF"/>
                </a:solidFill>
                <a:cs typeface="+mn-cs"/>
              </a:endParaRPr>
            </a:p>
          </p:txBody>
        </p:sp>
        <p:sp>
          <p:nvSpPr>
            <p:cNvPr id="7" name="AutoShape 2088"/>
            <p:cNvSpPr>
              <a:spLocks noChangeArrowheads="1"/>
            </p:cNvSpPr>
            <p:nvPr>
              <p:custDataLst>
                <p:tags r:id="rId43"/>
              </p:custDataLst>
            </p:nvPr>
          </p:nvSpPr>
          <p:spPr bwMode="auto">
            <a:xfrm rot="8153853">
              <a:off x="4263" y="2444"/>
              <a:ext cx="681" cy="226"/>
            </a:xfrm>
            <a:prstGeom prst="rightArrow">
              <a:avLst>
                <a:gd name="adj1" fmla="val 50000"/>
                <a:gd name="adj2" fmla="val 21442"/>
              </a:avLst>
            </a:prstGeom>
            <a:gradFill rotWithShape="0">
              <a:gsLst>
                <a:gs pos="0">
                  <a:srgbClr val="9C9CDF"/>
                </a:gs>
                <a:gs pos="50000">
                  <a:srgbClr val="CCCCCC"/>
                </a:gs>
                <a:gs pos="100000">
                  <a:srgbClr val="666666"/>
                </a:gs>
              </a:gsLst>
              <a:lin ang="18900000" scaled="1"/>
            </a:gradFill>
            <a:ln w="12700">
              <a:solidFill>
                <a:srgbClr val="666666"/>
              </a:solidFill>
              <a:miter lim="800000"/>
              <a:headEnd/>
              <a:tailEnd/>
            </a:ln>
            <a:effectLst>
              <a:outerShdw dist="28398" dir="3806097" algn="ctr" rotWithShape="0">
                <a:srgbClr val="7F7F7F">
                  <a:alpha val="50000"/>
                </a:srgbClr>
              </a:outerShdw>
            </a:effectLst>
          </p:spPr>
          <p:txBody>
            <a:bodyPr rot="10800000" vert="eaVert"/>
            <a:lstStyle/>
            <a:p>
              <a:pPr algn="r">
                <a:defRPr/>
              </a:pPr>
              <a:endParaRPr lang="fr-FR" sz="2000">
                <a:solidFill>
                  <a:srgbClr val="FFFFFF"/>
                </a:solidFill>
                <a:cs typeface="+mn-cs"/>
              </a:endParaRPr>
            </a:p>
          </p:txBody>
        </p:sp>
      </p:grpSp>
      <p:grpSp>
        <p:nvGrpSpPr>
          <p:cNvPr id="362519" name="Group 23"/>
          <p:cNvGrpSpPr>
            <a:grpSpLocks/>
          </p:cNvGrpSpPr>
          <p:nvPr>
            <p:custDataLst>
              <p:tags r:id="rId5"/>
            </p:custDataLst>
          </p:nvPr>
        </p:nvGrpSpPr>
        <p:grpSpPr bwMode="auto">
          <a:xfrm>
            <a:off x="2627313" y="711200"/>
            <a:ext cx="1944687" cy="1152525"/>
            <a:chOff x="975" y="391"/>
            <a:chExt cx="1225" cy="726"/>
          </a:xfrm>
        </p:grpSpPr>
        <p:sp>
          <p:nvSpPr>
            <p:cNvPr id="11" name="Rectangle à coins arrondis 10"/>
            <p:cNvSpPr/>
            <p:nvPr>
              <p:custDataLst>
                <p:tags r:id="rId34"/>
              </p:custDataLst>
            </p:nvPr>
          </p:nvSpPr>
          <p:spPr>
            <a:xfrm>
              <a:off x="975" y="391"/>
              <a:ext cx="1225" cy="726"/>
            </a:xfrm>
            <a:prstGeom prst="roundRect">
              <a:avLst/>
            </a:prstGeom>
          </p:spPr>
          <p:style>
            <a:lnRef idx="2">
              <a:schemeClr val="accent4"/>
            </a:lnRef>
            <a:fillRef idx="1">
              <a:schemeClr val="lt1"/>
            </a:fillRef>
            <a:effectRef idx="0">
              <a:schemeClr val="accent4"/>
            </a:effectRef>
            <a:fontRef idx="minor">
              <a:schemeClr val="dk1"/>
            </a:fontRef>
          </p:style>
          <p:txBody>
            <a:bodyPr anchor="ctr"/>
            <a:lstStyle/>
            <a:p>
              <a:pPr algn="ctr" fontAlgn="auto">
                <a:spcBef>
                  <a:spcPts val="0"/>
                </a:spcBef>
                <a:spcAft>
                  <a:spcPts val="0"/>
                </a:spcAft>
                <a:defRPr/>
              </a:pPr>
              <a:endParaRPr lang="fr-FR"/>
            </a:p>
          </p:txBody>
        </p:sp>
        <p:sp>
          <p:nvSpPr>
            <p:cNvPr id="13" name="Organigramme : Disque magnétique 12"/>
            <p:cNvSpPr/>
            <p:nvPr>
              <p:custDataLst>
                <p:tags r:id="rId35"/>
              </p:custDataLst>
            </p:nvPr>
          </p:nvSpPr>
          <p:spPr>
            <a:xfrm>
              <a:off x="1156" y="709"/>
              <a:ext cx="340" cy="330"/>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fr-FR"/>
            </a:p>
          </p:txBody>
        </p:sp>
        <p:sp>
          <p:nvSpPr>
            <p:cNvPr id="14" name="Organigramme : Disque magnétique 13"/>
            <p:cNvSpPr/>
            <p:nvPr>
              <p:custDataLst>
                <p:tags r:id="rId36"/>
              </p:custDataLst>
            </p:nvPr>
          </p:nvSpPr>
          <p:spPr>
            <a:xfrm>
              <a:off x="1700" y="754"/>
              <a:ext cx="164" cy="174"/>
            </a:xfrm>
            <a:prstGeom prst="flowChartMagneticDisk">
              <a:avLst/>
            </a:prstGeom>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fontAlgn="auto">
                <a:spcBef>
                  <a:spcPts val="0"/>
                </a:spcBef>
                <a:spcAft>
                  <a:spcPts val="0"/>
                </a:spcAft>
                <a:defRPr/>
              </a:pPr>
              <a:endParaRPr lang="fr-FR"/>
            </a:p>
          </p:txBody>
        </p:sp>
        <p:sp>
          <p:nvSpPr>
            <p:cNvPr id="15" name="Organigramme : Disque magnétique 14"/>
            <p:cNvSpPr/>
            <p:nvPr>
              <p:custDataLst>
                <p:tags r:id="rId37"/>
              </p:custDataLst>
            </p:nvPr>
          </p:nvSpPr>
          <p:spPr>
            <a:xfrm>
              <a:off x="1746" y="799"/>
              <a:ext cx="163" cy="173"/>
            </a:xfrm>
            <a:prstGeom prst="flowChartMagneticDisk">
              <a:avLst/>
            </a:prstGeom>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fontAlgn="auto">
                <a:spcBef>
                  <a:spcPts val="0"/>
                </a:spcBef>
                <a:spcAft>
                  <a:spcPts val="0"/>
                </a:spcAft>
                <a:defRPr/>
              </a:pPr>
              <a:endParaRPr lang="fr-FR"/>
            </a:p>
          </p:txBody>
        </p:sp>
        <p:sp>
          <p:nvSpPr>
            <p:cNvPr id="16" name="Organigramme : Disque magnétique 15"/>
            <p:cNvSpPr/>
            <p:nvPr>
              <p:custDataLst>
                <p:tags r:id="rId38"/>
              </p:custDataLst>
            </p:nvPr>
          </p:nvSpPr>
          <p:spPr>
            <a:xfrm>
              <a:off x="1791" y="844"/>
              <a:ext cx="164" cy="173"/>
            </a:xfrm>
            <a:prstGeom prst="flowChartMagneticDisk">
              <a:avLst/>
            </a:prstGeom>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fontAlgn="auto">
                <a:spcBef>
                  <a:spcPts val="0"/>
                </a:spcBef>
                <a:spcAft>
                  <a:spcPts val="0"/>
                </a:spcAft>
                <a:defRPr/>
              </a:pPr>
              <a:endParaRPr lang="fr-FR"/>
            </a:p>
          </p:txBody>
        </p:sp>
        <p:sp>
          <p:nvSpPr>
            <p:cNvPr id="17" name="Organigramme : Disque magnétique 16"/>
            <p:cNvSpPr/>
            <p:nvPr>
              <p:custDataLst>
                <p:tags r:id="rId39"/>
              </p:custDataLst>
            </p:nvPr>
          </p:nvSpPr>
          <p:spPr>
            <a:xfrm>
              <a:off x="1836" y="890"/>
              <a:ext cx="164" cy="174"/>
            </a:xfrm>
            <a:prstGeom prst="flowChartMagneticDisk">
              <a:avLst/>
            </a:prstGeom>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fontAlgn="auto">
                <a:spcBef>
                  <a:spcPts val="0"/>
                </a:spcBef>
                <a:spcAft>
                  <a:spcPts val="0"/>
                </a:spcAft>
                <a:defRPr/>
              </a:pPr>
              <a:endParaRPr lang="fr-FR"/>
            </a:p>
          </p:txBody>
        </p:sp>
        <p:sp>
          <p:nvSpPr>
            <p:cNvPr id="362526" name="ZoneTexte 31"/>
            <p:cNvSpPr txBox="1">
              <a:spLocks noChangeArrowheads="1"/>
            </p:cNvSpPr>
            <p:nvPr>
              <p:custDataLst>
                <p:tags r:id="rId40"/>
              </p:custDataLst>
            </p:nvPr>
          </p:nvSpPr>
          <p:spPr bwMode="auto">
            <a:xfrm>
              <a:off x="1066" y="436"/>
              <a:ext cx="108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ctr"/>
              <a:r>
                <a:rPr lang="fr-FR" sz="1200" b="1">
                  <a:latin typeface="Calibri" pitchFamily="34" charset="0"/>
                </a:rPr>
                <a:t>PROJECT &amp; COUNTRIES DATA</a:t>
              </a:r>
              <a:r>
                <a:rPr lang="fr-FR" sz="1400"/>
                <a:t> </a:t>
              </a:r>
            </a:p>
          </p:txBody>
        </p:sp>
      </p:grpSp>
      <p:grpSp>
        <p:nvGrpSpPr>
          <p:cNvPr id="362527" name="Group 31"/>
          <p:cNvGrpSpPr>
            <a:grpSpLocks/>
          </p:cNvGrpSpPr>
          <p:nvPr>
            <p:custDataLst>
              <p:tags r:id="rId6"/>
            </p:custDataLst>
          </p:nvPr>
        </p:nvGrpSpPr>
        <p:grpSpPr bwMode="auto">
          <a:xfrm>
            <a:off x="-1588" y="692150"/>
            <a:ext cx="4429126" cy="4429125"/>
            <a:chOff x="-1" y="436"/>
            <a:chExt cx="2790" cy="2790"/>
          </a:xfrm>
        </p:grpSpPr>
        <p:sp>
          <p:nvSpPr>
            <p:cNvPr id="69" name="Plaque 68"/>
            <p:cNvSpPr/>
            <p:nvPr>
              <p:custDataLst>
                <p:tags r:id="rId23"/>
              </p:custDataLst>
            </p:nvPr>
          </p:nvSpPr>
          <p:spPr bwMode="auto">
            <a:xfrm>
              <a:off x="68" y="1525"/>
              <a:ext cx="2721" cy="635"/>
            </a:xfrm>
            <a:prstGeom prst="bevel">
              <a:avLst/>
            </a:prstGeom>
            <a:gradFill>
              <a:gsLst>
                <a:gs pos="0">
                  <a:srgbClr val="5E9EFF"/>
                </a:gs>
                <a:gs pos="39999">
                  <a:srgbClr val="85C2FF"/>
                </a:gs>
                <a:gs pos="70000">
                  <a:srgbClr val="C4D6EB"/>
                </a:gs>
                <a:gs pos="100000">
                  <a:srgbClr val="FFEBFA"/>
                </a:gs>
              </a:gsLst>
              <a:lin ang="5400000" scaled="0"/>
            </a:gradFill>
            <a:ln w="9525" cap="flat" cmpd="sng" algn="ctr">
              <a:noFill/>
              <a:prstDash val="solid"/>
              <a:round/>
              <a:headEnd type="none" w="med" len="med"/>
              <a:tailEnd type="none" w="med" len="med"/>
            </a:ln>
            <a:effectLst/>
          </p:spPr>
          <p:txBody>
            <a:bodyPr anchor="ctr"/>
            <a:lstStyle/>
            <a:p>
              <a:pPr algn="ctr">
                <a:defRPr/>
              </a:pPr>
              <a:r>
                <a:rPr lang="fr-FR" sz="3200" b="1" dirty="0" err="1">
                  <a:latin typeface="+mn-lt"/>
                  <a:cs typeface="+mn-cs"/>
                </a:rPr>
                <a:t>MSapp</a:t>
              </a:r>
              <a:endParaRPr lang="fr-FR" sz="1200" b="1" dirty="0">
                <a:latin typeface="+mn-lt"/>
                <a:cs typeface="+mn-cs"/>
              </a:endParaRPr>
            </a:p>
          </p:txBody>
        </p:sp>
        <p:sp>
          <p:nvSpPr>
            <p:cNvPr id="362529" name="Rectangle 2084"/>
            <p:cNvSpPr>
              <a:spLocks noChangeArrowheads="1"/>
            </p:cNvSpPr>
            <p:nvPr>
              <p:custDataLst>
                <p:tags r:id="rId24"/>
              </p:custDataLst>
            </p:nvPr>
          </p:nvSpPr>
          <p:spPr bwMode="auto">
            <a:xfrm>
              <a:off x="-1" y="2993"/>
              <a:ext cx="126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pPr algn="ctr"/>
              <a:r>
                <a:rPr lang="fr-FR" sz="1400" b="1">
                  <a:solidFill>
                    <a:srgbClr val="000000"/>
                  </a:solidFill>
                  <a:latin typeface="Tahoma" pitchFamily="34" charset="0"/>
                  <a:cs typeface="Tahoma" pitchFamily="34" charset="0"/>
                </a:rPr>
                <a:t>Recipe manager</a:t>
              </a:r>
            </a:p>
          </p:txBody>
        </p:sp>
        <p:grpSp>
          <p:nvGrpSpPr>
            <p:cNvPr id="362530" name="Groupe 88"/>
            <p:cNvGrpSpPr>
              <a:grpSpLocks noChangeAspect="1"/>
            </p:cNvGrpSpPr>
            <p:nvPr>
              <p:custDataLst>
                <p:tags r:id="rId25"/>
              </p:custDataLst>
            </p:nvPr>
          </p:nvGrpSpPr>
          <p:grpSpPr bwMode="auto">
            <a:xfrm>
              <a:off x="323" y="2625"/>
              <a:ext cx="621" cy="413"/>
              <a:chOff x="3571868" y="142852"/>
              <a:chExt cx="657316" cy="436421"/>
            </a:xfrm>
          </p:grpSpPr>
          <p:pic>
            <p:nvPicPr>
              <p:cNvPr id="362531" name="Picture 2"/>
              <p:cNvPicPr>
                <a:picLocks noChangeAspect="1" noChangeArrowheads="1"/>
              </p:cNvPicPr>
              <p:nvPr/>
            </p:nvPicPr>
            <p:blipFill>
              <a:blip r:embed="rId55">
                <a:extLst>
                  <a:ext uri="{28A0092B-C50C-407E-A947-70E740481C1C}">
                    <a14:useLocalDpi xmlns:a14="http://schemas.microsoft.com/office/drawing/2010/main" val="0"/>
                  </a:ext>
                </a:extLst>
              </a:blip>
              <a:srcRect/>
              <a:stretch>
                <a:fillRect/>
              </a:stretch>
            </p:blipFill>
            <p:spPr bwMode="auto">
              <a:xfrm>
                <a:off x="3571868" y="142852"/>
                <a:ext cx="473075" cy="3444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362532" name="Picture 2057"/>
              <p:cNvPicPr>
                <a:picLocks noChangeAspect="1" noChangeArrowheads="1"/>
              </p:cNvPicPr>
              <p:nvPr/>
            </p:nvPicPr>
            <p:blipFill>
              <a:blip r:embed="rId56">
                <a:extLst>
                  <a:ext uri="{28A0092B-C50C-407E-A947-70E740481C1C}">
                    <a14:useLocalDpi xmlns:a14="http://schemas.microsoft.com/office/drawing/2010/main" val="0"/>
                  </a:ext>
                </a:extLst>
              </a:blip>
              <a:srcRect/>
              <a:stretch>
                <a:fillRect/>
              </a:stretch>
            </p:blipFill>
            <p:spPr bwMode="auto">
              <a:xfrm>
                <a:off x="3857620" y="214290"/>
                <a:ext cx="371564" cy="364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 name="Rectangle à coins arrondis 5"/>
            <p:cNvSpPr>
              <a:spLocks noChangeArrowheads="1"/>
            </p:cNvSpPr>
            <p:nvPr>
              <p:custDataLst>
                <p:tags r:id="rId26"/>
              </p:custDataLst>
            </p:nvPr>
          </p:nvSpPr>
          <p:spPr bwMode="auto">
            <a:xfrm>
              <a:off x="2066" y="1620"/>
              <a:ext cx="628" cy="180"/>
            </a:xfrm>
            <a:prstGeom prst="roundRect">
              <a:avLst>
                <a:gd name="adj" fmla="val 16667"/>
              </a:avLst>
            </a:prstGeom>
            <a:gradFill flip="none" rotWithShape="1">
              <a:gsLst>
                <a:gs pos="100000">
                  <a:srgbClr val="000000"/>
                </a:gs>
                <a:gs pos="63000">
                  <a:srgbClr val="0A128C"/>
                </a:gs>
                <a:gs pos="0">
                  <a:srgbClr val="181CC7"/>
                </a:gs>
                <a:gs pos="15000">
                  <a:schemeClr val="bg1"/>
                </a:gs>
                <a:gs pos="0">
                  <a:schemeClr val="bg1"/>
                </a:gs>
              </a:gsLst>
              <a:path path="circle">
                <a:fillToRect l="100000" b="100000"/>
              </a:path>
              <a:tileRect t="-100000" r="-100000"/>
            </a:gradFill>
            <a:ln w="9525" algn="ctr">
              <a:noFill/>
              <a:round/>
              <a:headEnd/>
              <a:tailEnd/>
            </a:ln>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r>
                <a:rPr lang="fr-FR" sz="1400" b="1" smtClean="0">
                  <a:solidFill>
                    <a:schemeClr val="bg1"/>
                  </a:solidFill>
                </a:rPr>
                <a:t>Admin</a:t>
              </a:r>
            </a:p>
          </p:txBody>
        </p:sp>
        <p:grpSp>
          <p:nvGrpSpPr>
            <p:cNvPr id="362536" name="Groupe 42"/>
            <p:cNvGrpSpPr>
              <a:grpSpLocks/>
            </p:cNvGrpSpPr>
            <p:nvPr>
              <p:custDataLst>
                <p:tags r:id="rId27"/>
              </p:custDataLst>
            </p:nvPr>
          </p:nvGrpSpPr>
          <p:grpSpPr bwMode="auto">
            <a:xfrm rot="1771900">
              <a:off x="589" y="2114"/>
              <a:ext cx="182" cy="466"/>
              <a:chOff x="1113892" y="2401888"/>
              <a:chExt cx="288206" cy="739080"/>
            </a:xfrm>
          </p:grpSpPr>
          <p:sp>
            <p:nvSpPr>
              <p:cNvPr id="14352" name="AutoShape 2088"/>
              <p:cNvSpPr>
                <a:spLocks noChangeArrowheads="1"/>
              </p:cNvSpPr>
              <p:nvPr/>
            </p:nvSpPr>
            <p:spPr bwMode="auto">
              <a:xfrm rot="-5400000">
                <a:off x="989246" y="2518314"/>
                <a:ext cx="523383" cy="288206"/>
              </a:xfrm>
              <a:prstGeom prst="rightArrow">
                <a:avLst>
                  <a:gd name="adj1" fmla="val 50000"/>
                  <a:gd name="adj2" fmla="val 65520"/>
                </a:avLst>
              </a:prstGeom>
              <a:gradFill rotWithShape="0">
                <a:gsLst>
                  <a:gs pos="0">
                    <a:srgbClr val="000082"/>
                  </a:gs>
                  <a:gs pos="13000">
                    <a:srgbClr val="0047FF"/>
                  </a:gs>
                  <a:gs pos="28000">
                    <a:srgbClr val="000082"/>
                  </a:gs>
                  <a:gs pos="42999">
                    <a:srgbClr val="0047FF"/>
                  </a:gs>
                  <a:gs pos="58000">
                    <a:srgbClr val="000082"/>
                  </a:gs>
                  <a:gs pos="72000">
                    <a:srgbClr val="0047FF"/>
                  </a:gs>
                  <a:gs pos="87000">
                    <a:srgbClr val="000082"/>
                  </a:gs>
                  <a:gs pos="100000">
                    <a:srgbClr val="0047FF"/>
                  </a:gs>
                </a:gsLst>
                <a:lin ang="18900000"/>
              </a:gradFill>
              <a:ln>
                <a:noFill/>
              </a:ln>
              <a:effectLst>
                <a:outerShdw dist="28398" dir="3806097" algn="ctr" rotWithShape="0">
                  <a:srgbClr val="7F7F7F">
                    <a:alpha val="50000"/>
                  </a:srgbClr>
                </a:outerShdw>
              </a:effectLst>
              <a:extLst>
                <a:ext uri="{91240B29-F687-4F45-9708-019B960494DF}">
                  <a14:hiddenLine xmlns:a14="http://schemas.microsoft.com/office/drawing/2010/main" w="12700">
                    <a:solidFill>
                      <a:srgbClr val="000000"/>
                    </a:solidFill>
                    <a:miter lim="800000"/>
                    <a:headEnd/>
                    <a:tailEnd/>
                  </a14:hiddenLine>
                </a:ext>
              </a:extLst>
            </p:spPr>
            <p:txBody>
              <a:bodyPr vert="eaVert"/>
              <a:lstStyle/>
              <a:p>
                <a:pPr algn="r">
                  <a:defRPr/>
                </a:pPr>
                <a:endParaRPr lang="fr-FR" sz="2000">
                  <a:solidFill>
                    <a:srgbClr val="FFFFFF"/>
                  </a:solidFill>
                  <a:cs typeface="+mn-cs"/>
                </a:endParaRPr>
              </a:p>
            </p:txBody>
          </p:sp>
          <p:sp>
            <p:nvSpPr>
              <p:cNvPr id="42" name="AutoShape 2088"/>
              <p:cNvSpPr>
                <a:spLocks noChangeArrowheads="1"/>
              </p:cNvSpPr>
              <p:nvPr/>
            </p:nvSpPr>
            <p:spPr bwMode="auto">
              <a:xfrm rot="5400000">
                <a:off x="989816" y="2734908"/>
                <a:ext cx="523383" cy="288206"/>
              </a:xfrm>
              <a:prstGeom prst="rightArrow">
                <a:avLst>
                  <a:gd name="adj1" fmla="val 50000"/>
                  <a:gd name="adj2" fmla="val 65520"/>
                </a:avLst>
              </a:prstGeom>
              <a:gradFill rotWithShape="0">
                <a:gsLst>
                  <a:gs pos="0">
                    <a:srgbClr val="000082"/>
                  </a:gs>
                  <a:gs pos="13000">
                    <a:srgbClr val="0047FF"/>
                  </a:gs>
                  <a:gs pos="28000">
                    <a:srgbClr val="000082"/>
                  </a:gs>
                  <a:gs pos="42999">
                    <a:srgbClr val="0047FF"/>
                  </a:gs>
                  <a:gs pos="58000">
                    <a:srgbClr val="000082"/>
                  </a:gs>
                  <a:gs pos="72000">
                    <a:srgbClr val="0047FF"/>
                  </a:gs>
                  <a:gs pos="87000">
                    <a:srgbClr val="000082"/>
                  </a:gs>
                  <a:gs pos="100000">
                    <a:srgbClr val="0047FF"/>
                  </a:gs>
                </a:gsLst>
                <a:lin ang="18900000"/>
              </a:gradFill>
              <a:ln>
                <a:noFill/>
              </a:ln>
              <a:effectLst>
                <a:outerShdw dist="28398" dir="3806097" algn="ctr" rotWithShape="0">
                  <a:srgbClr val="7F7F7F">
                    <a:alpha val="50000"/>
                  </a:srgbClr>
                </a:outerShdw>
              </a:effectLst>
              <a:extLst>
                <a:ext uri="{91240B29-F687-4F45-9708-019B960494DF}">
                  <a14:hiddenLine xmlns:a14="http://schemas.microsoft.com/office/drawing/2010/main" w="12700">
                    <a:solidFill>
                      <a:srgbClr val="000000"/>
                    </a:solidFill>
                    <a:miter lim="800000"/>
                    <a:headEnd/>
                    <a:tailEnd/>
                  </a14:hiddenLine>
                </a:ext>
              </a:extLst>
            </p:spPr>
            <p:txBody>
              <a:bodyPr rot="10800000" vert="eaVert"/>
              <a:lstStyle/>
              <a:p>
                <a:pPr algn="r">
                  <a:defRPr/>
                </a:pPr>
                <a:endParaRPr lang="fr-FR" sz="2000">
                  <a:solidFill>
                    <a:srgbClr val="FFFFFF"/>
                  </a:solidFill>
                  <a:cs typeface="+mn-cs"/>
                </a:endParaRPr>
              </a:p>
            </p:txBody>
          </p:sp>
        </p:grpSp>
        <p:grpSp>
          <p:nvGrpSpPr>
            <p:cNvPr id="362539" name="Group 43"/>
            <p:cNvGrpSpPr>
              <a:grpSpLocks/>
            </p:cNvGrpSpPr>
            <p:nvPr>
              <p:custDataLst>
                <p:tags r:id="rId28"/>
              </p:custDataLst>
            </p:nvPr>
          </p:nvGrpSpPr>
          <p:grpSpPr bwMode="auto">
            <a:xfrm>
              <a:off x="0" y="436"/>
              <a:ext cx="816" cy="702"/>
              <a:chOff x="0" y="391"/>
              <a:chExt cx="816" cy="702"/>
            </a:xfrm>
          </p:grpSpPr>
          <p:sp>
            <p:nvSpPr>
              <p:cNvPr id="10" name="Rectangle à coins arrondis 9"/>
              <p:cNvSpPr/>
              <p:nvPr>
                <p:custDataLst>
                  <p:tags r:id="rId31"/>
                </p:custDataLst>
              </p:nvPr>
            </p:nvSpPr>
            <p:spPr>
              <a:xfrm>
                <a:off x="45" y="391"/>
                <a:ext cx="726" cy="702"/>
              </a:xfrm>
              <a:prstGeom prst="roundRect">
                <a:avLst/>
              </a:prstGeom>
            </p:spPr>
            <p:style>
              <a:lnRef idx="2">
                <a:schemeClr val="accent4"/>
              </a:lnRef>
              <a:fillRef idx="1">
                <a:schemeClr val="lt1"/>
              </a:fillRef>
              <a:effectRef idx="0">
                <a:schemeClr val="accent4"/>
              </a:effectRef>
              <a:fontRef idx="minor">
                <a:schemeClr val="dk1"/>
              </a:fontRef>
            </p:style>
            <p:txBody>
              <a:bodyPr/>
              <a:lstStyle/>
              <a:p>
                <a:pPr algn="ctr" fontAlgn="auto">
                  <a:spcBef>
                    <a:spcPts val="0"/>
                  </a:spcBef>
                  <a:spcAft>
                    <a:spcPts val="0"/>
                  </a:spcAft>
                  <a:defRPr/>
                </a:pPr>
                <a:endParaRPr lang="fr-FR" dirty="0"/>
              </a:p>
            </p:txBody>
          </p:sp>
          <p:sp>
            <p:nvSpPr>
              <p:cNvPr id="12" name="Organigramme : Disque magnétique 11"/>
              <p:cNvSpPr/>
              <p:nvPr>
                <p:custDataLst>
                  <p:tags r:id="rId32"/>
                </p:custDataLst>
              </p:nvPr>
            </p:nvSpPr>
            <p:spPr>
              <a:xfrm>
                <a:off x="204" y="754"/>
                <a:ext cx="381" cy="272"/>
              </a:xfrm>
              <a:prstGeom prst="flowChartMagneticDisk">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fontAlgn="auto">
                  <a:spcBef>
                    <a:spcPts val="0"/>
                  </a:spcBef>
                  <a:spcAft>
                    <a:spcPts val="0"/>
                  </a:spcAft>
                  <a:defRPr/>
                </a:pPr>
                <a:endParaRPr lang="fr-FR"/>
              </a:p>
            </p:txBody>
          </p:sp>
          <p:sp>
            <p:nvSpPr>
              <p:cNvPr id="362542" name="ZoneTexte 31"/>
              <p:cNvSpPr txBox="1">
                <a:spLocks noChangeArrowheads="1"/>
              </p:cNvSpPr>
              <p:nvPr>
                <p:custDataLst>
                  <p:tags r:id="rId33"/>
                </p:custDataLst>
              </p:nvPr>
            </p:nvSpPr>
            <p:spPr bwMode="auto">
              <a:xfrm>
                <a:off x="0" y="436"/>
                <a:ext cx="816"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ctr"/>
                <a:r>
                  <a:rPr lang="fr-FR" sz="1200" b="1">
                    <a:latin typeface="Calibri" pitchFamily="34" charset="0"/>
                  </a:rPr>
                  <a:t>STANDARDIZED LIBRARY DATA</a:t>
                </a:r>
                <a:r>
                  <a:rPr lang="fr-FR" sz="1400"/>
                  <a:t> </a:t>
                </a:r>
              </a:p>
            </p:txBody>
          </p:sp>
        </p:grpSp>
        <p:sp>
          <p:nvSpPr>
            <p:cNvPr id="14351" name="AutoShape 2088"/>
            <p:cNvSpPr>
              <a:spLocks noChangeArrowheads="1"/>
            </p:cNvSpPr>
            <p:nvPr>
              <p:custDataLst>
                <p:tags r:id="rId29"/>
              </p:custDataLst>
            </p:nvPr>
          </p:nvSpPr>
          <p:spPr bwMode="auto">
            <a:xfrm rot="2980450">
              <a:off x="612" y="1195"/>
              <a:ext cx="601" cy="226"/>
            </a:xfrm>
            <a:prstGeom prst="rightArrow">
              <a:avLst>
                <a:gd name="adj1" fmla="val 50000"/>
                <a:gd name="adj2" fmla="val 66482"/>
              </a:avLst>
            </a:prstGeom>
            <a:gradFill rotWithShape="0">
              <a:gsLst>
                <a:gs pos="0">
                  <a:srgbClr val="000082"/>
                </a:gs>
                <a:gs pos="13000">
                  <a:srgbClr val="0047FF"/>
                </a:gs>
                <a:gs pos="28000">
                  <a:srgbClr val="000082"/>
                </a:gs>
                <a:gs pos="42999">
                  <a:srgbClr val="0047FF"/>
                </a:gs>
                <a:gs pos="58000">
                  <a:srgbClr val="000082"/>
                </a:gs>
                <a:gs pos="72000">
                  <a:srgbClr val="0047FF"/>
                </a:gs>
                <a:gs pos="87000">
                  <a:srgbClr val="000082"/>
                </a:gs>
                <a:gs pos="100000">
                  <a:srgbClr val="0047FF"/>
                </a:gs>
              </a:gsLst>
              <a:lin ang="18900000"/>
            </a:gradFill>
            <a:ln w="12700">
              <a:solidFill>
                <a:srgbClr val="666666"/>
              </a:solidFill>
              <a:miter lim="800000"/>
              <a:headEnd/>
              <a:tailEnd/>
            </a:ln>
            <a:effectLst>
              <a:outerShdw dist="28398" dir="3806097" algn="ctr" rotWithShape="0">
                <a:srgbClr val="7F7F7F">
                  <a:alpha val="50000"/>
                </a:srgbClr>
              </a:outerShdw>
            </a:effectLst>
          </p:spPr>
          <p:txBody>
            <a:bodyPr rot="10800000" vert="eaVert"/>
            <a:lstStyle/>
            <a:p>
              <a:pPr algn="r">
                <a:defRPr/>
              </a:pPr>
              <a:endParaRPr lang="fr-FR" sz="2000">
                <a:solidFill>
                  <a:srgbClr val="FFFFFF"/>
                </a:solidFill>
                <a:cs typeface="+mn-cs"/>
              </a:endParaRPr>
            </a:p>
          </p:txBody>
        </p:sp>
        <p:sp>
          <p:nvSpPr>
            <p:cNvPr id="9" name="AutoShape 2088"/>
            <p:cNvSpPr>
              <a:spLocks noChangeArrowheads="1"/>
            </p:cNvSpPr>
            <p:nvPr>
              <p:custDataLst>
                <p:tags r:id="rId30"/>
              </p:custDataLst>
            </p:nvPr>
          </p:nvSpPr>
          <p:spPr bwMode="auto">
            <a:xfrm rot="7486528">
              <a:off x="1295" y="1219"/>
              <a:ext cx="511" cy="226"/>
            </a:xfrm>
            <a:prstGeom prst="rightArrow">
              <a:avLst>
                <a:gd name="adj1" fmla="val 50000"/>
                <a:gd name="adj2" fmla="val 56527"/>
              </a:avLst>
            </a:prstGeom>
            <a:gradFill rotWithShape="0">
              <a:gsLst>
                <a:gs pos="0">
                  <a:srgbClr val="000082"/>
                </a:gs>
                <a:gs pos="13000">
                  <a:srgbClr val="0047FF"/>
                </a:gs>
                <a:gs pos="28000">
                  <a:srgbClr val="000082"/>
                </a:gs>
                <a:gs pos="42999">
                  <a:srgbClr val="0047FF"/>
                </a:gs>
                <a:gs pos="58000">
                  <a:srgbClr val="000082"/>
                </a:gs>
                <a:gs pos="72000">
                  <a:srgbClr val="0047FF"/>
                </a:gs>
                <a:gs pos="87000">
                  <a:srgbClr val="000082"/>
                </a:gs>
                <a:gs pos="100000">
                  <a:srgbClr val="0047FF"/>
                </a:gs>
              </a:gsLst>
              <a:lin ang="18900000"/>
            </a:gradFill>
            <a:ln w="12700">
              <a:solidFill>
                <a:srgbClr val="666666"/>
              </a:solidFill>
              <a:miter lim="800000"/>
              <a:headEnd/>
              <a:tailEnd/>
            </a:ln>
            <a:effectLst>
              <a:outerShdw dist="28398" dir="3806097" algn="ctr" rotWithShape="0">
                <a:srgbClr val="7F7F7F">
                  <a:alpha val="50000"/>
                </a:srgbClr>
              </a:outerShdw>
            </a:effectLst>
          </p:spPr>
          <p:txBody>
            <a:bodyPr rot="10800000" vert="eaVert"/>
            <a:lstStyle/>
            <a:p>
              <a:pPr algn="r">
                <a:defRPr/>
              </a:pPr>
              <a:endParaRPr lang="fr-FR" sz="2000">
                <a:solidFill>
                  <a:srgbClr val="FFFFFF"/>
                </a:solidFill>
                <a:cs typeface="+mn-cs"/>
              </a:endParaRPr>
            </a:p>
          </p:txBody>
        </p:sp>
      </p:grpSp>
      <p:grpSp>
        <p:nvGrpSpPr>
          <p:cNvPr id="362545" name="Group 49"/>
          <p:cNvGrpSpPr>
            <a:grpSpLocks/>
          </p:cNvGrpSpPr>
          <p:nvPr>
            <p:custDataLst>
              <p:tags r:id="rId7"/>
            </p:custDataLst>
          </p:nvPr>
        </p:nvGrpSpPr>
        <p:grpSpPr bwMode="auto">
          <a:xfrm>
            <a:off x="5076825" y="2420938"/>
            <a:ext cx="3562350" cy="1008062"/>
            <a:chOff x="3198" y="1525"/>
            <a:chExt cx="2244" cy="635"/>
          </a:xfrm>
        </p:grpSpPr>
        <p:sp>
          <p:nvSpPr>
            <p:cNvPr id="70" name="Plaque 69"/>
            <p:cNvSpPr/>
            <p:nvPr>
              <p:custDataLst>
                <p:tags r:id="rId21"/>
              </p:custDataLst>
            </p:nvPr>
          </p:nvSpPr>
          <p:spPr bwMode="auto">
            <a:xfrm>
              <a:off x="3198" y="1525"/>
              <a:ext cx="2244" cy="635"/>
            </a:xfrm>
            <a:prstGeom prst="bevel">
              <a:avLst/>
            </a:prstGeom>
            <a:gradFill>
              <a:gsLst>
                <a:gs pos="0">
                  <a:srgbClr val="FBEAC7"/>
                </a:gs>
                <a:gs pos="17999">
                  <a:srgbClr val="FEE7F2"/>
                </a:gs>
                <a:gs pos="36000">
                  <a:srgbClr val="FAC77D"/>
                </a:gs>
                <a:gs pos="61000">
                  <a:srgbClr val="FBA97D"/>
                </a:gs>
                <a:gs pos="82001">
                  <a:srgbClr val="FBD49C"/>
                </a:gs>
                <a:gs pos="100000">
                  <a:srgbClr val="FEE7F2"/>
                </a:gs>
              </a:gsLst>
              <a:lin ang="5400000" scaled="0"/>
            </a:gradFill>
            <a:ln w="9525" cap="flat" cmpd="sng" algn="ctr">
              <a:noFill/>
              <a:prstDash val="solid"/>
              <a:round/>
              <a:headEnd type="none" w="med" len="med"/>
              <a:tailEnd type="none" w="med" len="med"/>
            </a:ln>
            <a:effectLst/>
          </p:spPr>
          <p:txBody>
            <a:bodyPr anchor="ctr"/>
            <a:lstStyle/>
            <a:p>
              <a:pPr algn="ctr">
                <a:defRPr/>
              </a:pPr>
              <a:r>
                <a:rPr lang="fr-FR" sz="3200" b="1" dirty="0" err="1">
                  <a:latin typeface="+mn-lt"/>
                  <a:cs typeface="+mn-cs"/>
                </a:rPr>
                <a:t>IMapp</a:t>
              </a:r>
              <a:endParaRPr lang="fr-FR" sz="3200" b="1" dirty="0">
                <a:latin typeface="+mn-lt"/>
                <a:cs typeface="+mn-cs"/>
              </a:endParaRPr>
            </a:p>
          </p:txBody>
        </p:sp>
        <p:sp>
          <p:nvSpPr>
            <p:cNvPr id="51" name="Rectangle à coins arrondis 5"/>
            <p:cNvSpPr>
              <a:spLocks noChangeArrowheads="1"/>
            </p:cNvSpPr>
            <p:nvPr>
              <p:custDataLst>
                <p:tags r:id="rId22"/>
              </p:custDataLst>
            </p:nvPr>
          </p:nvSpPr>
          <p:spPr bwMode="auto">
            <a:xfrm>
              <a:off x="4742" y="1620"/>
              <a:ext cx="628" cy="180"/>
            </a:xfrm>
            <a:prstGeom prst="roundRect">
              <a:avLst>
                <a:gd name="adj" fmla="val 16667"/>
              </a:avLst>
            </a:prstGeom>
            <a:gradFill flip="none" rotWithShape="1">
              <a:gsLst>
                <a:gs pos="100000">
                  <a:srgbClr val="000000"/>
                </a:gs>
                <a:gs pos="63000">
                  <a:srgbClr val="0A128C"/>
                </a:gs>
                <a:gs pos="0">
                  <a:srgbClr val="181CC7"/>
                </a:gs>
                <a:gs pos="15000">
                  <a:schemeClr val="bg1"/>
                </a:gs>
                <a:gs pos="0">
                  <a:schemeClr val="bg1"/>
                </a:gs>
              </a:gsLst>
              <a:path path="circle">
                <a:fillToRect l="100000" b="100000"/>
              </a:path>
              <a:tileRect t="-100000" r="-100000"/>
            </a:gradFill>
            <a:ln w="9525" algn="ctr">
              <a:noFill/>
              <a:round/>
              <a:headEnd/>
              <a:tailEnd/>
            </a:ln>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r>
                <a:rPr lang="fr-FR" sz="1400" b="1" smtClean="0">
                  <a:solidFill>
                    <a:schemeClr val="bg1"/>
                  </a:solidFill>
                </a:rPr>
                <a:t>Admin</a:t>
              </a:r>
            </a:p>
          </p:txBody>
        </p:sp>
      </p:grpSp>
      <p:grpSp>
        <p:nvGrpSpPr>
          <p:cNvPr id="366652" name="Group 60"/>
          <p:cNvGrpSpPr>
            <a:grpSpLocks/>
          </p:cNvGrpSpPr>
          <p:nvPr>
            <p:custDataLst>
              <p:tags r:id="rId8"/>
            </p:custDataLst>
          </p:nvPr>
        </p:nvGrpSpPr>
        <p:grpSpPr bwMode="auto">
          <a:xfrm>
            <a:off x="4643438" y="3429000"/>
            <a:ext cx="1731962" cy="2132013"/>
            <a:chOff x="2900" y="2172"/>
            <a:chExt cx="1091" cy="1343"/>
          </a:xfrm>
        </p:grpSpPr>
        <p:sp>
          <p:nvSpPr>
            <p:cNvPr id="362551" name="Rectangle 2089"/>
            <p:cNvSpPr>
              <a:spLocks noChangeArrowheads="1"/>
            </p:cNvSpPr>
            <p:nvPr>
              <p:custDataLst>
                <p:tags r:id="rId18"/>
              </p:custDataLst>
            </p:nvPr>
          </p:nvSpPr>
          <p:spPr bwMode="auto">
            <a:xfrm>
              <a:off x="2900" y="2580"/>
              <a:ext cx="100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pPr algn="ctr"/>
              <a:r>
                <a:rPr lang="fr-FR" sz="1400" b="1">
                  <a:solidFill>
                    <a:srgbClr val="FF6600"/>
                  </a:solidFill>
                  <a:latin typeface="Tahoma" pitchFamily="34" charset="0"/>
                  <a:cs typeface="Tahoma" pitchFamily="34" charset="0"/>
                </a:rPr>
                <a:t> Interviews (raw/modified)</a:t>
              </a:r>
            </a:p>
          </p:txBody>
        </p:sp>
        <p:sp>
          <p:nvSpPr>
            <p:cNvPr id="14348" name="AutoShape 2088"/>
            <p:cNvSpPr>
              <a:spLocks noChangeArrowheads="1"/>
            </p:cNvSpPr>
            <p:nvPr>
              <p:custDataLst>
                <p:tags r:id="rId19"/>
              </p:custDataLst>
            </p:nvPr>
          </p:nvSpPr>
          <p:spPr bwMode="auto">
            <a:xfrm rot="-24381064">
              <a:off x="2851" y="3040"/>
              <a:ext cx="708" cy="241"/>
            </a:xfrm>
            <a:prstGeom prst="rightArrow">
              <a:avLst>
                <a:gd name="adj1" fmla="val 50000"/>
                <a:gd name="adj2" fmla="val 73444"/>
              </a:avLst>
            </a:prstGeom>
            <a:gradFill rotWithShape="0">
              <a:gsLst>
                <a:gs pos="0">
                  <a:srgbClr val="9C9CDF"/>
                </a:gs>
                <a:gs pos="50000">
                  <a:srgbClr val="CCCCCC"/>
                </a:gs>
                <a:gs pos="100000">
                  <a:srgbClr val="666666"/>
                </a:gs>
              </a:gsLst>
              <a:lin ang="18900000" scaled="1"/>
            </a:gradFill>
            <a:ln w="12700">
              <a:solidFill>
                <a:srgbClr val="666666"/>
              </a:solidFill>
              <a:miter lim="800000"/>
              <a:headEnd/>
              <a:tailEnd/>
            </a:ln>
            <a:effectLst>
              <a:outerShdw dist="28398" dir="3806097" algn="ctr" rotWithShape="0">
                <a:srgbClr val="7F7F7F">
                  <a:alpha val="50000"/>
                </a:srgbClr>
              </a:outerShdw>
            </a:effectLst>
          </p:spPr>
          <p:txBody>
            <a:bodyPr vert="eaVert"/>
            <a:lstStyle/>
            <a:p>
              <a:pPr algn="r">
                <a:defRPr/>
              </a:pPr>
              <a:endParaRPr lang="fr-FR" sz="2000">
                <a:solidFill>
                  <a:srgbClr val="FFFFFF"/>
                </a:solidFill>
                <a:cs typeface="+mn-cs"/>
              </a:endParaRPr>
            </a:p>
          </p:txBody>
        </p:sp>
        <p:sp>
          <p:nvSpPr>
            <p:cNvPr id="18" name="AutoShape 2088"/>
            <p:cNvSpPr>
              <a:spLocks noChangeArrowheads="1"/>
            </p:cNvSpPr>
            <p:nvPr>
              <p:custDataLst>
                <p:tags r:id="rId20"/>
              </p:custDataLst>
            </p:nvPr>
          </p:nvSpPr>
          <p:spPr bwMode="auto">
            <a:xfrm rot="-24381064">
              <a:off x="3630" y="2297"/>
              <a:ext cx="482" cy="241"/>
            </a:xfrm>
            <a:prstGeom prst="rightArrow">
              <a:avLst>
                <a:gd name="adj1" fmla="val 50000"/>
                <a:gd name="adj2" fmla="val 50000"/>
              </a:avLst>
            </a:prstGeom>
            <a:gradFill rotWithShape="0">
              <a:gsLst>
                <a:gs pos="0">
                  <a:srgbClr val="9C9CDF"/>
                </a:gs>
                <a:gs pos="50000">
                  <a:srgbClr val="CCCCCC"/>
                </a:gs>
                <a:gs pos="100000">
                  <a:srgbClr val="666666"/>
                </a:gs>
              </a:gsLst>
              <a:lin ang="18900000" scaled="1"/>
            </a:gradFill>
            <a:ln w="12700">
              <a:solidFill>
                <a:srgbClr val="666666"/>
              </a:solidFill>
              <a:miter lim="800000"/>
              <a:headEnd/>
              <a:tailEnd/>
            </a:ln>
            <a:effectLst>
              <a:outerShdw dist="28398" dir="3806097" algn="ctr" rotWithShape="0">
                <a:srgbClr val="7F7F7F">
                  <a:alpha val="50000"/>
                </a:srgbClr>
              </a:outerShdw>
            </a:effectLst>
          </p:spPr>
          <p:txBody>
            <a:bodyPr vert="eaVert"/>
            <a:lstStyle/>
            <a:p>
              <a:pPr algn="r">
                <a:defRPr/>
              </a:pPr>
              <a:endParaRPr lang="fr-FR" sz="2000">
                <a:solidFill>
                  <a:srgbClr val="FFFFFF"/>
                </a:solidFill>
                <a:cs typeface="+mn-cs"/>
              </a:endParaRPr>
            </a:p>
          </p:txBody>
        </p:sp>
      </p:grpSp>
      <p:sp>
        <p:nvSpPr>
          <p:cNvPr id="362563" name="Text Box 67"/>
          <p:cNvSpPr txBox="1">
            <a:spLocks noChangeArrowheads="1"/>
          </p:cNvSpPr>
          <p:nvPr/>
        </p:nvSpPr>
        <p:spPr bwMode="auto">
          <a:xfrm>
            <a:off x="6227763" y="3240088"/>
            <a:ext cx="1717675" cy="37623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t>Notes handling</a:t>
            </a:r>
            <a:endParaRPr lang="en-GB"/>
          </a:p>
        </p:txBody>
      </p:sp>
      <p:grpSp>
        <p:nvGrpSpPr>
          <p:cNvPr id="362554" name="Group 58"/>
          <p:cNvGrpSpPr>
            <a:grpSpLocks/>
          </p:cNvGrpSpPr>
          <p:nvPr>
            <p:custDataLst>
              <p:tags r:id="rId9"/>
            </p:custDataLst>
          </p:nvPr>
        </p:nvGrpSpPr>
        <p:grpSpPr bwMode="auto">
          <a:xfrm>
            <a:off x="4427538" y="2565400"/>
            <a:ext cx="4716462" cy="4179888"/>
            <a:chOff x="2789" y="1616"/>
            <a:chExt cx="2971" cy="2633"/>
          </a:xfrm>
        </p:grpSpPr>
        <p:grpSp>
          <p:nvGrpSpPr>
            <p:cNvPr id="366646" name="Group 54"/>
            <p:cNvGrpSpPr>
              <a:grpSpLocks/>
            </p:cNvGrpSpPr>
            <p:nvPr>
              <p:custDataLst>
                <p:tags r:id="rId12"/>
              </p:custDataLst>
            </p:nvPr>
          </p:nvGrpSpPr>
          <p:grpSpPr bwMode="auto">
            <a:xfrm>
              <a:off x="2789" y="1616"/>
              <a:ext cx="2971" cy="2189"/>
              <a:chOff x="2789" y="1616"/>
              <a:chExt cx="2971" cy="2189"/>
            </a:xfrm>
          </p:grpSpPr>
          <p:sp>
            <p:nvSpPr>
              <p:cNvPr id="362556" name="Rectangle 2084"/>
              <p:cNvSpPr>
                <a:spLocks noChangeArrowheads="1"/>
              </p:cNvSpPr>
              <p:nvPr>
                <p:custDataLst>
                  <p:tags r:id="rId14"/>
                </p:custDataLst>
              </p:nvPr>
            </p:nvSpPr>
            <p:spPr bwMode="auto">
              <a:xfrm>
                <a:off x="4853" y="2943"/>
                <a:ext cx="907"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pPr algn="ctr"/>
                <a:r>
                  <a:rPr lang="en-US" sz="1400" i="1">
                    <a:solidFill>
                      <a:srgbClr val="003300"/>
                    </a:solidFill>
                    <a:latin typeface="Tahoma" pitchFamily="34" charset="0"/>
                    <a:cs typeface="Tahoma" pitchFamily="34" charset="0"/>
                  </a:rPr>
                  <a:t>Data Export </a:t>
                </a:r>
              </a:p>
              <a:p>
                <a:pPr algn="ctr"/>
                <a:r>
                  <a:rPr lang="en-US" sz="1400" i="1">
                    <a:solidFill>
                      <a:srgbClr val="003300"/>
                    </a:solidFill>
                    <a:latin typeface="Tahoma" pitchFamily="34" charset="0"/>
                    <a:cs typeface="Tahoma" pitchFamily="34" charset="0"/>
                  </a:rPr>
                  <a:t>for statistical analyses</a:t>
                </a:r>
                <a:endParaRPr lang="en-US" sz="1400" i="1">
                  <a:solidFill>
                    <a:srgbClr val="003300"/>
                  </a:solidFill>
                  <a:latin typeface="Tahoma" pitchFamily="34" charset="0"/>
                </a:endParaRPr>
              </a:p>
            </p:txBody>
          </p:sp>
          <p:grpSp>
            <p:nvGrpSpPr>
              <p:cNvPr id="362557" name="Group 56"/>
              <p:cNvGrpSpPr>
                <a:grpSpLocks/>
              </p:cNvGrpSpPr>
              <p:nvPr/>
            </p:nvGrpSpPr>
            <p:grpSpPr bwMode="auto">
              <a:xfrm>
                <a:off x="2789" y="1616"/>
                <a:ext cx="2724" cy="2189"/>
                <a:chOff x="2789" y="1616"/>
                <a:chExt cx="2724" cy="2189"/>
              </a:xfrm>
            </p:grpSpPr>
            <p:pic>
              <p:nvPicPr>
                <p:cNvPr id="362558" name="Picture 37"/>
                <p:cNvPicPr>
                  <a:picLocks noChangeAspect="1" noChangeArrowheads="1"/>
                </p:cNvPicPr>
                <p:nvPr>
                  <p:custDataLst>
                    <p:tags r:id="rId15"/>
                  </p:custDataLst>
                </p:nvPr>
              </p:nvPicPr>
              <p:blipFill>
                <a:blip r:embed="rId57">
                  <a:extLst>
                    <a:ext uri="{28A0092B-C50C-407E-A947-70E740481C1C}">
                      <a14:useLocalDpi xmlns:a14="http://schemas.microsoft.com/office/drawing/2010/main" val="0"/>
                    </a:ext>
                  </a:extLst>
                </a:blip>
                <a:srcRect/>
                <a:stretch>
                  <a:fillRect/>
                </a:stretch>
              </p:blipFill>
              <p:spPr bwMode="auto">
                <a:xfrm>
                  <a:off x="5099" y="3397"/>
                  <a:ext cx="414"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60" name="AutoShape 2088"/>
                <p:cNvSpPr>
                  <a:spLocks noChangeArrowheads="1"/>
                </p:cNvSpPr>
                <p:nvPr>
                  <p:custDataLst>
                    <p:tags r:id="rId16"/>
                  </p:custDataLst>
                </p:nvPr>
              </p:nvSpPr>
              <p:spPr bwMode="auto">
                <a:xfrm rot="5400000">
                  <a:off x="4981" y="2506"/>
                  <a:ext cx="649" cy="164"/>
                </a:xfrm>
                <a:prstGeom prst="rightArrow">
                  <a:avLst>
                    <a:gd name="adj1" fmla="val 50000"/>
                    <a:gd name="adj2" fmla="val 28159"/>
                  </a:avLst>
                </a:prstGeom>
                <a:gradFill rotWithShape="0">
                  <a:gsLst>
                    <a:gs pos="0">
                      <a:srgbClr val="006666"/>
                    </a:gs>
                    <a:gs pos="100000">
                      <a:srgbClr val="666666"/>
                    </a:gs>
                  </a:gsLst>
                  <a:lin ang="18900000" scaled="1"/>
                </a:gradFill>
                <a:ln w="12700">
                  <a:solidFill>
                    <a:srgbClr val="666666"/>
                  </a:solidFill>
                  <a:miter lim="800000"/>
                  <a:headEnd/>
                  <a:tailEnd/>
                </a:ln>
                <a:effectLst>
                  <a:outerShdw dist="28398" dir="3806097" algn="ctr" rotWithShape="0">
                    <a:srgbClr val="7F7F7F">
                      <a:alpha val="50000"/>
                    </a:srgbClr>
                  </a:outerShdw>
                </a:effectLst>
              </p:spPr>
              <p:txBody>
                <a:bodyPr rot="10800000" vert="eaVert"/>
                <a:lstStyle/>
                <a:p>
                  <a:pPr algn="r">
                    <a:defRPr/>
                  </a:pPr>
                  <a:endParaRPr lang="fr-FR" sz="2000">
                    <a:solidFill>
                      <a:srgbClr val="FFFFFF"/>
                    </a:solidFill>
                    <a:cs typeface="+mn-cs"/>
                  </a:endParaRPr>
                </a:p>
              </p:txBody>
            </p:sp>
            <p:sp>
              <p:nvSpPr>
                <p:cNvPr id="362560" name="Line 59"/>
                <p:cNvSpPr>
                  <a:spLocks noChangeShapeType="1"/>
                </p:cNvSpPr>
                <p:nvPr>
                  <p:custDataLst>
                    <p:tags r:id="rId17"/>
                  </p:custDataLst>
                </p:nvPr>
              </p:nvSpPr>
              <p:spPr bwMode="auto">
                <a:xfrm flipH="1">
                  <a:off x="2789" y="1616"/>
                  <a:ext cx="409" cy="0"/>
                </a:xfrm>
                <a:prstGeom prst="line">
                  <a:avLst/>
                </a:prstGeom>
                <a:noFill/>
                <a:ln w="762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sp>
          <p:nvSpPr>
            <p:cNvPr id="362561" name="Rectangle 65"/>
            <p:cNvSpPr>
              <a:spLocks noChangeArrowheads="1"/>
            </p:cNvSpPr>
            <p:nvPr>
              <p:custDataLst>
                <p:tags r:id="rId13"/>
              </p:custDataLst>
            </p:nvPr>
          </p:nvSpPr>
          <p:spPr bwMode="auto">
            <a:xfrm>
              <a:off x="3742" y="3475"/>
              <a:ext cx="1361" cy="77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180975" indent="-180975">
                <a:spcBef>
                  <a:spcPct val="20000"/>
                </a:spcBef>
                <a:buFontTx/>
                <a:buChar char="•"/>
              </a:pPr>
              <a:r>
                <a:rPr lang="en-GB" sz="1000" b="1"/>
                <a:t>Export the data in the universal CSV and XML formats for analysis in SAS, SPSS, R, Stata, </a:t>
              </a:r>
            </a:p>
            <a:p>
              <a:pPr marL="180975" indent="-180975">
                <a:spcBef>
                  <a:spcPct val="20000"/>
                </a:spcBef>
                <a:buFontTx/>
                <a:buChar char="•"/>
              </a:pPr>
              <a:r>
                <a:rPr lang="en-US" sz="1000" b="1"/>
                <a:t>Highly detailed data</a:t>
              </a:r>
            </a:p>
            <a:p>
              <a:pPr marL="180975" indent="-180975">
                <a:spcBef>
                  <a:spcPct val="20000"/>
                </a:spcBef>
                <a:buFontTx/>
                <a:buChar char="•"/>
              </a:pPr>
              <a:r>
                <a:rPr lang="en-US" sz="1000" b="1"/>
                <a:t>High quality data, cleaned and ready for analyses</a:t>
              </a:r>
              <a:endParaRPr lang="en-GB" sz="1000" b="1"/>
            </a:p>
          </p:txBody>
        </p:sp>
      </p:grpSp>
      <p:sp>
        <p:nvSpPr>
          <p:cNvPr id="362562" name="Text Box 2"/>
          <p:cNvSpPr>
            <a:spLocks noChangeArrowheads="1"/>
          </p:cNvSpPr>
          <p:nvPr>
            <p:custDataLst>
              <p:tags r:id="rId10"/>
            </p:custDataLst>
          </p:nvPr>
        </p:nvSpPr>
        <p:spPr bwMode="auto">
          <a:xfrm>
            <a:off x="-1588" y="-149225"/>
            <a:ext cx="914558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nchor="ctr"/>
          <a:lstStyle/>
          <a:p>
            <a:pPr algn="ctr" eaLnBrk="0" hangingPunct="0"/>
            <a:r>
              <a:rPr lang="en-GB" sz="4400" dirty="0">
                <a:solidFill>
                  <a:srgbClr val="0066FF"/>
                </a:solidFill>
              </a:rPr>
              <a:t>e-SMP: Dataflow</a:t>
            </a:r>
          </a:p>
        </p:txBody>
      </p:sp>
      <p:sp>
        <p:nvSpPr>
          <p:cNvPr id="362564" name="Rectangle 68"/>
          <p:cNvSpPr>
            <a:spLocks noChangeArrowheads="1"/>
          </p:cNvSpPr>
          <p:nvPr>
            <p:custDataLst>
              <p:tags r:id="rId11"/>
            </p:custDataLst>
          </p:nvPr>
        </p:nvSpPr>
        <p:spPr bwMode="auto">
          <a:xfrm>
            <a:off x="323850" y="1052513"/>
            <a:ext cx="5915025" cy="3024187"/>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nSpc>
                <a:spcPct val="90000"/>
              </a:lnSpc>
              <a:spcBef>
                <a:spcPct val="20000"/>
              </a:spcBef>
              <a:buFontTx/>
              <a:buChar char="•"/>
            </a:pPr>
            <a:r>
              <a:rPr lang="en-GB"/>
              <a:t>Data cleaning/upgrade based on the individual NOTE file (created during field work)</a:t>
            </a:r>
          </a:p>
          <a:p>
            <a:pPr marL="342900" indent="-342900">
              <a:lnSpc>
                <a:spcPct val="90000"/>
              </a:lnSpc>
              <a:spcBef>
                <a:spcPct val="20000"/>
              </a:spcBef>
              <a:buFontTx/>
              <a:buChar char="•"/>
            </a:pPr>
            <a:r>
              <a:rPr lang="en-GB"/>
              <a:t>Error corrections done in the Interview Manager or in EPIC-Soft</a:t>
            </a:r>
          </a:p>
          <a:p>
            <a:pPr marL="742950" lvl="1" indent="-285750">
              <a:lnSpc>
                <a:spcPct val="90000"/>
              </a:lnSpc>
              <a:spcBef>
                <a:spcPct val="20000"/>
              </a:spcBef>
              <a:buFontTx/>
              <a:buChar char="–"/>
            </a:pPr>
            <a:r>
              <a:rPr lang="en-GB"/>
              <a:t>Updates of </a:t>
            </a:r>
            <a:r>
              <a:rPr lang="en-GB" b="1"/>
              <a:t>interviews</a:t>
            </a:r>
            <a:r>
              <a:rPr lang="en-GB"/>
              <a:t> are performed in (upgraded versions of) EPIC-Soft to benefit from the business logic implemented in EPIC-Soft</a:t>
            </a:r>
          </a:p>
          <a:p>
            <a:pPr marL="742950" lvl="1" indent="-285750">
              <a:lnSpc>
                <a:spcPct val="90000"/>
              </a:lnSpc>
              <a:spcBef>
                <a:spcPct val="20000"/>
              </a:spcBef>
              <a:buFontTx/>
              <a:buChar char="–"/>
            </a:pPr>
            <a:r>
              <a:rPr lang="en-GB"/>
              <a:t>Updates of </a:t>
            </a:r>
            <a:r>
              <a:rPr lang="en-GB" b="1"/>
              <a:t>subjects</a:t>
            </a:r>
            <a:r>
              <a:rPr lang="en-GB"/>
              <a:t> are performed directly in Interview Manager</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66595"/>
                                        </p:tgtEl>
                                        <p:attrNameLst>
                                          <p:attrName>style.visibility</p:attrName>
                                        </p:attrNameLst>
                                      </p:cBhvr>
                                      <p:to>
                                        <p:strVal val="visible"/>
                                      </p:to>
                                    </p:set>
                                    <p:anim calcmode="lin" valueType="num">
                                      <p:cBhvr additive="base">
                                        <p:cTn id="7" dur="500" fill="hold"/>
                                        <p:tgtEl>
                                          <p:spTgt spid="366595"/>
                                        </p:tgtEl>
                                        <p:attrNameLst>
                                          <p:attrName>ppt_x</p:attrName>
                                        </p:attrNameLst>
                                      </p:cBhvr>
                                      <p:tavLst>
                                        <p:tav tm="0">
                                          <p:val>
                                            <p:strVal val="#ppt_x"/>
                                          </p:val>
                                        </p:tav>
                                        <p:tav tm="100000">
                                          <p:val>
                                            <p:strVal val="#ppt_x"/>
                                          </p:val>
                                        </p:tav>
                                      </p:tavLst>
                                    </p:anim>
                                    <p:anim calcmode="lin" valueType="num">
                                      <p:cBhvr additive="base">
                                        <p:cTn id="8" dur="500" fill="hold"/>
                                        <p:tgtEl>
                                          <p:spTgt spid="36659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66607"/>
                                        </p:tgtEl>
                                        <p:attrNameLst>
                                          <p:attrName>style.visibility</p:attrName>
                                        </p:attrNameLst>
                                      </p:cBhvr>
                                      <p:to>
                                        <p:strVal val="visible"/>
                                      </p:to>
                                    </p:set>
                                    <p:anim calcmode="lin" valueType="num">
                                      <p:cBhvr additive="base">
                                        <p:cTn id="13" dur="500" fill="hold"/>
                                        <p:tgtEl>
                                          <p:spTgt spid="366607"/>
                                        </p:tgtEl>
                                        <p:attrNameLst>
                                          <p:attrName>ppt_x</p:attrName>
                                        </p:attrNameLst>
                                      </p:cBhvr>
                                      <p:tavLst>
                                        <p:tav tm="0">
                                          <p:val>
                                            <p:strVal val="#ppt_x"/>
                                          </p:val>
                                        </p:tav>
                                        <p:tav tm="100000">
                                          <p:val>
                                            <p:strVal val="#ppt_x"/>
                                          </p:val>
                                        </p:tav>
                                      </p:tavLst>
                                    </p:anim>
                                    <p:anim calcmode="lin" valueType="num">
                                      <p:cBhvr additive="base">
                                        <p:cTn id="14" dur="500" fill="hold"/>
                                        <p:tgtEl>
                                          <p:spTgt spid="36660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66611"/>
                                        </p:tgtEl>
                                        <p:attrNameLst>
                                          <p:attrName>style.visibility</p:attrName>
                                        </p:attrNameLst>
                                      </p:cBhvr>
                                      <p:to>
                                        <p:strVal val="visible"/>
                                      </p:to>
                                    </p:set>
                                    <p:anim calcmode="lin" valueType="num">
                                      <p:cBhvr additive="base">
                                        <p:cTn id="19" dur="500" fill="hold"/>
                                        <p:tgtEl>
                                          <p:spTgt spid="366611"/>
                                        </p:tgtEl>
                                        <p:attrNameLst>
                                          <p:attrName>ppt_x</p:attrName>
                                        </p:attrNameLst>
                                      </p:cBhvr>
                                      <p:tavLst>
                                        <p:tav tm="0">
                                          <p:val>
                                            <p:strVal val="#ppt_x"/>
                                          </p:val>
                                        </p:tav>
                                        <p:tav tm="100000">
                                          <p:val>
                                            <p:strVal val="#ppt_x"/>
                                          </p:val>
                                        </p:tav>
                                      </p:tavLst>
                                    </p:anim>
                                    <p:anim calcmode="lin" valueType="num">
                                      <p:cBhvr additive="base">
                                        <p:cTn id="20" dur="500" fill="hold"/>
                                        <p:tgtEl>
                                          <p:spTgt spid="366611"/>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66652"/>
                                        </p:tgtEl>
                                        <p:attrNameLst>
                                          <p:attrName>style.visibility</p:attrName>
                                        </p:attrNameLst>
                                      </p:cBhvr>
                                      <p:to>
                                        <p:strVal val="visible"/>
                                      </p:to>
                                    </p:set>
                                    <p:anim calcmode="lin" valueType="num">
                                      <p:cBhvr additive="base">
                                        <p:cTn id="25" dur="500" fill="hold"/>
                                        <p:tgtEl>
                                          <p:spTgt spid="366652"/>
                                        </p:tgtEl>
                                        <p:attrNameLst>
                                          <p:attrName>ppt_x</p:attrName>
                                        </p:attrNameLst>
                                      </p:cBhvr>
                                      <p:tavLst>
                                        <p:tav tm="0">
                                          <p:val>
                                            <p:strVal val="#ppt_x"/>
                                          </p:val>
                                        </p:tav>
                                        <p:tav tm="100000">
                                          <p:val>
                                            <p:strVal val="#ppt_x"/>
                                          </p:val>
                                        </p:tav>
                                      </p:tavLst>
                                    </p:anim>
                                    <p:anim calcmode="lin" valueType="num">
                                      <p:cBhvr additive="base">
                                        <p:cTn id="26" dur="500" fill="hold"/>
                                        <p:tgtEl>
                                          <p:spTgt spid="366652"/>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62564"/>
                                        </p:tgtEl>
                                        <p:attrNameLst>
                                          <p:attrName>style.visibility</p:attrName>
                                        </p:attrNameLst>
                                      </p:cBhvr>
                                      <p:to>
                                        <p:strVal val="visible"/>
                                      </p:to>
                                    </p:set>
                                    <p:anim calcmode="lin" valueType="num">
                                      <p:cBhvr additive="base">
                                        <p:cTn id="31" dur="500" fill="hold"/>
                                        <p:tgtEl>
                                          <p:spTgt spid="362564"/>
                                        </p:tgtEl>
                                        <p:attrNameLst>
                                          <p:attrName>ppt_x</p:attrName>
                                        </p:attrNameLst>
                                      </p:cBhvr>
                                      <p:tavLst>
                                        <p:tav tm="0">
                                          <p:val>
                                            <p:strVal val="#ppt_x"/>
                                          </p:val>
                                        </p:tav>
                                        <p:tav tm="100000">
                                          <p:val>
                                            <p:strVal val="#ppt_x"/>
                                          </p:val>
                                        </p:tav>
                                      </p:tavLst>
                                    </p:anim>
                                    <p:anim calcmode="lin" valueType="num">
                                      <p:cBhvr additive="base">
                                        <p:cTn id="32" dur="500" fill="hold"/>
                                        <p:tgtEl>
                                          <p:spTgt spid="362564"/>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xit" presetSubtype="0" fill="hold" grpId="1" nodeType="clickEffect">
                                  <p:stCondLst>
                                    <p:cond delay="0"/>
                                  </p:stCondLst>
                                  <p:childTnLst>
                                    <p:animEffect transition="out" filter="fade">
                                      <p:cBhvr>
                                        <p:cTn id="36" dur="1000"/>
                                        <p:tgtEl>
                                          <p:spTgt spid="362564"/>
                                        </p:tgtEl>
                                      </p:cBhvr>
                                    </p:animEffect>
                                    <p:set>
                                      <p:cBhvr>
                                        <p:cTn id="37" dur="1" fill="hold">
                                          <p:stCondLst>
                                            <p:cond delay="999"/>
                                          </p:stCondLst>
                                        </p:cTn>
                                        <p:tgtEl>
                                          <p:spTgt spid="362564"/>
                                        </p:tgtEl>
                                        <p:attrNameLst>
                                          <p:attrName>style.visibility</p:attrName>
                                        </p:attrNameLst>
                                      </p:cBhvr>
                                      <p:to>
                                        <p:strVal val="hidden"/>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2" fill="hold" nodeType="clickEffect">
                                  <p:stCondLst>
                                    <p:cond delay="0"/>
                                  </p:stCondLst>
                                  <p:childTnLst>
                                    <p:set>
                                      <p:cBhvr>
                                        <p:cTn id="41" dur="1" fill="hold">
                                          <p:stCondLst>
                                            <p:cond delay="0"/>
                                          </p:stCondLst>
                                        </p:cTn>
                                        <p:tgtEl>
                                          <p:spTgt spid="362554"/>
                                        </p:tgtEl>
                                        <p:attrNameLst>
                                          <p:attrName>style.visibility</p:attrName>
                                        </p:attrNameLst>
                                      </p:cBhvr>
                                      <p:to>
                                        <p:strVal val="visible"/>
                                      </p:to>
                                    </p:set>
                                    <p:anim calcmode="lin" valueType="num">
                                      <p:cBhvr additive="base">
                                        <p:cTn id="42" dur="500" fill="hold"/>
                                        <p:tgtEl>
                                          <p:spTgt spid="362554"/>
                                        </p:tgtEl>
                                        <p:attrNameLst>
                                          <p:attrName>ppt_x</p:attrName>
                                        </p:attrNameLst>
                                      </p:cBhvr>
                                      <p:tavLst>
                                        <p:tav tm="0">
                                          <p:val>
                                            <p:strVal val="1+#ppt_w/2"/>
                                          </p:val>
                                        </p:tav>
                                        <p:tav tm="100000">
                                          <p:val>
                                            <p:strVal val="#ppt_x"/>
                                          </p:val>
                                        </p:tav>
                                      </p:tavLst>
                                    </p:anim>
                                    <p:anim calcmode="lin" valueType="num">
                                      <p:cBhvr additive="base">
                                        <p:cTn id="43" dur="500" fill="hold"/>
                                        <p:tgtEl>
                                          <p:spTgt spid="3625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564" grpId="0" animBg="1"/>
      <p:bldP spid="362564"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0515" name="Picture 3"/>
          <p:cNvPicPr>
            <a:picLocks noChangeAspect="1" noChangeArrowheads="1"/>
          </p:cNvPicPr>
          <p:nvPr>
            <p:custDataLst>
              <p:tags r:id="rId2"/>
            </p:custDataLst>
          </p:nvPr>
        </p:nvPicPr>
        <p:blipFill>
          <a:blip r:embed="rId5">
            <a:extLst>
              <a:ext uri="{28A0092B-C50C-407E-A947-70E740481C1C}">
                <a14:useLocalDpi xmlns:a14="http://schemas.microsoft.com/office/drawing/2010/main" val="0"/>
              </a:ext>
            </a:extLst>
          </a:blip>
          <a:srcRect/>
          <a:stretch>
            <a:fillRect/>
          </a:stretch>
        </p:blipFill>
        <p:spPr bwMode="auto">
          <a:xfrm>
            <a:off x="0" y="765175"/>
            <a:ext cx="8928100" cy="430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0516" name="Text Box 2"/>
          <p:cNvSpPr>
            <a:spLocks noChangeArrowheads="1"/>
          </p:cNvSpPr>
          <p:nvPr>
            <p:custDataLst>
              <p:tags r:id="rId3"/>
            </p:custDataLst>
          </p:nvPr>
        </p:nvSpPr>
        <p:spPr bwMode="auto">
          <a:xfrm>
            <a:off x="0" y="-26988"/>
            <a:ext cx="9144000" cy="914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nchor="ctr"/>
          <a:lstStyle/>
          <a:p>
            <a:pPr algn="ctr" eaLnBrk="0" hangingPunct="0"/>
            <a:r>
              <a:rPr lang="en-GB" sz="4400" dirty="0">
                <a:solidFill>
                  <a:srgbClr val="0066FF"/>
                </a:solidFill>
              </a:rPr>
              <a:t>e-SMP: A robust infrastructure  </a:t>
            </a:r>
          </a:p>
        </p:txBody>
      </p:sp>
      <p:sp>
        <p:nvSpPr>
          <p:cNvPr id="320517" name="Rectangle 5"/>
          <p:cNvSpPr>
            <a:spLocks noChangeArrowheads="1"/>
          </p:cNvSpPr>
          <p:nvPr/>
        </p:nvSpPr>
        <p:spPr bwMode="auto">
          <a:xfrm>
            <a:off x="323850" y="5262563"/>
            <a:ext cx="8424863"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FontTx/>
              <a:buChar char="•"/>
            </a:pPr>
            <a:r>
              <a:rPr lang="fr-FR"/>
              <a:t> </a:t>
            </a:r>
            <a:r>
              <a:rPr lang="fr-FR" b="1" i="1"/>
              <a:t>Compliance with the best practices in design, coding and architecture</a:t>
            </a:r>
          </a:p>
          <a:p>
            <a:pPr>
              <a:buFontTx/>
              <a:buChar char="•"/>
            </a:pPr>
            <a:r>
              <a:rPr lang="fr-FR" b="1" i="1"/>
              <a:t> Robust, flexible and evolutive technology to adapt to heavy (IARC site) or light deployment (decentralised sites)</a:t>
            </a:r>
          </a:p>
          <a:p>
            <a:pPr>
              <a:buFontTx/>
              <a:buChar char="•"/>
            </a:pPr>
            <a:r>
              <a:rPr lang="en-US" b="1" i="1"/>
              <a:t> User-friendly interface, the more ergonomic and intuitive function</a:t>
            </a:r>
          </a:p>
        </p:txBody>
      </p:sp>
    </p:spTree>
    <p:custDataLst>
      <p:tags r:id="rId1"/>
    </p:custDataLst>
    <p:extLst>
      <p:ext uri="{BB962C8B-B14F-4D97-AF65-F5344CB8AC3E}">
        <p14:creationId xmlns:p14="http://schemas.microsoft.com/office/powerpoint/2010/main" val="36166056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ChangeArrowheads="1"/>
          </p:cNvSpPr>
          <p:nvPr>
            <p:ph type="title"/>
            <p:custDataLst>
              <p:tags r:id="rId2"/>
            </p:custDataLst>
          </p:nvPr>
        </p:nvSpPr>
        <p:spPr>
          <a:xfrm>
            <a:off x="0" y="-171450"/>
            <a:ext cx="9144000" cy="1143000"/>
          </a:xfrm>
        </p:spPr>
        <p:txBody>
          <a:bodyPr/>
          <a:lstStyle/>
          <a:p>
            <a:r>
              <a:rPr lang="en-GB" dirty="0">
                <a:solidFill>
                  <a:srgbClr val="0066FF"/>
                </a:solidFill>
              </a:rPr>
              <a:t>e-SMP: </a:t>
            </a:r>
            <a:r>
              <a:rPr lang="en-US" dirty="0">
                <a:solidFill>
                  <a:srgbClr val="0066FF"/>
                </a:solidFill>
              </a:rPr>
              <a:t>Collaborative framework</a:t>
            </a:r>
            <a:endParaRPr lang="en-GB" dirty="0">
              <a:solidFill>
                <a:srgbClr val="0066FF"/>
              </a:solidFill>
            </a:endParaRPr>
          </a:p>
        </p:txBody>
      </p:sp>
      <p:sp>
        <p:nvSpPr>
          <p:cNvPr id="344067" name="Rectangle 3"/>
          <p:cNvSpPr>
            <a:spLocks noGrp="1" noChangeArrowheads="1"/>
          </p:cNvSpPr>
          <p:nvPr>
            <p:ph type="body" idx="1"/>
            <p:custDataLst>
              <p:tags r:id="rId3"/>
            </p:custDataLst>
          </p:nvPr>
        </p:nvSpPr>
        <p:spPr>
          <a:xfrm>
            <a:off x="323850" y="980728"/>
            <a:ext cx="3671888" cy="5692775"/>
          </a:xfrm>
        </p:spPr>
        <p:txBody>
          <a:bodyPr/>
          <a:lstStyle/>
          <a:p>
            <a:pPr>
              <a:lnSpc>
                <a:spcPct val="80000"/>
              </a:lnSpc>
            </a:pPr>
            <a:r>
              <a:rPr lang="en-US" sz="1600" b="1" dirty="0">
                <a:solidFill>
                  <a:srgbClr val="000000"/>
                </a:solidFill>
              </a:rPr>
              <a:t>USER specific profiles </a:t>
            </a:r>
            <a:r>
              <a:rPr lang="en-US" sz="1600" dirty="0">
                <a:solidFill>
                  <a:srgbClr val="000000"/>
                </a:solidFill>
              </a:rPr>
              <a:t>(roles and access rights on e-SMP)</a:t>
            </a:r>
          </a:p>
          <a:p>
            <a:pPr>
              <a:lnSpc>
                <a:spcPct val="80000"/>
              </a:lnSpc>
            </a:pPr>
            <a:endParaRPr lang="en-GB" sz="1600" dirty="0">
              <a:solidFill>
                <a:srgbClr val="000000"/>
              </a:solidFill>
            </a:endParaRPr>
          </a:p>
          <a:p>
            <a:pPr>
              <a:lnSpc>
                <a:spcPct val="80000"/>
              </a:lnSpc>
            </a:pPr>
            <a:r>
              <a:rPr lang="en-GB" sz="1600" b="1" dirty="0">
                <a:solidFill>
                  <a:srgbClr val="000000"/>
                </a:solidFill>
              </a:rPr>
              <a:t>DATA status</a:t>
            </a:r>
            <a:r>
              <a:rPr lang="en-GB" sz="1600" dirty="0">
                <a:solidFill>
                  <a:srgbClr val="000000"/>
                </a:solidFill>
              </a:rPr>
              <a:t> (“In Process”; “To be approved”, “To be reviewed”, “Validated” </a:t>
            </a:r>
          </a:p>
          <a:p>
            <a:pPr>
              <a:lnSpc>
                <a:spcPct val="80000"/>
              </a:lnSpc>
            </a:pPr>
            <a:endParaRPr lang="en-US" sz="1600" dirty="0">
              <a:solidFill>
                <a:srgbClr val="000000"/>
              </a:solidFill>
            </a:endParaRPr>
          </a:p>
          <a:p>
            <a:pPr>
              <a:lnSpc>
                <a:spcPct val="80000"/>
              </a:lnSpc>
            </a:pPr>
            <a:r>
              <a:rPr lang="en-US" sz="1600" b="1" dirty="0">
                <a:solidFill>
                  <a:srgbClr val="000000"/>
                </a:solidFill>
              </a:rPr>
              <a:t>DATA mode</a:t>
            </a:r>
            <a:r>
              <a:rPr lang="en-US" sz="1600" dirty="0">
                <a:solidFill>
                  <a:srgbClr val="000000"/>
                </a:solidFill>
              </a:rPr>
              <a:t>:</a:t>
            </a:r>
          </a:p>
          <a:p>
            <a:pPr lvl="1">
              <a:lnSpc>
                <a:spcPct val="80000"/>
              </a:lnSpc>
            </a:pPr>
            <a:r>
              <a:rPr lang="en-US" sz="1400" b="1" dirty="0">
                <a:solidFill>
                  <a:srgbClr val="000000"/>
                </a:solidFill>
              </a:rPr>
              <a:t>New:</a:t>
            </a:r>
            <a:r>
              <a:rPr lang="en-US" sz="1400" dirty="0">
                <a:solidFill>
                  <a:srgbClr val="000000"/>
                </a:solidFill>
              </a:rPr>
              <a:t> data not used in the field yet</a:t>
            </a:r>
          </a:p>
          <a:p>
            <a:pPr lvl="1">
              <a:lnSpc>
                <a:spcPct val="80000"/>
              </a:lnSpc>
            </a:pPr>
            <a:r>
              <a:rPr lang="en-US" sz="1400" b="1" dirty="0">
                <a:solidFill>
                  <a:srgbClr val="000000"/>
                </a:solidFill>
              </a:rPr>
              <a:t>In Use:</a:t>
            </a:r>
            <a:r>
              <a:rPr lang="en-US" sz="1400" dirty="0">
                <a:solidFill>
                  <a:srgbClr val="000000"/>
                </a:solidFill>
              </a:rPr>
              <a:t> data already disseminated</a:t>
            </a:r>
          </a:p>
          <a:p>
            <a:pPr lvl="1">
              <a:lnSpc>
                <a:spcPct val="80000"/>
              </a:lnSpc>
            </a:pPr>
            <a:r>
              <a:rPr lang="en-US" sz="1400" b="1" dirty="0">
                <a:solidFill>
                  <a:srgbClr val="000000"/>
                </a:solidFill>
              </a:rPr>
              <a:t>Archived:</a:t>
            </a:r>
            <a:r>
              <a:rPr lang="en-US" sz="1400" dirty="0">
                <a:solidFill>
                  <a:srgbClr val="000000"/>
                </a:solidFill>
              </a:rPr>
              <a:t> data disseminated but no longer proposed in the field</a:t>
            </a:r>
            <a:endParaRPr lang="en-GB" sz="1400" dirty="0">
              <a:solidFill>
                <a:srgbClr val="000000"/>
              </a:solidFill>
            </a:endParaRPr>
          </a:p>
          <a:p>
            <a:pPr>
              <a:lnSpc>
                <a:spcPct val="80000"/>
              </a:lnSpc>
            </a:pPr>
            <a:endParaRPr lang="en-GB" sz="1600" dirty="0">
              <a:solidFill>
                <a:srgbClr val="000000"/>
              </a:solidFill>
            </a:endParaRPr>
          </a:p>
          <a:p>
            <a:pPr>
              <a:lnSpc>
                <a:spcPct val="80000"/>
              </a:lnSpc>
            </a:pPr>
            <a:r>
              <a:rPr lang="en-GB" sz="1600" b="1" dirty="0">
                <a:solidFill>
                  <a:srgbClr val="000000"/>
                </a:solidFill>
              </a:rPr>
              <a:t>DATA tracing:</a:t>
            </a:r>
          </a:p>
          <a:p>
            <a:pPr lvl="1">
              <a:lnSpc>
                <a:spcPct val="80000"/>
              </a:lnSpc>
            </a:pPr>
            <a:r>
              <a:rPr lang="en-US" sz="1400" b="1" dirty="0">
                <a:solidFill>
                  <a:srgbClr val="000000"/>
                </a:solidFill>
              </a:rPr>
              <a:t>Who?</a:t>
            </a:r>
          </a:p>
          <a:p>
            <a:pPr lvl="1">
              <a:lnSpc>
                <a:spcPct val="80000"/>
              </a:lnSpc>
            </a:pPr>
            <a:r>
              <a:rPr lang="en-US" sz="1400" b="1" dirty="0">
                <a:solidFill>
                  <a:srgbClr val="000000"/>
                </a:solidFill>
              </a:rPr>
              <a:t>When?</a:t>
            </a:r>
          </a:p>
          <a:p>
            <a:pPr lvl="1">
              <a:lnSpc>
                <a:spcPct val="80000"/>
              </a:lnSpc>
            </a:pPr>
            <a:r>
              <a:rPr lang="en-US" sz="1400" b="1" dirty="0">
                <a:solidFill>
                  <a:srgbClr val="000000"/>
                </a:solidFill>
              </a:rPr>
              <a:t>Backup</a:t>
            </a:r>
            <a:r>
              <a:rPr lang="en-US" sz="1400" dirty="0">
                <a:solidFill>
                  <a:srgbClr val="000000"/>
                </a:solidFill>
              </a:rPr>
              <a:t> validated data before modification</a:t>
            </a:r>
          </a:p>
          <a:p>
            <a:pPr lvl="1">
              <a:lnSpc>
                <a:spcPct val="80000"/>
              </a:lnSpc>
            </a:pPr>
            <a:endParaRPr lang="en-GB" sz="1400" dirty="0">
              <a:solidFill>
                <a:srgbClr val="000000"/>
              </a:solidFill>
            </a:endParaRPr>
          </a:p>
          <a:p>
            <a:pPr>
              <a:lnSpc>
                <a:spcPct val="80000"/>
              </a:lnSpc>
            </a:pPr>
            <a:r>
              <a:rPr lang="en-GB" sz="1600" b="1" dirty="0">
                <a:solidFill>
                  <a:srgbClr val="000000"/>
                </a:solidFill>
              </a:rPr>
              <a:t>Visual indicators</a:t>
            </a:r>
          </a:p>
          <a:p>
            <a:pPr>
              <a:lnSpc>
                <a:spcPct val="80000"/>
              </a:lnSpc>
              <a:buFontTx/>
              <a:buNone/>
            </a:pPr>
            <a:endParaRPr lang="en-GB" sz="1600" dirty="0">
              <a:solidFill>
                <a:srgbClr val="000000"/>
              </a:solidFill>
            </a:endParaRPr>
          </a:p>
          <a:p>
            <a:pPr>
              <a:lnSpc>
                <a:spcPct val="80000"/>
              </a:lnSpc>
            </a:pPr>
            <a:r>
              <a:rPr lang="en-GB" sz="1600" b="1" dirty="0">
                <a:solidFill>
                  <a:srgbClr val="000000"/>
                </a:solidFill>
              </a:rPr>
              <a:t>Comments and communication facilities </a:t>
            </a:r>
            <a:r>
              <a:rPr lang="en-GB" sz="1600" dirty="0">
                <a:solidFill>
                  <a:srgbClr val="000000"/>
                </a:solidFill>
              </a:rPr>
              <a:t>using proven email infrastructures</a:t>
            </a:r>
          </a:p>
        </p:txBody>
      </p:sp>
      <p:pic>
        <p:nvPicPr>
          <p:cNvPr id="344068" name="Picture 4"/>
          <p:cNvPicPr>
            <a:picLocks noChangeAspect="1" noChangeArrowheads="1"/>
          </p:cNvPicPr>
          <p:nvPr>
            <p:custDataLst>
              <p:tags r:id="rId4"/>
            </p:custDataLst>
          </p:nvPr>
        </p:nvPicPr>
        <p:blipFill>
          <a:blip r:embed="rId7" cstate="print">
            <a:extLst>
              <a:ext uri="{28A0092B-C50C-407E-A947-70E740481C1C}">
                <a14:useLocalDpi xmlns:a14="http://schemas.microsoft.com/office/drawing/2010/main" val="0"/>
              </a:ext>
            </a:extLst>
          </a:blip>
          <a:srcRect/>
          <a:stretch>
            <a:fillRect/>
          </a:stretch>
        </p:blipFill>
        <p:spPr bwMode="auto">
          <a:xfrm>
            <a:off x="4211638" y="4449862"/>
            <a:ext cx="4320802" cy="2107001"/>
          </a:xfrm>
          <a:prstGeom prst="rect">
            <a:avLst/>
          </a:prstGeom>
          <a:noFill/>
          <a:ln>
            <a:solidFill>
              <a:schemeClr val="bg2">
                <a:lumMod val="60000"/>
                <a:lumOff val="40000"/>
              </a:schemeClr>
            </a:solidFill>
          </a:ln>
          <a:extLst>
            <a:ext uri="{909E8E84-426E-40DD-AFC4-6F175D3DCCD1}">
              <a14:hiddenFill xmlns:a14="http://schemas.microsoft.com/office/drawing/2010/main">
                <a:solidFill>
                  <a:srgbClr val="FFFFFF"/>
                </a:solidFill>
              </a14:hiddenFill>
            </a:ext>
          </a:extLst>
        </p:spPr>
      </p:pic>
      <p:pic>
        <p:nvPicPr>
          <p:cNvPr id="344070" name="Picture 6"/>
          <p:cNvPicPr>
            <a:picLocks noChangeAspect="1" noChangeArrowheads="1"/>
          </p:cNvPicPr>
          <p:nvPr>
            <p:custDataLst>
              <p:tags r:id="rId5"/>
            </p:custDataLst>
          </p:nvPr>
        </p:nvPicPr>
        <p:blipFill>
          <a:blip r:embed="rId8">
            <a:extLst>
              <a:ext uri="{28A0092B-C50C-407E-A947-70E740481C1C}">
                <a14:useLocalDpi xmlns:a14="http://schemas.microsoft.com/office/drawing/2010/main" val="0"/>
              </a:ext>
            </a:extLst>
          </a:blip>
          <a:srcRect/>
          <a:stretch>
            <a:fillRect/>
          </a:stretch>
        </p:blipFill>
        <p:spPr bwMode="auto">
          <a:xfrm>
            <a:off x="4211638" y="836712"/>
            <a:ext cx="2447925" cy="1358900"/>
          </a:xfrm>
          <a:prstGeom prst="rect">
            <a:avLst/>
          </a:prstGeom>
          <a:noFill/>
          <a:ln>
            <a:solidFill>
              <a:schemeClr val="bg2">
                <a:lumMod val="60000"/>
                <a:lumOff val="40000"/>
              </a:schemeClr>
            </a:solidFill>
          </a:ln>
          <a:extLst>
            <a:ext uri="{909E8E84-426E-40DD-AFC4-6F175D3DCCD1}">
              <a14:hiddenFill xmlns:a14="http://schemas.microsoft.com/office/drawing/2010/main">
                <a:solidFill>
                  <a:srgbClr val="FFFFFF"/>
                </a:solidFill>
              </a14:hiddenFill>
            </a:ext>
          </a:extLst>
        </p:spPr>
      </p:pic>
      <p:pic>
        <p:nvPicPr>
          <p:cNvPr id="434178" name="Picture 2"/>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10314" t="36983" r="9931" b="8934"/>
          <a:stretch/>
        </p:blipFill>
        <p:spPr bwMode="auto">
          <a:xfrm>
            <a:off x="4211638" y="2273523"/>
            <a:ext cx="4169221" cy="2090663"/>
          </a:xfrm>
          <a:prstGeom prst="rect">
            <a:avLst/>
          </a:prstGeom>
          <a:noFill/>
          <a:ln w="9525">
            <a:solidFill>
              <a:schemeClr val="bg2">
                <a:lumMod val="60000"/>
                <a:lumOff val="40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344070"/>
                                        </p:tgtEl>
                                        <p:attrNameLst>
                                          <p:attrName>style.visibility</p:attrName>
                                        </p:attrNameLst>
                                      </p:cBhvr>
                                      <p:to>
                                        <p:strVal val="visible"/>
                                      </p:to>
                                    </p:set>
                                    <p:anim calcmode="lin" valueType="num">
                                      <p:cBhvr additive="base">
                                        <p:cTn id="7" dur="500" fill="hold"/>
                                        <p:tgtEl>
                                          <p:spTgt spid="344070"/>
                                        </p:tgtEl>
                                        <p:attrNameLst>
                                          <p:attrName>ppt_x</p:attrName>
                                        </p:attrNameLst>
                                      </p:cBhvr>
                                      <p:tavLst>
                                        <p:tav tm="0">
                                          <p:val>
                                            <p:strVal val="1+#ppt_w/2"/>
                                          </p:val>
                                        </p:tav>
                                        <p:tav tm="100000">
                                          <p:val>
                                            <p:strVal val="#ppt_x"/>
                                          </p:val>
                                        </p:tav>
                                      </p:tavLst>
                                    </p:anim>
                                    <p:anim calcmode="lin" valueType="num">
                                      <p:cBhvr additive="base">
                                        <p:cTn id="8" dur="500" fill="hold"/>
                                        <p:tgtEl>
                                          <p:spTgt spid="34407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434178"/>
                                        </p:tgtEl>
                                        <p:attrNameLst>
                                          <p:attrName>style.visibility</p:attrName>
                                        </p:attrNameLst>
                                      </p:cBhvr>
                                      <p:to>
                                        <p:strVal val="visible"/>
                                      </p:to>
                                    </p:set>
                                    <p:anim calcmode="lin" valueType="num">
                                      <p:cBhvr additive="base">
                                        <p:cTn id="13" dur="500" fill="hold"/>
                                        <p:tgtEl>
                                          <p:spTgt spid="434178"/>
                                        </p:tgtEl>
                                        <p:attrNameLst>
                                          <p:attrName>ppt_x</p:attrName>
                                        </p:attrNameLst>
                                      </p:cBhvr>
                                      <p:tavLst>
                                        <p:tav tm="0">
                                          <p:val>
                                            <p:strVal val="1+#ppt_w/2"/>
                                          </p:val>
                                        </p:tav>
                                        <p:tav tm="100000">
                                          <p:val>
                                            <p:strVal val="#ppt_x"/>
                                          </p:val>
                                        </p:tav>
                                      </p:tavLst>
                                    </p:anim>
                                    <p:anim calcmode="lin" valueType="num">
                                      <p:cBhvr additive="base">
                                        <p:cTn id="14" dur="500" fill="hold"/>
                                        <p:tgtEl>
                                          <p:spTgt spid="434178"/>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2" presetClass="entr" presetSubtype="2" fill="hold" nodeType="afterEffect">
                                  <p:stCondLst>
                                    <p:cond delay="0"/>
                                  </p:stCondLst>
                                  <p:childTnLst>
                                    <p:set>
                                      <p:cBhvr>
                                        <p:cTn id="17" dur="1" fill="hold">
                                          <p:stCondLst>
                                            <p:cond delay="0"/>
                                          </p:stCondLst>
                                        </p:cTn>
                                        <p:tgtEl>
                                          <p:spTgt spid="344068"/>
                                        </p:tgtEl>
                                        <p:attrNameLst>
                                          <p:attrName>style.visibility</p:attrName>
                                        </p:attrNameLst>
                                      </p:cBhvr>
                                      <p:to>
                                        <p:strVal val="visible"/>
                                      </p:to>
                                    </p:set>
                                    <p:anim calcmode="lin" valueType="num">
                                      <p:cBhvr additive="base">
                                        <p:cTn id="18" dur="500" fill="hold"/>
                                        <p:tgtEl>
                                          <p:spTgt spid="344068"/>
                                        </p:tgtEl>
                                        <p:attrNameLst>
                                          <p:attrName>ppt_x</p:attrName>
                                        </p:attrNameLst>
                                      </p:cBhvr>
                                      <p:tavLst>
                                        <p:tav tm="0">
                                          <p:val>
                                            <p:strVal val="1+#ppt_w/2"/>
                                          </p:val>
                                        </p:tav>
                                        <p:tav tm="100000">
                                          <p:val>
                                            <p:strVal val="#ppt_x"/>
                                          </p:val>
                                        </p:tav>
                                      </p:tavLst>
                                    </p:anim>
                                    <p:anim calcmode="lin" valueType="num">
                                      <p:cBhvr additive="base">
                                        <p:cTn id="19" dur="500" fill="hold"/>
                                        <p:tgtEl>
                                          <p:spTgt spid="3440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0146" name="Image 26" descr="laptop2.png"/>
          <p:cNvPicPr>
            <a:picLocks noChangeAspect="1"/>
          </p:cNvPicPr>
          <p:nvPr>
            <p:custDataLst>
              <p:tags r:id="rId3"/>
            </p:custDataLst>
          </p:nvPr>
        </p:nvPicPr>
        <p:blipFill>
          <a:blip r:embed="rId50">
            <a:extLst>
              <a:ext uri="{28A0092B-C50C-407E-A947-70E740481C1C}">
                <a14:useLocalDpi xmlns:a14="http://schemas.microsoft.com/office/drawing/2010/main" val="0"/>
              </a:ext>
            </a:extLst>
          </a:blip>
          <a:srcRect/>
          <a:stretch>
            <a:fillRect/>
          </a:stretch>
        </p:blipFill>
        <p:spPr bwMode="auto">
          <a:xfrm>
            <a:off x="3071813" y="4205288"/>
            <a:ext cx="585787"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0147" name="Image 25" descr="laptop.png"/>
          <p:cNvPicPr>
            <a:picLocks noChangeAspect="1"/>
          </p:cNvPicPr>
          <p:nvPr>
            <p:custDataLst>
              <p:tags r:id="rId4"/>
            </p:custDataLst>
          </p:nvPr>
        </p:nvPicPr>
        <p:blipFill>
          <a:blip r:embed="rId51">
            <a:extLst>
              <a:ext uri="{28A0092B-C50C-407E-A947-70E740481C1C}">
                <a14:useLocalDpi xmlns:a14="http://schemas.microsoft.com/office/drawing/2010/main" val="0"/>
              </a:ext>
            </a:extLst>
          </a:blip>
          <a:srcRect/>
          <a:stretch>
            <a:fillRect/>
          </a:stretch>
        </p:blipFill>
        <p:spPr bwMode="auto">
          <a:xfrm>
            <a:off x="3105150" y="5337175"/>
            <a:ext cx="581025"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0148" name="Image 6" descr="workstation2.png"/>
          <p:cNvPicPr>
            <a:picLocks noChangeAspect="1"/>
          </p:cNvPicPr>
          <p:nvPr>
            <p:custDataLst>
              <p:tags r:id="rId5"/>
            </p:custDataLst>
          </p:nvPr>
        </p:nvPicPr>
        <p:blipFill>
          <a:blip r:embed="rId52">
            <a:extLst>
              <a:ext uri="{28A0092B-C50C-407E-A947-70E740481C1C}">
                <a14:useLocalDpi xmlns:a14="http://schemas.microsoft.com/office/drawing/2010/main" val="0"/>
              </a:ext>
            </a:extLst>
          </a:blip>
          <a:srcRect/>
          <a:stretch>
            <a:fillRect/>
          </a:stretch>
        </p:blipFill>
        <p:spPr bwMode="auto">
          <a:xfrm>
            <a:off x="3143250" y="836613"/>
            <a:ext cx="617538" cy="61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0149" name="Image 7" descr="user3.png"/>
          <p:cNvPicPr>
            <a:picLocks noChangeAspect="1"/>
          </p:cNvPicPr>
          <p:nvPr>
            <p:custDataLst>
              <p:tags r:id="rId6"/>
            </p:custDataLst>
          </p:nvPr>
        </p:nvPicPr>
        <p:blipFill>
          <a:blip r:embed="rId53">
            <a:extLst>
              <a:ext uri="{28A0092B-C50C-407E-A947-70E740481C1C}">
                <a14:useLocalDpi xmlns:a14="http://schemas.microsoft.com/office/drawing/2010/main" val="0"/>
              </a:ext>
            </a:extLst>
          </a:blip>
          <a:srcRect/>
          <a:stretch>
            <a:fillRect/>
          </a:stretch>
        </p:blipFill>
        <p:spPr bwMode="auto">
          <a:xfrm>
            <a:off x="3143250" y="1084263"/>
            <a:ext cx="60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0150" name="Image 8" descr="woman3.png"/>
          <p:cNvPicPr>
            <a:picLocks noChangeAspect="1"/>
          </p:cNvPicPr>
          <p:nvPr>
            <p:custDataLst>
              <p:tags r:id="rId7"/>
            </p:custDataLst>
          </p:nvPr>
        </p:nvPicPr>
        <p:blipFill>
          <a:blip r:embed="rId54">
            <a:extLst>
              <a:ext uri="{28A0092B-C50C-407E-A947-70E740481C1C}">
                <a14:useLocalDpi xmlns:a14="http://schemas.microsoft.com/office/drawing/2010/main" val="0"/>
              </a:ext>
            </a:extLst>
          </a:blip>
          <a:srcRect/>
          <a:stretch>
            <a:fillRect/>
          </a:stretch>
        </p:blipFill>
        <p:spPr bwMode="auto">
          <a:xfrm>
            <a:off x="3390900" y="5337175"/>
            <a:ext cx="60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0151" name="Image 10" descr="user1_message.png"/>
          <p:cNvPicPr>
            <a:picLocks noChangeAspect="1"/>
          </p:cNvPicPr>
          <p:nvPr>
            <p:custDataLst>
              <p:tags r:id="rId8"/>
            </p:custDataLst>
          </p:nvPr>
        </p:nvPicPr>
        <p:blipFill>
          <a:blip r:embed="rId55">
            <a:extLst>
              <a:ext uri="{28A0092B-C50C-407E-A947-70E740481C1C}">
                <a14:useLocalDpi xmlns:a14="http://schemas.microsoft.com/office/drawing/2010/main" val="0"/>
              </a:ext>
            </a:extLst>
          </a:blip>
          <a:srcRect/>
          <a:stretch>
            <a:fillRect/>
          </a:stretch>
        </p:blipFill>
        <p:spPr bwMode="auto">
          <a:xfrm>
            <a:off x="3311525" y="4230688"/>
            <a:ext cx="617538" cy="61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0152" name="Image 12" descr="workstation1.png"/>
          <p:cNvPicPr>
            <a:picLocks noChangeAspect="1"/>
          </p:cNvPicPr>
          <p:nvPr>
            <p:custDataLst>
              <p:tags r:id="rId9"/>
            </p:custDataLst>
          </p:nvPr>
        </p:nvPicPr>
        <p:blipFill>
          <a:blip r:embed="rId56">
            <a:extLst>
              <a:ext uri="{28A0092B-C50C-407E-A947-70E740481C1C}">
                <a14:useLocalDpi xmlns:a14="http://schemas.microsoft.com/office/drawing/2010/main" val="0"/>
              </a:ext>
            </a:extLst>
          </a:blip>
          <a:srcRect/>
          <a:stretch>
            <a:fillRect/>
          </a:stretch>
        </p:blipFill>
        <p:spPr bwMode="auto">
          <a:xfrm>
            <a:off x="3143250" y="1941513"/>
            <a:ext cx="617538" cy="61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0153" name="Image 17" descr="workplace2.png"/>
          <p:cNvPicPr>
            <a:picLocks noChangeAspect="1"/>
          </p:cNvPicPr>
          <p:nvPr>
            <p:custDataLst>
              <p:tags r:id="rId10"/>
            </p:custDataLst>
          </p:nvPr>
        </p:nvPicPr>
        <p:blipFill>
          <a:blip r:embed="rId57">
            <a:extLst>
              <a:ext uri="{28A0092B-C50C-407E-A947-70E740481C1C}">
                <a14:useLocalDpi xmlns:a14="http://schemas.microsoft.com/office/drawing/2010/main" val="0"/>
              </a:ext>
            </a:extLst>
          </a:blip>
          <a:srcRect/>
          <a:stretch>
            <a:fillRect/>
          </a:stretch>
        </p:blipFill>
        <p:spPr bwMode="auto">
          <a:xfrm>
            <a:off x="3071813" y="3155950"/>
            <a:ext cx="617537"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0154" name="Image 18" descr="businessman2.png"/>
          <p:cNvPicPr>
            <a:picLocks noChangeAspect="1"/>
          </p:cNvPicPr>
          <p:nvPr>
            <p:custDataLst>
              <p:tags r:id="rId11"/>
            </p:custDataLst>
          </p:nvPr>
        </p:nvPicPr>
        <p:blipFill>
          <a:blip r:embed="rId58">
            <a:extLst>
              <a:ext uri="{28A0092B-C50C-407E-A947-70E740481C1C}">
                <a14:useLocalDpi xmlns:a14="http://schemas.microsoft.com/office/drawing/2010/main" val="0"/>
              </a:ext>
            </a:extLst>
          </a:blip>
          <a:srcRect/>
          <a:stretch>
            <a:fillRect/>
          </a:stretch>
        </p:blipFill>
        <p:spPr bwMode="auto">
          <a:xfrm>
            <a:off x="3390900" y="3227388"/>
            <a:ext cx="60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0155" name="Image 19" descr="businessman.png"/>
          <p:cNvPicPr>
            <a:picLocks noChangeAspect="1"/>
          </p:cNvPicPr>
          <p:nvPr>
            <p:custDataLst>
              <p:tags r:id="rId12"/>
            </p:custDataLst>
          </p:nvPr>
        </p:nvPicPr>
        <p:blipFill>
          <a:blip r:embed="rId59">
            <a:extLst>
              <a:ext uri="{28A0092B-C50C-407E-A947-70E740481C1C}">
                <a14:useLocalDpi xmlns:a14="http://schemas.microsoft.com/office/drawing/2010/main" val="0"/>
              </a:ext>
            </a:extLst>
          </a:blip>
          <a:srcRect/>
          <a:stretch>
            <a:fillRect/>
          </a:stretch>
        </p:blipFill>
        <p:spPr bwMode="auto">
          <a:xfrm>
            <a:off x="3248025" y="2155825"/>
            <a:ext cx="60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Rectangle 6"/>
          <p:cNvSpPr>
            <a:spLocks noChangeArrowheads="1"/>
          </p:cNvSpPr>
          <p:nvPr>
            <p:custDataLst>
              <p:tags r:id="rId13"/>
            </p:custDataLst>
          </p:nvPr>
        </p:nvSpPr>
        <p:spPr bwMode="auto">
          <a:xfrm>
            <a:off x="-12700" y="868363"/>
            <a:ext cx="3024188" cy="825500"/>
          </a:xfrm>
          <a:prstGeom prst="rect">
            <a:avLst/>
          </a:prstGeom>
          <a:noFill/>
          <a:ln w="9525">
            <a:noFill/>
            <a:miter lim="800000"/>
            <a:headEnd/>
            <a:tailEnd/>
          </a:ln>
        </p:spPr>
        <p:txBody>
          <a:bodyPr>
            <a:spAutoFit/>
          </a:bodyPr>
          <a:lstStyle/>
          <a:p>
            <a:pPr algn="ctr">
              <a:defRPr/>
            </a:pPr>
            <a:r>
              <a:rPr lang="en-GB" sz="1600" dirty="0">
                <a:effectLst>
                  <a:outerShdw blurRad="38100" dist="38100" dir="2700000" algn="tl">
                    <a:srgbClr val="C0C0C0"/>
                  </a:outerShdw>
                </a:effectLst>
                <a:latin typeface="Calibri" pitchFamily="34" charset="0"/>
              </a:rPr>
              <a:t>International principal </a:t>
            </a:r>
          </a:p>
          <a:p>
            <a:pPr algn="ctr">
              <a:defRPr/>
            </a:pPr>
            <a:r>
              <a:rPr lang="en-GB" sz="1600" dirty="0">
                <a:effectLst>
                  <a:outerShdw blurRad="38100" dist="38100" dir="2700000" algn="tl">
                    <a:srgbClr val="C0C0C0"/>
                  </a:outerShdw>
                </a:effectLst>
                <a:latin typeface="Calibri" pitchFamily="34" charset="0"/>
              </a:rPr>
              <a:t>Administrator/Coordinator</a:t>
            </a:r>
          </a:p>
          <a:p>
            <a:pPr algn="ctr">
              <a:defRPr/>
            </a:pPr>
            <a:r>
              <a:rPr lang="en-GB" sz="1600" dirty="0">
                <a:effectLst>
                  <a:outerShdw blurRad="38100" dist="38100" dir="2700000" algn="tl">
                    <a:srgbClr val="C0C0C0"/>
                  </a:outerShdw>
                </a:effectLst>
                <a:latin typeface="Calibri" pitchFamily="34" charset="0"/>
              </a:rPr>
              <a:t>(IARC)</a:t>
            </a:r>
            <a:endParaRPr lang="en-US" sz="1600" dirty="0">
              <a:effectLst>
                <a:outerShdw blurRad="38100" dist="38100" dir="2700000" algn="tl">
                  <a:srgbClr val="C0C0C0"/>
                </a:outerShdw>
              </a:effectLst>
              <a:latin typeface="Calibri" pitchFamily="34" charset="0"/>
            </a:endParaRPr>
          </a:p>
        </p:txBody>
      </p:sp>
      <p:sp>
        <p:nvSpPr>
          <p:cNvPr id="32" name="Rectangle 7"/>
          <p:cNvSpPr>
            <a:spLocks noChangeArrowheads="1"/>
          </p:cNvSpPr>
          <p:nvPr>
            <p:custDataLst>
              <p:tags r:id="rId14"/>
            </p:custDataLst>
          </p:nvPr>
        </p:nvSpPr>
        <p:spPr bwMode="auto">
          <a:xfrm>
            <a:off x="0" y="2044700"/>
            <a:ext cx="3022600" cy="825500"/>
          </a:xfrm>
          <a:prstGeom prst="rect">
            <a:avLst/>
          </a:prstGeom>
          <a:noFill/>
          <a:ln w="9525">
            <a:noFill/>
            <a:miter lim="800000"/>
            <a:headEnd/>
            <a:tailEnd/>
          </a:ln>
        </p:spPr>
        <p:txBody>
          <a:bodyPr>
            <a:spAutoFit/>
          </a:bodyPr>
          <a:lstStyle/>
          <a:p>
            <a:pPr algn="ctr">
              <a:defRPr/>
            </a:pPr>
            <a:r>
              <a:rPr lang="en-GB" sz="1600" dirty="0">
                <a:effectLst>
                  <a:outerShdw blurRad="38100" dist="38100" dir="2700000" algn="tl">
                    <a:srgbClr val="C0C0C0"/>
                  </a:outerShdw>
                </a:effectLst>
                <a:latin typeface="Calibri" pitchFamily="34" charset="0"/>
              </a:rPr>
              <a:t>International project Administrators/Coordinators</a:t>
            </a:r>
          </a:p>
          <a:p>
            <a:pPr algn="ctr">
              <a:defRPr/>
            </a:pPr>
            <a:r>
              <a:rPr lang="en-GB" sz="1600" dirty="0">
                <a:effectLst>
                  <a:outerShdw blurRad="38100" dist="38100" dir="2700000" algn="tl">
                    <a:srgbClr val="C0C0C0"/>
                  </a:outerShdw>
                </a:effectLst>
                <a:latin typeface="Calibri" pitchFamily="34" charset="0"/>
              </a:rPr>
              <a:t> (e.g. EFSA)</a:t>
            </a:r>
            <a:endParaRPr lang="en-US" sz="1600" dirty="0">
              <a:effectLst>
                <a:outerShdw blurRad="38100" dist="38100" dir="2700000" algn="tl">
                  <a:srgbClr val="C0C0C0"/>
                </a:outerShdw>
              </a:effectLst>
              <a:latin typeface="Calibri" pitchFamily="34" charset="0"/>
            </a:endParaRPr>
          </a:p>
        </p:txBody>
      </p:sp>
      <p:sp>
        <p:nvSpPr>
          <p:cNvPr id="33" name="Rectangle 8"/>
          <p:cNvSpPr>
            <a:spLocks noChangeArrowheads="1"/>
          </p:cNvSpPr>
          <p:nvPr>
            <p:custDataLst>
              <p:tags r:id="rId15"/>
            </p:custDataLst>
          </p:nvPr>
        </p:nvSpPr>
        <p:spPr bwMode="auto">
          <a:xfrm>
            <a:off x="130175" y="3184525"/>
            <a:ext cx="2736850" cy="581025"/>
          </a:xfrm>
          <a:prstGeom prst="rect">
            <a:avLst/>
          </a:prstGeom>
          <a:noFill/>
          <a:ln w="9525">
            <a:noFill/>
            <a:miter lim="800000"/>
            <a:headEnd/>
            <a:tailEnd/>
          </a:ln>
        </p:spPr>
        <p:txBody>
          <a:bodyPr>
            <a:spAutoFit/>
          </a:bodyPr>
          <a:lstStyle/>
          <a:p>
            <a:pPr algn="ctr">
              <a:defRPr/>
            </a:pPr>
            <a:r>
              <a:rPr lang="en-GB" sz="1600" dirty="0">
                <a:effectLst>
                  <a:outerShdw blurRad="38100" dist="38100" dir="2700000" algn="tl">
                    <a:srgbClr val="C0C0C0"/>
                  </a:outerShdw>
                </a:effectLst>
                <a:latin typeface="Calibri" pitchFamily="34" charset="0"/>
              </a:rPr>
              <a:t>National Administrators/</a:t>
            </a:r>
          </a:p>
          <a:p>
            <a:pPr algn="ctr">
              <a:defRPr/>
            </a:pPr>
            <a:r>
              <a:rPr lang="en-GB" sz="1600" dirty="0">
                <a:effectLst>
                  <a:outerShdw blurRad="38100" dist="38100" dir="2700000" algn="tl">
                    <a:srgbClr val="C0C0C0"/>
                  </a:outerShdw>
                </a:effectLst>
                <a:latin typeface="Calibri" pitchFamily="34" charset="0"/>
              </a:rPr>
              <a:t>Coordinators</a:t>
            </a:r>
            <a:endParaRPr lang="en-US" sz="1600" dirty="0">
              <a:effectLst>
                <a:outerShdw blurRad="38100" dist="38100" dir="2700000" algn="tl">
                  <a:srgbClr val="C0C0C0"/>
                </a:outerShdw>
              </a:effectLst>
              <a:latin typeface="Calibri" pitchFamily="34" charset="0"/>
            </a:endParaRPr>
          </a:p>
        </p:txBody>
      </p:sp>
      <p:sp>
        <p:nvSpPr>
          <p:cNvPr id="34" name="Rectangle 9"/>
          <p:cNvSpPr>
            <a:spLocks noChangeArrowheads="1"/>
          </p:cNvSpPr>
          <p:nvPr>
            <p:custDataLst>
              <p:tags r:id="rId16"/>
            </p:custDataLst>
          </p:nvPr>
        </p:nvSpPr>
        <p:spPr bwMode="auto">
          <a:xfrm>
            <a:off x="311150" y="4122738"/>
            <a:ext cx="2376488" cy="825500"/>
          </a:xfrm>
          <a:prstGeom prst="rect">
            <a:avLst/>
          </a:prstGeom>
          <a:noFill/>
          <a:ln w="9525">
            <a:noFill/>
            <a:miter lim="800000"/>
            <a:headEnd/>
            <a:tailEnd/>
          </a:ln>
        </p:spPr>
        <p:txBody>
          <a:bodyPr>
            <a:spAutoFit/>
          </a:bodyPr>
          <a:lstStyle/>
          <a:p>
            <a:pPr algn="ctr">
              <a:defRPr/>
            </a:pPr>
            <a:r>
              <a:rPr lang="en-GB" sz="1600" dirty="0">
                <a:effectLst>
                  <a:outerShdw blurRad="38100" dist="38100" dir="2700000" algn="tl">
                    <a:srgbClr val="C0C0C0"/>
                  </a:outerShdw>
                </a:effectLst>
                <a:latin typeface="Calibri" pitchFamily="34" charset="0"/>
              </a:rPr>
              <a:t>Intermediate </a:t>
            </a:r>
          </a:p>
          <a:p>
            <a:pPr algn="ctr">
              <a:defRPr/>
            </a:pPr>
            <a:r>
              <a:rPr lang="en-GB" sz="1600" dirty="0">
                <a:effectLst>
                  <a:outerShdw blurRad="38100" dist="38100" dir="2700000" algn="tl">
                    <a:srgbClr val="C0C0C0"/>
                  </a:outerShdw>
                </a:effectLst>
                <a:latin typeface="Calibri" pitchFamily="34" charset="0"/>
              </a:rPr>
              <a:t>Local </a:t>
            </a:r>
          </a:p>
          <a:p>
            <a:pPr algn="ctr">
              <a:defRPr/>
            </a:pPr>
            <a:r>
              <a:rPr lang="en-GB" sz="1600" dirty="0">
                <a:effectLst>
                  <a:outerShdw blurRad="38100" dist="38100" dir="2700000" algn="tl">
                    <a:srgbClr val="C0C0C0"/>
                  </a:outerShdw>
                </a:effectLst>
                <a:latin typeface="Calibri" pitchFamily="34" charset="0"/>
              </a:rPr>
              <a:t>Coordinators</a:t>
            </a:r>
            <a:endParaRPr lang="en-US" sz="1600" dirty="0">
              <a:effectLst>
                <a:outerShdw blurRad="38100" dist="38100" dir="2700000" algn="tl">
                  <a:srgbClr val="C0C0C0"/>
                </a:outerShdw>
              </a:effectLst>
              <a:latin typeface="Calibri" pitchFamily="34" charset="0"/>
            </a:endParaRPr>
          </a:p>
        </p:txBody>
      </p:sp>
      <p:sp>
        <p:nvSpPr>
          <p:cNvPr id="35" name="Rectangle 10"/>
          <p:cNvSpPr>
            <a:spLocks noChangeArrowheads="1"/>
          </p:cNvSpPr>
          <p:nvPr>
            <p:custDataLst>
              <p:tags r:id="rId17"/>
            </p:custDataLst>
          </p:nvPr>
        </p:nvSpPr>
        <p:spPr bwMode="auto">
          <a:xfrm>
            <a:off x="311150" y="5265738"/>
            <a:ext cx="2376488" cy="336550"/>
          </a:xfrm>
          <a:prstGeom prst="rect">
            <a:avLst/>
          </a:prstGeom>
          <a:noFill/>
          <a:ln w="9525">
            <a:noFill/>
            <a:miter lim="800000"/>
            <a:headEnd/>
            <a:tailEnd/>
          </a:ln>
        </p:spPr>
        <p:txBody>
          <a:bodyPr>
            <a:spAutoFit/>
          </a:bodyPr>
          <a:lstStyle/>
          <a:p>
            <a:pPr algn="ctr">
              <a:defRPr/>
            </a:pPr>
            <a:r>
              <a:rPr lang="en-GB" sz="1600" dirty="0">
                <a:effectLst>
                  <a:outerShdw blurRad="38100" dist="38100" dir="2700000" algn="tl">
                    <a:srgbClr val="C0C0C0"/>
                  </a:outerShdw>
                </a:effectLst>
                <a:latin typeface="Calibri" pitchFamily="34" charset="0"/>
              </a:rPr>
              <a:t>End-Users</a:t>
            </a:r>
            <a:endParaRPr lang="en-US" sz="1600" dirty="0">
              <a:effectLst>
                <a:outerShdw blurRad="38100" dist="38100" dir="2700000" algn="tl">
                  <a:srgbClr val="C0C0C0"/>
                </a:outerShdw>
              </a:effectLst>
              <a:latin typeface="Calibri" pitchFamily="34" charset="0"/>
            </a:endParaRPr>
          </a:p>
        </p:txBody>
      </p:sp>
      <p:graphicFrame>
        <p:nvGraphicFramePr>
          <p:cNvPr id="390161" name="Object 2"/>
          <p:cNvGraphicFramePr>
            <a:graphicFrameLocks noChangeAspect="1"/>
          </p:cNvGraphicFramePr>
          <p:nvPr>
            <p:custDataLst>
              <p:tags r:id="rId18"/>
            </p:custDataLst>
          </p:nvPr>
        </p:nvGraphicFramePr>
        <p:xfrm>
          <a:off x="5000625" y="836613"/>
          <a:ext cx="571500" cy="714375"/>
        </p:xfrm>
        <a:graphic>
          <a:graphicData uri="http://schemas.openxmlformats.org/presentationml/2006/ole">
            <mc:AlternateContent xmlns:mc="http://schemas.openxmlformats.org/markup-compatibility/2006">
              <mc:Choice xmlns:v="urn:schemas-microsoft-com:vml" Requires="v">
                <p:oleObj spid="_x0000_s390344" name="Visio" r:id="rId60" imgW="676751" imgH="996791" progId="Visio.Drawing.11">
                  <p:embed/>
                </p:oleObj>
              </mc:Choice>
              <mc:Fallback>
                <p:oleObj name="Visio" r:id="rId60" imgW="676751" imgH="996791" progId="Visio.Drawing.11">
                  <p:embed/>
                  <p:pic>
                    <p:nvPicPr>
                      <p:cNvPr id="0" name="Object 2"/>
                      <p:cNvPicPr>
                        <a:picLocks noChangeAspect="1" noChangeArrowheads="1"/>
                      </p:cNvPicPr>
                      <p:nvPr/>
                    </p:nvPicPr>
                    <p:blipFill>
                      <a:blip r:embed="rId61">
                        <a:extLst>
                          <a:ext uri="{28A0092B-C50C-407E-A947-70E740481C1C}">
                            <a14:useLocalDpi xmlns:a14="http://schemas.microsoft.com/office/drawing/2010/main" val="0"/>
                          </a:ext>
                        </a:extLst>
                      </a:blip>
                      <a:srcRect/>
                      <a:stretch>
                        <a:fillRect/>
                      </a:stretch>
                    </p:blipFill>
                    <p:spPr bwMode="auto">
                      <a:xfrm>
                        <a:off x="5000625" y="836613"/>
                        <a:ext cx="571500"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0162" name="Object 7"/>
          <p:cNvGraphicFramePr>
            <a:graphicFrameLocks noChangeAspect="1"/>
          </p:cNvGraphicFramePr>
          <p:nvPr>
            <p:custDataLst>
              <p:tags r:id="rId19"/>
            </p:custDataLst>
          </p:nvPr>
        </p:nvGraphicFramePr>
        <p:xfrm>
          <a:off x="5033963" y="3051175"/>
          <a:ext cx="538162" cy="582613"/>
        </p:xfrm>
        <a:graphic>
          <a:graphicData uri="http://schemas.openxmlformats.org/presentationml/2006/ole">
            <mc:AlternateContent xmlns:mc="http://schemas.openxmlformats.org/markup-compatibility/2006">
              <mc:Choice xmlns:v="urn:schemas-microsoft-com:vml" Requires="v">
                <p:oleObj spid="_x0000_s390345" name="Visio" r:id="rId62" imgW="667893" imgH="773430" progId="Visio.Drawing.11">
                  <p:embed/>
                </p:oleObj>
              </mc:Choice>
              <mc:Fallback>
                <p:oleObj name="Visio" r:id="rId62" imgW="667893" imgH="773430" progId="Visio.Drawing.11">
                  <p:embed/>
                  <p:pic>
                    <p:nvPicPr>
                      <p:cNvPr id="0" name="Object 7"/>
                      <p:cNvPicPr>
                        <a:picLocks noChangeAspect="1" noChangeArrowheads="1"/>
                      </p:cNvPicPr>
                      <p:nvPr/>
                    </p:nvPicPr>
                    <p:blipFill>
                      <a:blip r:embed="rId63">
                        <a:extLst>
                          <a:ext uri="{28A0092B-C50C-407E-A947-70E740481C1C}">
                            <a14:useLocalDpi xmlns:a14="http://schemas.microsoft.com/office/drawing/2010/main" val="0"/>
                          </a:ext>
                        </a:extLst>
                      </a:blip>
                      <a:srcRect/>
                      <a:stretch>
                        <a:fillRect/>
                      </a:stretch>
                    </p:blipFill>
                    <p:spPr bwMode="auto">
                      <a:xfrm>
                        <a:off x="5033963" y="3051175"/>
                        <a:ext cx="538162" cy="582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0163" name="Object 8"/>
          <p:cNvGraphicFramePr>
            <a:graphicFrameLocks noChangeAspect="1"/>
          </p:cNvGraphicFramePr>
          <p:nvPr>
            <p:custDataLst>
              <p:tags r:id="rId20"/>
            </p:custDataLst>
          </p:nvPr>
        </p:nvGraphicFramePr>
        <p:xfrm>
          <a:off x="5000625" y="2051050"/>
          <a:ext cx="571500" cy="714375"/>
        </p:xfrm>
        <a:graphic>
          <a:graphicData uri="http://schemas.openxmlformats.org/presentationml/2006/ole">
            <mc:AlternateContent xmlns:mc="http://schemas.openxmlformats.org/markup-compatibility/2006">
              <mc:Choice xmlns:v="urn:schemas-microsoft-com:vml" Requires="v">
                <p:oleObj spid="_x0000_s390346" name="Visio" r:id="rId64" imgW="676751" imgH="996791" progId="Visio.Drawing.11">
                  <p:embed/>
                </p:oleObj>
              </mc:Choice>
              <mc:Fallback>
                <p:oleObj name="Visio" r:id="rId64" imgW="676751" imgH="996791" progId="Visio.Drawing.11">
                  <p:embed/>
                  <p:pic>
                    <p:nvPicPr>
                      <p:cNvPr id="0" name="Object 8"/>
                      <p:cNvPicPr>
                        <a:picLocks noChangeAspect="1" noChangeArrowheads="1"/>
                      </p:cNvPicPr>
                      <p:nvPr/>
                    </p:nvPicPr>
                    <p:blipFill>
                      <a:blip r:embed="rId65">
                        <a:extLst>
                          <a:ext uri="{28A0092B-C50C-407E-A947-70E740481C1C}">
                            <a14:useLocalDpi xmlns:a14="http://schemas.microsoft.com/office/drawing/2010/main" val="0"/>
                          </a:ext>
                        </a:extLst>
                      </a:blip>
                      <a:srcRect/>
                      <a:stretch>
                        <a:fillRect/>
                      </a:stretch>
                    </p:blipFill>
                    <p:spPr bwMode="auto">
                      <a:xfrm>
                        <a:off x="5000625" y="2051050"/>
                        <a:ext cx="571500"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0164" name="Object 9"/>
          <p:cNvGraphicFramePr>
            <a:graphicFrameLocks noChangeAspect="1"/>
          </p:cNvGraphicFramePr>
          <p:nvPr>
            <p:custDataLst>
              <p:tags r:id="rId21"/>
            </p:custDataLst>
          </p:nvPr>
        </p:nvGraphicFramePr>
        <p:xfrm>
          <a:off x="5033963" y="4205288"/>
          <a:ext cx="538162" cy="582612"/>
        </p:xfrm>
        <a:graphic>
          <a:graphicData uri="http://schemas.openxmlformats.org/presentationml/2006/ole">
            <mc:AlternateContent xmlns:mc="http://schemas.openxmlformats.org/markup-compatibility/2006">
              <mc:Choice xmlns:v="urn:schemas-microsoft-com:vml" Requires="v">
                <p:oleObj spid="_x0000_s390347" name="Visio" r:id="rId66" imgW="667893" imgH="773430" progId="Visio.Drawing.11">
                  <p:embed/>
                </p:oleObj>
              </mc:Choice>
              <mc:Fallback>
                <p:oleObj name="Visio" r:id="rId66" imgW="667893" imgH="773430" progId="Visio.Drawing.11">
                  <p:embed/>
                  <p:pic>
                    <p:nvPicPr>
                      <p:cNvPr id="0" name="Object 9"/>
                      <p:cNvPicPr>
                        <a:picLocks noChangeAspect="1" noChangeArrowheads="1"/>
                      </p:cNvPicPr>
                      <p:nvPr/>
                    </p:nvPicPr>
                    <p:blipFill>
                      <a:blip r:embed="rId63">
                        <a:extLst>
                          <a:ext uri="{28A0092B-C50C-407E-A947-70E740481C1C}">
                            <a14:useLocalDpi xmlns:a14="http://schemas.microsoft.com/office/drawing/2010/main" val="0"/>
                          </a:ext>
                        </a:extLst>
                      </a:blip>
                      <a:srcRect/>
                      <a:stretch>
                        <a:fillRect/>
                      </a:stretch>
                    </p:blipFill>
                    <p:spPr bwMode="auto">
                      <a:xfrm>
                        <a:off x="5033963" y="4205288"/>
                        <a:ext cx="538162" cy="582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0165" name="Object 10"/>
          <p:cNvGraphicFramePr>
            <a:graphicFrameLocks noChangeAspect="1"/>
          </p:cNvGraphicFramePr>
          <p:nvPr>
            <p:custDataLst>
              <p:tags r:id="rId22"/>
            </p:custDataLst>
          </p:nvPr>
        </p:nvGraphicFramePr>
        <p:xfrm>
          <a:off x="5033963" y="5122863"/>
          <a:ext cx="538162" cy="582612"/>
        </p:xfrm>
        <a:graphic>
          <a:graphicData uri="http://schemas.openxmlformats.org/presentationml/2006/ole">
            <mc:AlternateContent xmlns:mc="http://schemas.openxmlformats.org/markup-compatibility/2006">
              <mc:Choice xmlns:v="urn:schemas-microsoft-com:vml" Requires="v">
                <p:oleObj spid="_x0000_s390348" name="Visio" r:id="rId67" imgW="667893" imgH="773430" progId="Visio.Drawing.11">
                  <p:embed/>
                </p:oleObj>
              </mc:Choice>
              <mc:Fallback>
                <p:oleObj name="Visio" r:id="rId67" imgW="667893" imgH="773430" progId="Visio.Drawing.11">
                  <p:embed/>
                  <p:pic>
                    <p:nvPicPr>
                      <p:cNvPr id="0" name="Object 10"/>
                      <p:cNvPicPr>
                        <a:picLocks noChangeAspect="1" noChangeArrowheads="1"/>
                      </p:cNvPicPr>
                      <p:nvPr/>
                    </p:nvPicPr>
                    <p:blipFill>
                      <a:blip r:embed="rId63">
                        <a:extLst>
                          <a:ext uri="{28A0092B-C50C-407E-A947-70E740481C1C}">
                            <a14:useLocalDpi xmlns:a14="http://schemas.microsoft.com/office/drawing/2010/main" val="0"/>
                          </a:ext>
                        </a:extLst>
                      </a:blip>
                      <a:srcRect/>
                      <a:stretch>
                        <a:fillRect/>
                      </a:stretch>
                    </p:blipFill>
                    <p:spPr bwMode="auto">
                      <a:xfrm>
                        <a:off x="5033963" y="5122863"/>
                        <a:ext cx="538162" cy="582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0166" name="Object 13"/>
          <p:cNvGraphicFramePr>
            <a:graphicFrameLocks noChangeAspect="1"/>
          </p:cNvGraphicFramePr>
          <p:nvPr>
            <p:custDataLst>
              <p:tags r:id="rId23"/>
            </p:custDataLst>
          </p:nvPr>
        </p:nvGraphicFramePr>
        <p:xfrm>
          <a:off x="6804025" y="5122863"/>
          <a:ext cx="500063" cy="642937"/>
        </p:xfrm>
        <a:graphic>
          <a:graphicData uri="http://schemas.openxmlformats.org/presentationml/2006/ole">
            <mc:AlternateContent xmlns:mc="http://schemas.openxmlformats.org/markup-compatibility/2006">
              <mc:Choice xmlns:v="urn:schemas-microsoft-com:vml" Requires="v">
                <p:oleObj spid="_x0000_s390349" name="Visio" r:id="rId68" imgW="676751" imgH="996791" progId="Visio.Drawing.11">
                  <p:embed/>
                </p:oleObj>
              </mc:Choice>
              <mc:Fallback>
                <p:oleObj name="Visio" r:id="rId68" imgW="676751" imgH="996791" progId="Visio.Drawing.11">
                  <p:embed/>
                  <p:pic>
                    <p:nvPicPr>
                      <p:cNvPr id="0" name="Object 13"/>
                      <p:cNvPicPr>
                        <a:picLocks noChangeAspect="1" noChangeArrowheads="1"/>
                      </p:cNvPicPr>
                      <p:nvPr/>
                    </p:nvPicPr>
                    <p:blipFill>
                      <a:blip r:embed="rId69">
                        <a:extLst>
                          <a:ext uri="{28A0092B-C50C-407E-A947-70E740481C1C}">
                            <a14:useLocalDpi xmlns:a14="http://schemas.microsoft.com/office/drawing/2010/main" val="0"/>
                          </a:ext>
                        </a:extLst>
                      </a:blip>
                      <a:srcRect/>
                      <a:stretch>
                        <a:fillRect/>
                      </a:stretch>
                    </p:blipFill>
                    <p:spPr bwMode="auto">
                      <a:xfrm>
                        <a:off x="6804025" y="5122863"/>
                        <a:ext cx="500063" cy="642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0167" name="Object 14"/>
          <p:cNvGraphicFramePr>
            <a:graphicFrameLocks noChangeAspect="1"/>
          </p:cNvGraphicFramePr>
          <p:nvPr>
            <p:custDataLst>
              <p:tags r:id="rId24"/>
            </p:custDataLst>
          </p:nvPr>
        </p:nvGraphicFramePr>
        <p:xfrm>
          <a:off x="6804025" y="4205288"/>
          <a:ext cx="500063" cy="642937"/>
        </p:xfrm>
        <a:graphic>
          <a:graphicData uri="http://schemas.openxmlformats.org/presentationml/2006/ole">
            <mc:AlternateContent xmlns:mc="http://schemas.openxmlformats.org/markup-compatibility/2006">
              <mc:Choice xmlns:v="urn:schemas-microsoft-com:vml" Requires="v">
                <p:oleObj spid="_x0000_s390350" name="Visio" r:id="rId70" imgW="676751" imgH="996791" progId="Visio.Drawing.11">
                  <p:embed/>
                </p:oleObj>
              </mc:Choice>
              <mc:Fallback>
                <p:oleObj name="Visio" r:id="rId70" imgW="676751" imgH="996791" progId="Visio.Drawing.11">
                  <p:embed/>
                  <p:pic>
                    <p:nvPicPr>
                      <p:cNvPr id="0" name="Object 14"/>
                      <p:cNvPicPr>
                        <a:picLocks noChangeAspect="1" noChangeArrowheads="1"/>
                      </p:cNvPicPr>
                      <p:nvPr/>
                    </p:nvPicPr>
                    <p:blipFill>
                      <a:blip r:embed="rId69">
                        <a:extLst>
                          <a:ext uri="{28A0092B-C50C-407E-A947-70E740481C1C}">
                            <a14:useLocalDpi xmlns:a14="http://schemas.microsoft.com/office/drawing/2010/main" val="0"/>
                          </a:ext>
                        </a:extLst>
                      </a:blip>
                      <a:srcRect/>
                      <a:stretch>
                        <a:fillRect/>
                      </a:stretch>
                    </p:blipFill>
                    <p:spPr bwMode="auto">
                      <a:xfrm>
                        <a:off x="6804025" y="4205288"/>
                        <a:ext cx="500063" cy="642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0168" name="Object 15"/>
          <p:cNvGraphicFramePr>
            <a:graphicFrameLocks noChangeAspect="1"/>
          </p:cNvGraphicFramePr>
          <p:nvPr>
            <p:custDataLst>
              <p:tags r:id="rId25"/>
            </p:custDataLst>
          </p:nvPr>
        </p:nvGraphicFramePr>
        <p:xfrm>
          <a:off x="6804025" y="3122613"/>
          <a:ext cx="500063" cy="642937"/>
        </p:xfrm>
        <a:graphic>
          <a:graphicData uri="http://schemas.openxmlformats.org/presentationml/2006/ole">
            <mc:AlternateContent xmlns:mc="http://schemas.openxmlformats.org/markup-compatibility/2006">
              <mc:Choice xmlns:v="urn:schemas-microsoft-com:vml" Requires="v">
                <p:oleObj spid="_x0000_s390351" name="Visio" r:id="rId71" imgW="676751" imgH="996791" progId="Visio.Drawing.11">
                  <p:embed/>
                </p:oleObj>
              </mc:Choice>
              <mc:Fallback>
                <p:oleObj name="Visio" r:id="rId71" imgW="676751" imgH="996791" progId="Visio.Drawing.11">
                  <p:embed/>
                  <p:pic>
                    <p:nvPicPr>
                      <p:cNvPr id="0" name="Object 15"/>
                      <p:cNvPicPr>
                        <a:picLocks noChangeAspect="1" noChangeArrowheads="1"/>
                      </p:cNvPicPr>
                      <p:nvPr/>
                    </p:nvPicPr>
                    <p:blipFill>
                      <a:blip r:embed="rId69">
                        <a:extLst>
                          <a:ext uri="{28A0092B-C50C-407E-A947-70E740481C1C}">
                            <a14:useLocalDpi xmlns:a14="http://schemas.microsoft.com/office/drawing/2010/main" val="0"/>
                          </a:ext>
                        </a:extLst>
                      </a:blip>
                      <a:srcRect/>
                      <a:stretch>
                        <a:fillRect/>
                      </a:stretch>
                    </p:blipFill>
                    <p:spPr bwMode="auto">
                      <a:xfrm>
                        <a:off x="6804025" y="3122613"/>
                        <a:ext cx="500063" cy="642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90169" name="ZoneTexte 46"/>
          <p:cNvSpPr txBox="1">
            <a:spLocks noChangeArrowheads="1"/>
          </p:cNvSpPr>
          <p:nvPr>
            <p:custDataLst>
              <p:tags r:id="rId26"/>
            </p:custDataLst>
          </p:nvPr>
        </p:nvSpPr>
        <p:spPr bwMode="auto">
          <a:xfrm>
            <a:off x="4735513" y="1376363"/>
            <a:ext cx="114776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ctr"/>
            <a:r>
              <a:rPr lang="fr-FR" sz="1000"/>
              <a:t>IARC library data</a:t>
            </a:r>
          </a:p>
        </p:txBody>
      </p:sp>
      <p:sp>
        <p:nvSpPr>
          <p:cNvPr id="390170" name="ZoneTexte 47"/>
          <p:cNvSpPr txBox="1">
            <a:spLocks noChangeArrowheads="1"/>
          </p:cNvSpPr>
          <p:nvPr>
            <p:custDataLst>
              <p:tags r:id="rId27"/>
            </p:custDataLst>
          </p:nvPr>
        </p:nvSpPr>
        <p:spPr bwMode="auto">
          <a:xfrm>
            <a:off x="4854575" y="2590800"/>
            <a:ext cx="8572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ctr"/>
            <a:r>
              <a:rPr lang="fr-FR" sz="1000"/>
              <a:t>Project data</a:t>
            </a:r>
          </a:p>
        </p:txBody>
      </p:sp>
      <p:sp>
        <p:nvSpPr>
          <p:cNvPr id="390171" name="ZoneTexte 48"/>
          <p:cNvSpPr txBox="1">
            <a:spLocks noChangeArrowheads="1"/>
          </p:cNvSpPr>
          <p:nvPr>
            <p:custDataLst>
              <p:tags r:id="rId28"/>
            </p:custDataLst>
          </p:nvPr>
        </p:nvSpPr>
        <p:spPr bwMode="auto">
          <a:xfrm>
            <a:off x="4806950" y="3579813"/>
            <a:ext cx="9064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ctr"/>
            <a:r>
              <a:rPr lang="fr-FR" sz="1000"/>
              <a:t>Country data</a:t>
            </a:r>
          </a:p>
        </p:txBody>
      </p:sp>
      <p:sp>
        <p:nvSpPr>
          <p:cNvPr id="390172" name="ZoneTexte 49"/>
          <p:cNvSpPr txBox="1">
            <a:spLocks noChangeArrowheads="1"/>
          </p:cNvSpPr>
          <p:nvPr>
            <p:custDataLst>
              <p:tags r:id="rId29"/>
            </p:custDataLst>
          </p:nvPr>
        </p:nvSpPr>
        <p:spPr bwMode="auto">
          <a:xfrm>
            <a:off x="4849813" y="4733925"/>
            <a:ext cx="90646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ctr"/>
            <a:r>
              <a:rPr lang="fr-FR" sz="1000"/>
              <a:t>Country data</a:t>
            </a:r>
          </a:p>
        </p:txBody>
      </p:sp>
      <p:sp>
        <p:nvSpPr>
          <p:cNvPr id="390173" name="ZoneTexte 50"/>
          <p:cNvSpPr txBox="1">
            <a:spLocks noChangeArrowheads="1"/>
          </p:cNvSpPr>
          <p:nvPr>
            <p:custDataLst>
              <p:tags r:id="rId30"/>
            </p:custDataLst>
          </p:nvPr>
        </p:nvSpPr>
        <p:spPr bwMode="auto">
          <a:xfrm>
            <a:off x="4851400" y="5662613"/>
            <a:ext cx="9064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ctr"/>
            <a:r>
              <a:rPr lang="fr-FR" sz="1000"/>
              <a:t>Country data</a:t>
            </a:r>
          </a:p>
        </p:txBody>
      </p:sp>
      <p:sp>
        <p:nvSpPr>
          <p:cNvPr id="390174" name="ZoneTexte 54"/>
          <p:cNvSpPr txBox="1">
            <a:spLocks noChangeArrowheads="1"/>
          </p:cNvSpPr>
          <p:nvPr>
            <p:custDataLst>
              <p:tags r:id="rId31"/>
            </p:custDataLst>
          </p:nvPr>
        </p:nvSpPr>
        <p:spPr bwMode="auto">
          <a:xfrm>
            <a:off x="6577013" y="5589588"/>
            <a:ext cx="103346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ctr"/>
            <a:r>
              <a:rPr lang="fr-FR" sz="1000"/>
              <a:t>Interviews data</a:t>
            </a:r>
          </a:p>
        </p:txBody>
      </p:sp>
      <p:sp>
        <p:nvSpPr>
          <p:cNvPr id="390175" name="ZoneTexte 55"/>
          <p:cNvSpPr txBox="1">
            <a:spLocks noChangeArrowheads="1"/>
          </p:cNvSpPr>
          <p:nvPr>
            <p:custDataLst>
              <p:tags r:id="rId32"/>
            </p:custDataLst>
          </p:nvPr>
        </p:nvSpPr>
        <p:spPr bwMode="auto">
          <a:xfrm>
            <a:off x="6577013" y="4673600"/>
            <a:ext cx="103346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ctr"/>
            <a:r>
              <a:rPr lang="fr-FR" sz="1000"/>
              <a:t>Interviews data</a:t>
            </a:r>
          </a:p>
        </p:txBody>
      </p:sp>
      <p:sp>
        <p:nvSpPr>
          <p:cNvPr id="390176" name="ZoneTexte 56"/>
          <p:cNvSpPr txBox="1">
            <a:spLocks noChangeArrowheads="1"/>
          </p:cNvSpPr>
          <p:nvPr>
            <p:custDataLst>
              <p:tags r:id="rId33"/>
            </p:custDataLst>
          </p:nvPr>
        </p:nvSpPr>
        <p:spPr bwMode="auto">
          <a:xfrm>
            <a:off x="6577013" y="3578225"/>
            <a:ext cx="103346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ctr"/>
            <a:r>
              <a:rPr lang="fr-FR" sz="1000"/>
              <a:t>Interviews data</a:t>
            </a:r>
          </a:p>
        </p:txBody>
      </p:sp>
      <p:cxnSp>
        <p:nvCxnSpPr>
          <p:cNvPr id="61" name="Connecteur droit 60"/>
          <p:cNvCxnSpPr/>
          <p:nvPr>
            <p:custDataLst>
              <p:tags r:id="rId34"/>
            </p:custDataLst>
          </p:nvPr>
        </p:nvCxnSpPr>
        <p:spPr bwMode="auto">
          <a:xfrm flipV="1">
            <a:off x="214282" y="1765292"/>
            <a:ext cx="8643998" cy="71438"/>
          </a:xfrm>
          <a:prstGeom prst="line">
            <a:avLst/>
          </a:prstGeom>
          <a:solidFill>
            <a:schemeClr val="tx1">
              <a:alpha val="80000"/>
            </a:schemeClr>
          </a:solidFill>
          <a:ln w="63500" cap="flat" cmpd="sng" algn="ctr">
            <a:gradFill>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0"/>
            </a:gradFill>
            <a:prstDash val="dash"/>
            <a:round/>
            <a:headEnd type="none" w="med" len="med"/>
            <a:tailEnd type="none" w="med" len="med"/>
          </a:ln>
          <a:effectLst/>
        </p:spPr>
      </p:cxnSp>
      <p:cxnSp>
        <p:nvCxnSpPr>
          <p:cNvPr id="63" name="Connecteur droit 62"/>
          <p:cNvCxnSpPr/>
          <p:nvPr>
            <p:custDataLst>
              <p:tags r:id="rId35"/>
            </p:custDataLst>
          </p:nvPr>
        </p:nvCxnSpPr>
        <p:spPr bwMode="auto">
          <a:xfrm flipV="1">
            <a:off x="214282" y="2908300"/>
            <a:ext cx="8643998" cy="71438"/>
          </a:xfrm>
          <a:prstGeom prst="line">
            <a:avLst/>
          </a:prstGeom>
          <a:solidFill>
            <a:schemeClr val="tx1">
              <a:alpha val="80000"/>
            </a:schemeClr>
          </a:solidFill>
          <a:ln w="63500" cap="flat" cmpd="sng" algn="ctr">
            <a:gradFill>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0"/>
            </a:gradFill>
            <a:prstDash val="dash"/>
            <a:round/>
            <a:headEnd type="none" w="med" len="med"/>
            <a:tailEnd type="none" w="med" len="med"/>
          </a:ln>
          <a:effectLst/>
        </p:spPr>
      </p:cxnSp>
      <p:cxnSp>
        <p:nvCxnSpPr>
          <p:cNvPr id="64" name="Connecteur droit 63"/>
          <p:cNvCxnSpPr/>
          <p:nvPr>
            <p:custDataLst>
              <p:tags r:id="rId36"/>
            </p:custDataLst>
          </p:nvPr>
        </p:nvCxnSpPr>
        <p:spPr bwMode="auto">
          <a:xfrm flipV="1">
            <a:off x="214282" y="3979870"/>
            <a:ext cx="8643998" cy="71438"/>
          </a:xfrm>
          <a:prstGeom prst="line">
            <a:avLst/>
          </a:prstGeom>
          <a:solidFill>
            <a:schemeClr val="tx1">
              <a:alpha val="80000"/>
            </a:schemeClr>
          </a:solidFill>
          <a:ln w="63500" cap="flat" cmpd="sng" algn="ctr">
            <a:gradFill>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0"/>
            </a:gradFill>
            <a:prstDash val="dash"/>
            <a:round/>
            <a:headEnd type="none" w="med" len="med"/>
            <a:tailEnd type="none" w="med" len="med"/>
          </a:ln>
          <a:effectLst/>
        </p:spPr>
      </p:cxnSp>
      <p:cxnSp>
        <p:nvCxnSpPr>
          <p:cNvPr id="65" name="Connecteur droit 64"/>
          <p:cNvCxnSpPr/>
          <p:nvPr>
            <p:custDataLst>
              <p:tags r:id="rId37"/>
            </p:custDataLst>
          </p:nvPr>
        </p:nvCxnSpPr>
        <p:spPr bwMode="auto">
          <a:xfrm flipV="1">
            <a:off x="214282" y="5051440"/>
            <a:ext cx="8643998" cy="71438"/>
          </a:xfrm>
          <a:prstGeom prst="line">
            <a:avLst/>
          </a:prstGeom>
          <a:solidFill>
            <a:schemeClr val="tx1">
              <a:alpha val="80000"/>
            </a:schemeClr>
          </a:solidFill>
          <a:ln w="63500" cap="flat" cmpd="sng" algn="ctr">
            <a:gradFill>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0"/>
            </a:gradFill>
            <a:prstDash val="dash"/>
            <a:round/>
            <a:headEnd type="none" w="med" len="med"/>
            <a:tailEnd type="none" w="med" len="med"/>
          </a:ln>
          <a:effectLst/>
        </p:spPr>
      </p:cxnSp>
      <p:sp>
        <p:nvSpPr>
          <p:cNvPr id="68645" name="AutoShape 2088"/>
          <p:cNvSpPr>
            <a:spLocks noChangeArrowheads="1"/>
          </p:cNvSpPr>
          <p:nvPr>
            <p:custDataLst>
              <p:tags r:id="rId38"/>
            </p:custDataLst>
          </p:nvPr>
        </p:nvSpPr>
        <p:spPr bwMode="auto">
          <a:xfrm rot="5400000">
            <a:off x="5601495" y="4869656"/>
            <a:ext cx="576262" cy="358775"/>
          </a:xfrm>
          <a:prstGeom prst="rightArrow">
            <a:avLst>
              <a:gd name="adj1" fmla="val 50000"/>
              <a:gd name="adj2" fmla="val 40155"/>
            </a:avLst>
          </a:prstGeom>
          <a:gradFill rotWithShape="0">
            <a:gsLst>
              <a:gs pos="0">
                <a:srgbClr val="000082"/>
              </a:gs>
              <a:gs pos="13000">
                <a:srgbClr val="0047FF"/>
              </a:gs>
              <a:gs pos="28000">
                <a:srgbClr val="000082"/>
              </a:gs>
              <a:gs pos="42999">
                <a:srgbClr val="0047FF"/>
              </a:gs>
              <a:gs pos="58000">
                <a:srgbClr val="000082"/>
              </a:gs>
              <a:gs pos="72000">
                <a:srgbClr val="0047FF"/>
              </a:gs>
              <a:gs pos="87000">
                <a:srgbClr val="000082"/>
              </a:gs>
              <a:gs pos="100000">
                <a:srgbClr val="0047FF"/>
              </a:gs>
            </a:gsLst>
            <a:lin ang="18900000"/>
          </a:gradFill>
          <a:ln w="12700">
            <a:solidFill>
              <a:srgbClr val="666666"/>
            </a:solidFill>
            <a:miter lim="800000"/>
            <a:headEnd/>
            <a:tailEnd/>
          </a:ln>
          <a:effectLst>
            <a:outerShdw dist="28398" dir="3806097" algn="ctr" rotWithShape="0">
              <a:srgbClr val="7F7F7F">
                <a:alpha val="50000"/>
              </a:srgbClr>
            </a:outerShdw>
          </a:effectLst>
        </p:spPr>
        <p:txBody>
          <a:bodyPr/>
          <a:lstStyle/>
          <a:p>
            <a:pPr algn="r">
              <a:defRPr/>
            </a:pPr>
            <a:endParaRPr lang="fr-FR" sz="2000">
              <a:solidFill>
                <a:srgbClr val="FFFFFF"/>
              </a:solidFill>
              <a:cs typeface="+mn-cs"/>
            </a:endParaRPr>
          </a:p>
        </p:txBody>
      </p:sp>
      <p:sp>
        <p:nvSpPr>
          <p:cNvPr id="68646" name="AutoShape 2088"/>
          <p:cNvSpPr>
            <a:spLocks noChangeArrowheads="1"/>
          </p:cNvSpPr>
          <p:nvPr>
            <p:custDataLst>
              <p:tags r:id="rId39"/>
            </p:custDataLst>
          </p:nvPr>
        </p:nvSpPr>
        <p:spPr bwMode="auto">
          <a:xfrm rot="5400000">
            <a:off x="5604669" y="1654969"/>
            <a:ext cx="576263" cy="358775"/>
          </a:xfrm>
          <a:prstGeom prst="rightArrow">
            <a:avLst>
              <a:gd name="adj1" fmla="val 50000"/>
              <a:gd name="adj2" fmla="val 40155"/>
            </a:avLst>
          </a:prstGeom>
          <a:gradFill rotWithShape="0">
            <a:gsLst>
              <a:gs pos="0">
                <a:srgbClr val="000082"/>
              </a:gs>
              <a:gs pos="13000">
                <a:srgbClr val="0047FF"/>
              </a:gs>
              <a:gs pos="28000">
                <a:srgbClr val="000082"/>
              </a:gs>
              <a:gs pos="42999">
                <a:srgbClr val="0047FF"/>
              </a:gs>
              <a:gs pos="58000">
                <a:srgbClr val="000082"/>
              </a:gs>
              <a:gs pos="72000">
                <a:srgbClr val="0047FF"/>
              </a:gs>
              <a:gs pos="87000">
                <a:srgbClr val="000082"/>
              </a:gs>
              <a:gs pos="100000">
                <a:srgbClr val="0047FF"/>
              </a:gs>
            </a:gsLst>
            <a:lin ang="18900000"/>
          </a:gradFill>
          <a:ln w="12700">
            <a:solidFill>
              <a:srgbClr val="666666"/>
            </a:solidFill>
            <a:miter lim="800000"/>
            <a:headEnd/>
            <a:tailEnd/>
          </a:ln>
          <a:effectLst>
            <a:outerShdw dist="28398" dir="3806097" algn="ctr" rotWithShape="0">
              <a:srgbClr val="7F7F7F">
                <a:alpha val="50000"/>
              </a:srgbClr>
            </a:outerShdw>
          </a:effectLst>
        </p:spPr>
        <p:txBody>
          <a:bodyPr/>
          <a:lstStyle/>
          <a:p>
            <a:pPr algn="r">
              <a:defRPr/>
            </a:pPr>
            <a:endParaRPr lang="fr-FR" sz="2000">
              <a:solidFill>
                <a:srgbClr val="FFFFFF"/>
              </a:solidFill>
              <a:cs typeface="+mn-cs"/>
            </a:endParaRPr>
          </a:p>
        </p:txBody>
      </p:sp>
      <p:sp>
        <p:nvSpPr>
          <p:cNvPr id="68647" name="AutoShape 2088"/>
          <p:cNvSpPr>
            <a:spLocks noChangeArrowheads="1"/>
          </p:cNvSpPr>
          <p:nvPr>
            <p:custDataLst>
              <p:tags r:id="rId40"/>
            </p:custDataLst>
          </p:nvPr>
        </p:nvSpPr>
        <p:spPr bwMode="auto">
          <a:xfrm rot="5400000">
            <a:off x="5604670" y="2802731"/>
            <a:ext cx="576262" cy="358775"/>
          </a:xfrm>
          <a:prstGeom prst="rightArrow">
            <a:avLst>
              <a:gd name="adj1" fmla="val 50000"/>
              <a:gd name="adj2" fmla="val 40155"/>
            </a:avLst>
          </a:prstGeom>
          <a:gradFill rotWithShape="0">
            <a:gsLst>
              <a:gs pos="0">
                <a:srgbClr val="000082"/>
              </a:gs>
              <a:gs pos="13000">
                <a:srgbClr val="0047FF"/>
              </a:gs>
              <a:gs pos="28000">
                <a:srgbClr val="000082"/>
              </a:gs>
              <a:gs pos="42999">
                <a:srgbClr val="0047FF"/>
              </a:gs>
              <a:gs pos="58000">
                <a:srgbClr val="000082"/>
              </a:gs>
              <a:gs pos="72000">
                <a:srgbClr val="0047FF"/>
              </a:gs>
              <a:gs pos="87000">
                <a:srgbClr val="000082"/>
              </a:gs>
              <a:gs pos="100000">
                <a:srgbClr val="0047FF"/>
              </a:gs>
            </a:gsLst>
            <a:lin ang="18900000"/>
          </a:gradFill>
          <a:ln w="12700">
            <a:solidFill>
              <a:srgbClr val="666666"/>
            </a:solidFill>
            <a:miter lim="800000"/>
            <a:headEnd/>
            <a:tailEnd/>
          </a:ln>
          <a:effectLst>
            <a:outerShdw dist="28398" dir="3806097" algn="ctr" rotWithShape="0">
              <a:srgbClr val="7F7F7F">
                <a:alpha val="50000"/>
              </a:srgbClr>
            </a:outerShdw>
          </a:effectLst>
        </p:spPr>
        <p:txBody>
          <a:bodyPr/>
          <a:lstStyle/>
          <a:p>
            <a:pPr algn="r">
              <a:defRPr/>
            </a:pPr>
            <a:endParaRPr lang="fr-FR" sz="2000">
              <a:solidFill>
                <a:srgbClr val="FFFFFF"/>
              </a:solidFill>
              <a:cs typeface="+mn-cs"/>
            </a:endParaRPr>
          </a:p>
        </p:txBody>
      </p:sp>
      <p:sp>
        <p:nvSpPr>
          <p:cNvPr id="68648" name="AutoShape 2088"/>
          <p:cNvSpPr>
            <a:spLocks noChangeArrowheads="1"/>
          </p:cNvSpPr>
          <p:nvPr>
            <p:custDataLst>
              <p:tags r:id="rId41"/>
            </p:custDataLst>
          </p:nvPr>
        </p:nvSpPr>
        <p:spPr bwMode="auto">
          <a:xfrm rot="5400000">
            <a:off x="5603082" y="3802856"/>
            <a:ext cx="576262" cy="358775"/>
          </a:xfrm>
          <a:prstGeom prst="rightArrow">
            <a:avLst>
              <a:gd name="adj1" fmla="val 50000"/>
              <a:gd name="adj2" fmla="val 40155"/>
            </a:avLst>
          </a:prstGeom>
          <a:gradFill rotWithShape="0">
            <a:gsLst>
              <a:gs pos="0">
                <a:srgbClr val="000082"/>
              </a:gs>
              <a:gs pos="13000">
                <a:srgbClr val="0047FF"/>
              </a:gs>
              <a:gs pos="28000">
                <a:srgbClr val="000082"/>
              </a:gs>
              <a:gs pos="42999">
                <a:srgbClr val="0047FF"/>
              </a:gs>
              <a:gs pos="58000">
                <a:srgbClr val="000082"/>
              </a:gs>
              <a:gs pos="72000">
                <a:srgbClr val="0047FF"/>
              </a:gs>
              <a:gs pos="87000">
                <a:srgbClr val="000082"/>
              </a:gs>
              <a:gs pos="100000">
                <a:srgbClr val="0047FF"/>
              </a:gs>
            </a:gsLst>
            <a:lin ang="18900000"/>
          </a:gradFill>
          <a:ln w="12700">
            <a:solidFill>
              <a:srgbClr val="666666"/>
            </a:solidFill>
            <a:miter lim="800000"/>
            <a:headEnd/>
            <a:tailEnd/>
          </a:ln>
          <a:effectLst>
            <a:outerShdw dist="28398" dir="3806097" algn="ctr" rotWithShape="0">
              <a:srgbClr val="7F7F7F">
                <a:alpha val="50000"/>
              </a:srgbClr>
            </a:outerShdw>
          </a:effectLst>
        </p:spPr>
        <p:txBody>
          <a:bodyPr/>
          <a:lstStyle/>
          <a:p>
            <a:pPr algn="r">
              <a:defRPr/>
            </a:pPr>
            <a:endParaRPr lang="fr-FR" sz="2000">
              <a:solidFill>
                <a:srgbClr val="FFFFFF"/>
              </a:solidFill>
              <a:cs typeface="+mn-cs"/>
            </a:endParaRPr>
          </a:p>
        </p:txBody>
      </p:sp>
      <p:sp>
        <p:nvSpPr>
          <p:cNvPr id="68649" name="AutoShape 2088"/>
          <p:cNvSpPr>
            <a:spLocks noChangeArrowheads="1"/>
          </p:cNvSpPr>
          <p:nvPr>
            <p:custDataLst>
              <p:tags r:id="rId42"/>
            </p:custDataLst>
          </p:nvPr>
        </p:nvSpPr>
        <p:spPr bwMode="auto">
          <a:xfrm rot="-5400000">
            <a:off x="7489031" y="4798219"/>
            <a:ext cx="576263" cy="358775"/>
          </a:xfrm>
          <a:prstGeom prst="rightArrow">
            <a:avLst>
              <a:gd name="adj1" fmla="val 50000"/>
              <a:gd name="adj2" fmla="val 40155"/>
            </a:avLst>
          </a:prstGeom>
          <a:gradFill rotWithShape="0">
            <a:gsLst>
              <a:gs pos="0">
                <a:srgbClr val="9C9CDF"/>
              </a:gs>
              <a:gs pos="50000">
                <a:srgbClr val="CCCCCC"/>
              </a:gs>
              <a:gs pos="100000">
                <a:srgbClr val="666666"/>
              </a:gs>
            </a:gsLst>
            <a:lin ang="18900000" scaled="1"/>
          </a:gradFill>
          <a:ln w="12700">
            <a:solidFill>
              <a:srgbClr val="666666"/>
            </a:solidFill>
            <a:miter lim="800000"/>
            <a:headEnd/>
            <a:tailEnd/>
          </a:ln>
          <a:effectLst>
            <a:outerShdw dist="28398" dir="3806097" algn="ctr" rotWithShape="0">
              <a:srgbClr val="7F7F7F">
                <a:alpha val="50000"/>
              </a:srgbClr>
            </a:outerShdw>
          </a:effectLst>
        </p:spPr>
        <p:txBody>
          <a:bodyPr rot="10800000"/>
          <a:lstStyle/>
          <a:p>
            <a:pPr algn="r">
              <a:defRPr/>
            </a:pPr>
            <a:endParaRPr lang="fr-FR" sz="2000">
              <a:solidFill>
                <a:srgbClr val="FFFFFF"/>
              </a:solidFill>
              <a:cs typeface="+mn-cs"/>
            </a:endParaRPr>
          </a:p>
        </p:txBody>
      </p:sp>
      <p:sp>
        <p:nvSpPr>
          <p:cNvPr id="68650" name="AutoShape 2088"/>
          <p:cNvSpPr>
            <a:spLocks noChangeArrowheads="1"/>
          </p:cNvSpPr>
          <p:nvPr>
            <p:custDataLst>
              <p:tags r:id="rId43"/>
            </p:custDataLst>
          </p:nvPr>
        </p:nvSpPr>
        <p:spPr bwMode="auto">
          <a:xfrm rot="-5400000">
            <a:off x="7489032" y="3802856"/>
            <a:ext cx="576262" cy="358775"/>
          </a:xfrm>
          <a:prstGeom prst="rightArrow">
            <a:avLst>
              <a:gd name="adj1" fmla="val 50000"/>
              <a:gd name="adj2" fmla="val 40155"/>
            </a:avLst>
          </a:prstGeom>
          <a:gradFill rotWithShape="0">
            <a:gsLst>
              <a:gs pos="0">
                <a:srgbClr val="9C9CDF"/>
              </a:gs>
              <a:gs pos="50000">
                <a:srgbClr val="CCCCCC"/>
              </a:gs>
              <a:gs pos="100000">
                <a:srgbClr val="666666"/>
              </a:gs>
            </a:gsLst>
            <a:lin ang="18900000" scaled="1"/>
          </a:gradFill>
          <a:ln w="12700">
            <a:solidFill>
              <a:srgbClr val="666666"/>
            </a:solidFill>
            <a:miter lim="800000"/>
            <a:headEnd/>
            <a:tailEnd/>
          </a:ln>
          <a:effectLst>
            <a:outerShdw dist="28398" dir="3806097" algn="ctr" rotWithShape="0">
              <a:srgbClr val="7F7F7F">
                <a:alpha val="50000"/>
              </a:srgbClr>
            </a:outerShdw>
          </a:effectLst>
        </p:spPr>
        <p:txBody>
          <a:bodyPr rot="10800000"/>
          <a:lstStyle/>
          <a:p>
            <a:pPr algn="r">
              <a:defRPr/>
            </a:pPr>
            <a:endParaRPr lang="fr-FR" sz="2000">
              <a:solidFill>
                <a:srgbClr val="FFFFFF"/>
              </a:solidFill>
              <a:cs typeface="+mn-cs"/>
            </a:endParaRPr>
          </a:p>
        </p:txBody>
      </p:sp>
      <p:graphicFrame>
        <p:nvGraphicFramePr>
          <p:cNvPr id="390187" name="Object 15"/>
          <p:cNvGraphicFramePr>
            <a:graphicFrameLocks noChangeAspect="1"/>
          </p:cNvGraphicFramePr>
          <p:nvPr>
            <p:custDataLst>
              <p:tags r:id="rId44"/>
            </p:custDataLst>
          </p:nvPr>
        </p:nvGraphicFramePr>
        <p:xfrm>
          <a:off x="6804025" y="1989138"/>
          <a:ext cx="500063" cy="642937"/>
        </p:xfrm>
        <a:graphic>
          <a:graphicData uri="http://schemas.openxmlformats.org/presentationml/2006/ole">
            <mc:AlternateContent xmlns:mc="http://schemas.openxmlformats.org/markup-compatibility/2006">
              <mc:Choice xmlns:v="urn:schemas-microsoft-com:vml" Requires="v">
                <p:oleObj spid="_x0000_s390352" name="Visio" r:id="rId72" imgW="676751" imgH="996791" progId="Visio.Drawing.11">
                  <p:embed/>
                </p:oleObj>
              </mc:Choice>
              <mc:Fallback>
                <p:oleObj name="Visio" r:id="rId72" imgW="676751" imgH="996791" progId="Visio.Drawing.11">
                  <p:embed/>
                  <p:pic>
                    <p:nvPicPr>
                      <p:cNvPr id="0" name="Object 15"/>
                      <p:cNvPicPr>
                        <a:picLocks noChangeAspect="1" noChangeArrowheads="1"/>
                      </p:cNvPicPr>
                      <p:nvPr/>
                    </p:nvPicPr>
                    <p:blipFill>
                      <a:blip r:embed="rId69">
                        <a:extLst>
                          <a:ext uri="{28A0092B-C50C-407E-A947-70E740481C1C}">
                            <a14:useLocalDpi xmlns:a14="http://schemas.microsoft.com/office/drawing/2010/main" val="0"/>
                          </a:ext>
                        </a:extLst>
                      </a:blip>
                      <a:srcRect/>
                      <a:stretch>
                        <a:fillRect/>
                      </a:stretch>
                    </p:blipFill>
                    <p:spPr bwMode="auto">
                      <a:xfrm>
                        <a:off x="6804025" y="1989138"/>
                        <a:ext cx="500063" cy="642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90188" name="ZoneTexte 56"/>
          <p:cNvSpPr txBox="1">
            <a:spLocks noChangeArrowheads="1"/>
          </p:cNvSpPr>
          <p:nvPr>
            <p:custDataLst>
              <p:tags r:id="rId45"/>
            </p:custDataLst>
          </p:nvPr>
        </p:nvSpPr>
        <p:spPr bwMode="auto">
          <a:xfrm>
            <a:off x="6577013" y="2444750"/>
            <a:ext cx="103346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ctr"/>
            <a:r>
              <a:rPr lang="fr-FR" sz="1000"/>
              <a:t>Interviews data</a:t>
            </a:r>
          </a:p>
        </p:txBody>
      </p:sp>
      <p:sp>
        <p:nvSpPr>
          <p:cNvPr id="68653" name="AutoShape 2088"/>
          <p:cNvSpPr>
            <a:spLocks noChangeArrowheads="1"/>
          </p:cNvSpPr>
          <p:nvPr>
            <p:custDataLst>
              <p:tags r:id="rId46"/>
            </p:custDataLst>
          </p:nvPr>
        </p:nvSpPr>
        <p:spPr bwMode="auto">
          <a:xfrm rot="-5400000">
            <a:off x="7489032" y="2745581"/>
            <a:ext cx="576262" cy="358775"/>
          </a:xfrm>
          <a:prstGeom prst="rightArrow">
            <a:avLst>
              <a:gd name="adj1" fmla="val 50000"/>
              <a:gd name="adj2" fmla="val 40155"/>
            </a:avLst>
          </a:prstGeom>
          <a:gradFill rotWithShape="0">
            <a:gsLst>
              <a:gs pos="0">
                <a:srgbClr val="9C9CDF"/>
              </a:gs>
              <a:gs pos="50000">
                <a:srgbClr val="CCCCCC"/>
              </a:gs>
              <a:gs pos="100000">
                <a:srgbClr val="666666"/>
              </a:gs>
            </a:gsLst>
            <a:lin ang="18900000" scaled="1"/>
          </a:gradFill>
          <a:ln w="12700">
            <a:solidFill>
              <a:srgbClr val="666666"/>
            </a:solidFill>
            <a:miter lim="800000"/>
            <a:headEnd/>
            <a:tailEnd/>
          </a:ln>
          <a:effectLst>
            <a:outerShdw dist="28398" dir="3806097" algn="ctr" rotWithShape="0">
              <a:srgbClr val="7F7F7F">
                <a:alpha val="50000"/>
              </a:srgbClr>
            </a:outerShdw>
          </a:effectLst>
        </p:spPr>
        <p:txBody>
          <a:bodyPr rot="10800000"/>
          <a:lstStyle/>
          <a:p>
            <a:pPr algn="r">
              <a:defRPr/>
            </a:pPr>
            <a:endParaRPr lang="fr-FR" sz="2000">
              <a:solidFill>
                <a:srgbClr val="FFFFFF"/>
              </a:solidFill>
              <a:cs typeface="+mn-cs"/>
            </a:endParaRPr>
          </a:p>
        </p:txBody>
      </p:sp>
      <p:sp>
        <p:nvSpPr>
          <p:cNvPr id="390190" name="Text Box 2"/>
          <p:cNvSpPr>
            <a:spLocks noChangeArrowheads="1"/>
          </p:cNvSpPr>
          <p:nvPr>
            <p:custDataLst>
              <p:tags r:id="rId47"/>
            </p:custDataLst>
          </p:nvPr>
        </p:nvSpPr>
        <p:spPr bwMode="auto">
          <a:xfrm>
            <a:off x="-108520" y="-100013"/>
            <a:ext cx="9324527" cy="914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nchor="ctr"/>
          <a:lstStyle/>
          <a:p>
            <a:pPr algn="ctr" eaLnBrk="0" hangingPunct="0"/>
            <a:r>
              <a:rPr lang="en-GB" sz="4400" dirty="0">
                <a:solidFill>
                  <a:srgbClr val="0066FF"/>
                </a:solidFill>
              </a:rPr>
              <a:t>e-SMP: Organizational infrastructure </a:t>
            </a:r>
          </a:p>
        </p:txBody>
      </p:sp>
    </p:spTree>
    <p:custDataLst>
      <p:tags r:id="rId2"/>
    </p:custData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7554" name="Groupe 88"/>
          <p:cNvGrpSpPr>
            <a:grpSpLocks noChangeAspect="1"/>
          </p:cNvGrpSpPr>
          <p:nvPr>
            <p:custDataLst>
              <p:tags r:id="rId3"/>
            </p:custDataLst>
          </p:nvPr>
        </p:nvGrpSpPr>
        <p:grpSpPr bwMode="auto">
          <a:xfrm>
            <a:off x="398463" y="1484313"/>
            <a:ext cx="788987" cy="523875"/>
            <a:chOff x="3571868" y="142852"/>
            <a:chExt cx="657316" cy="436421"/>
          </a:xfrm>
        </p:grpSpPr>
        <p:pic>
          <p:nvPicPr>
            <p:cNvPr id="407555" name="Picture 2"/>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3571868" y="142852"/>
              <a:ext cx="473075" cy="3444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407556" name="Picture 2057"/>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3857620" y="214290"/>
              <a:ext cx="371564" cy="364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07557" name="Titre 7"/>
          <p:cNvSpPr>
            <a:spLocks noGrp="1"/>
          </p:cNvSpPr>
          <p:nvPr>
            <p:ph type="title" idx="4294967295"/>
            <p:custDataLst>
              <p:tags r:id="rId4"/>
            </p:custDataLst>
          </p:nvPr>
        </p:nvSpPr>
        <p:spPr>
          <a:xfrm>
            <a:off x="0" y="-162272"/>
            <a:ext cx="9144000" cy="1143000"/>
          </a:xfrm>
        </p:spPr>
        <p:txBody>
          <a:bodyPr wrap="none"/>
          <a:lstStyle/>
          <a:p>
            <a:r>
              <a:rPr lang="en-GB" dirty="0">
                <a:solidFill>
                  <a:srgbClr val="0066FF"/>
                </a:solidFill>
              </a:rPr>
              <a:t>e-SMP: Communication </a:t>
            </a:r>
            <a:endParaRPr lang="fr-FR" dirty="0">
              <a:solidFill>
                <a:srgbClr val="0066FF"/>
              </a:solidFill>
            </a:endParaRPr>
          </a:p>
        </p:txBody>
      </p:sp>
      <p:grpSp>
        <p:nvGrpSpPr>
          <p:cNvPr id="407558" name="Groupe 143"/>
          <p:cNvGrpSpPr>
            <a:grpSpLocks/>
          </p:cNvGrpSpPr>
          <p:nvPr>
            <p:custDataLst>
              <p:tags r:id="rId5"/>
            </p:custDataLst>
          </p:nvPr>
        </p:nvGrpSpPr>
        <p:grpSpPr bwMode="auto">
          <a:xfrm>
            <a:off x="6950075" y="3303588"/>
            <a:ext cx="1785938" cy="1143000"/>
            <a:chOff x="142875" y="1928813"/>
            <a:chExt cx="1785919" cy="1142992"/>
          </a:xfrm>
        </p:grpSpPr>
        <p:sp>
          <p:nvSpPr>
            <p:cNvPr id="74" name="AutoShape 2099"/>
            <p:cNvSpPr>
              <a:spLocks noChangeArrowheads="1"/>
            </p:cNvSpPr>
            <p:nvPr/>
          </p:nvSpPr>
          <p:spPr bwMode="auto">
            <a:xfrm>
              <a:off x="142875" y="1928813"/>
              <a:ext cx="1785919" cy="1071555"/>
            </a:xfrm>
            <a:prstGeom prst="roundRect">
              <a:avLst>
                <a:gd name="adj" fmla="val 16667"/>
              </a:avLst>
            </a:prstGeom>
            <a:gradFill rotWithShape="0">
              <a:gsLst>
                <a:gs pos="0">
                  <a:srgbClr val="FFFFFF"/>
                </a:gs>
                <a:gs pos="100000">
                  <a:srgbClr val="B8CCE4"/>
                </a:gs>
              </a:gsLst>
              <a:lin ang="5400000" scaled="1"/>
            </a:gradFill>
            <a:ln w="12700">
              <a:solidFill>
                <a:srgbClr val="95B3D7"/>
              </a:solidFill>
              <a:round/>
              <a:headEnd/>
              <a:tailEnd/>
            </a:ln>
            <a:effectLst>
              <a:outerShdw dist="28398" dir="3806097" algn="ctr" rotWithShape="0">
                <a:srgbClr val="243F60">
                  <a:alpha val="50000"/>
                </a:srgbClr>
              </a:outerShdw>
            </a:effectLst>
          </p:spPr>
          <p:txBody>
            <a:bodyPr/>
            <a:lstStyle/>
            <a:p>
              <a:pPr algn="ctr"/>
              <a:r>
                <a:rPr lang="fr-FR" sz="2000" b="1" u="sng">
                  <a:effectLst>
                    <a:outerShdw blurRad="38100" dist="38100" dir="2700000" algn="tl">
                      <a:srgbClr val="C0C0C0"/>
                    </a:outerShdw>
                  </a:effectLst>
                </a:rPr>
                <a:t>Project </a:t>
              </a:r>
            </a:p>
          </p:txBody>
        </p:sp>
        <p:grpSp>
          <p:nvGrpSpPr>
            <p:cNvPr id="407560" name="Groupe 135"/>
            <p:cNvGrpSpPr>
              <a:grpSpLocks/>
            </p:cNvGrpSpPr>
            <p:nvPr/>
          </p:nvGrpSpPr>
          <p:grpSpPr bwMode="auto">
            <a:xfrm>
              <a:off x="1071542" y="2428868"/>
              <a:ext cx="500062" cy="642937"/>
              <a:chOff x="1071542" y="2428868"/>
              <a:chExt cx="500062" cy="642937"/>
            </a:xfrm>
          </p:grpSpPr>
          <p:graphicFrame>
            <p:nvGraphicFramePr>
              <p:cNvPr id="407561" name="Object 68"/>
              <p:cNvGraphicFramePr>
                <a:graphicFrameLocks noChangeAspect="1"/>
              </p:cNvGraphicFramePr>
              <p:nvPr/>
            </p:nvGraphicFramePr>
            <p:xfrm>
              <a:off x="1071542" y="2428868"/>
              <a:ext cx="500062" cy="642937"/>
            </p:xfrm>
            <a:graphic>
              <a:graphicData uri="http://schemas.openxmlformats.org/presentationml/2006/ole">
                <mc:AlternateContent xmlns:mc="http://schemas.openxmlformats.org/markup-compatibility/2006">
                  <mc:Choice xmlns:v="urn:schemas-microsoft-com:vml" Requires="v">
                    <p:oleObj spid="_x0000_s429202" name="Visio" r:id="rId41" imgW="676751" imgH="996791" progId="Visio.Drawing.11">
                      <p:embed/>
                    </p:oleObj>
                  </mc:Choice>
                  <mc:Fallback>
                    <p:oleObj name="Visio" r:id="rId41" imgW="676751" imgH="996791" progId="Visio.Drawing.11">
                      <p:embed/>
                      <p:pic>
                        <p:nvPicPr>
                          <p:cNvPr id="0" name=""/>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1071542" y="2428868"/>
                            <a:ext cx="500062" cy="642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84" name="Image 83" descr="star_red.png"/>
              <p:cNvPicPr>
                <a:picLocks noChangeAspect="1"/>
              </p:cNvPicPr>
              <p:nvPr/>
            </p:nvPicPr>
            <p:blipFill>
              <a:blip r:embed="rId43"/>
              <a:stretch>
                <a:fillRect/>
              </a:stretch>
            </p:blipFill>
            <p:spPr>
              <a:xfrm>
                <a:off x="1187439" y="2552696"/>
                <a:ext cx="304797" cy="304798"/>
              </a:xfrm>
              <a:prstGeom prst="rect">
                <a:avLst/>
              </a:prstGeom>
              <a:solidFill>
                <a:schemeClr val="tx1">
                  <a:lumMod val="65000"/>
                  <a:lumOff val="35000"/>
                </a:schemeClr>
              </a:solidFill>
            </p:spPr>
          </p:pic>
        </p:grpSp>
        <p:grpSp>
          <p:nvGrpSpPr>
            <p:cNvPr id="407563" name="Groupe 134"/>
            <p:cNvGrpSpPr>
              <a:grpSpLocks/>
            </p:cNvGrpSpPr>
            <p:nvPr/>
          </p:nvGrpSpPr>
          <p:grpSpPr bwMode="auto">
            <a:xfrm>
              <a:off x="420667" y="2428868"/>
              <a:ext cx="500062" cy="642937"/>
              <a:chOff x="420667" y="2428868"/>
              <a:chExt cx="500062" cy="642937"/>
            </a:xfrm>
          </p:grpSpPr>
          <p:graphicFrame>
            <p:nvGraphicFramePr>
              <p:cNvPr id="407564" name="Object 73"/>
              <p:cNvGraphicFramePr>
                <a:graphicFrameLocks noChangeAspect="1"/>
              </p:cNvGraphicFramePr>
              <p:nvPr/>
            </p:nvGraphicFramePr>
            <p:xfrm>
              <a:off x="420667" y="2428868"/>
              <a:ext cx="500062" cy="642937"/>
            </p:xfrm>
            <a:graphic>
              <a:graphicData uri="http://schemas.openxmlformats.org/presentationml/2006/ole">
                <mc:AlternateContent xmlns:mc="http://schemas.openxmlformats.org/markup-compatibility/2006">
                  <mc:Choice xmlns:v="urn:schemas-microsoft-com:vml" Requires="v">
                    <p:oleObj spid="_x0000_s429203" name="Visio" r:id="rId44" imgW="676751" imgH="996791" progId="Visio.Drawing.11">
                      <p:embed/>
                    </p:oleObj>
                  </mc:Choice>
                  <mc:Fallback>
                    <p:oleObj name="Visio" r:id="rId44" imgW="676751" imgH="996791" progId="Visio.Drawing.11">
                      <p:embed/>
                      <p:pic>
                        <p:nvPicPr>
                          <p:cNvPr id="0" name=""/>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420667" y="2428868"/>
                            <a:ext cx="500062" cy="642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407565" name="Image 106" descr="star_red.png"/>
              <p:cNvPicPr>
                <a:picLocks noChangeAspect="1"/>
              </p:cNvPicPr>
              <p:nvPr/>
            </p:nvPicPr>
            <p:blipFill>
              <a:blip r:embed="rId43">
                <a:extLst>
                  <a:ext uri="{28A0092B-C50C-407E-A947-70E740481C1C}">
                    <a14:useLocalDpi xmlns:a14="http://schemas.microsoft.com/office/drawing/2010/main" val="0"/>
                  </a:ext>
                </a:extLst>
              </a:blip>
              <a:srcRect/>
              <a:stretch>
                <a:fillRect/>
              </a:stretch>
            </p:blipFill>
            <p:spPr bwMode="auto">
              <a:xfrm>
                <a:off x="544468" y="2552693"/>
                <a:ext cx="304800"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grpSp>
      </p:grpSp>
      <p:grpSp>
        <p:nvGrpSpPr>
          <p:cNvPr id="407566" name="Groupe 145"/>
          <p:cNvGrpSpPr>
            <a:grpSpLocks/>
          </p:cNvGrpSpPr>
          <p:nvPr>
            <p:custDataLst>
              <p:tags r:id="rId6"/>
            </p:custDataLst>
          </p:nvPr>
        </p:nvGrpSpPr>
        <p:grpSpPr bwMode="auto">
          <a:xfrm>
            <a:off x="1816100" y="5521325"/>
            <a:ext cx="1785938" cy="1071563"/>
            <a:chOff x="295244" y="5000636"/>
            <a:chExt cx="1785950" cy="1071570"/>
          </a:xfrm>
        </p:grpSpPr>
        <p:sp>
          <p:nvSpPr>
            <p:cNvPr id="2" name="AutoShape 2099"/>
            <p:cNvSpPr>
              <a:spLocks noChangeArrowheads="1"/>
            </p:cNvSpPr>
            <p:nvPr/>
          </p:nvSpPr>
          <p:spPr bwMode="auto">
            <a:xfrm>
              <a:off x="295244" y="5000636"/>
              <a:ext cx="1785950" cy="1071570"/>
            </a:xfrm>
            <a:prstGeom prst="roundRect">
              <a:avLst>
                <a:gd name="adj" fmla="val 16667"/>
              </a:avLst>
            </a:prstGeom>
            <a:gradFill rotWithShape="0">
              <a:gsLst>
                <a:gs pos="0">
                  <a:srgbClr val="FFFFFF"/>
                </a:gs>
                <a:gs pos="100000">
                  <a:srgbClr val="B8CCE4"/>
                </a:gs>
              </a:gsLst>
              <a:lin ang="5400000" scaled="1"/>
            </a:gradFill>
            <a:ln w="12700">
              <a:solidFill>
                <a:srgbClr val="95B3D7"/>
              </a:solidFill>
              <a:round/>
              <a:headEnd/>
              <a:tailEnd/>
            </a:ln>
            <a:effectLst>
              <a:outerShdw dist="28398" dir="3806097" algn="ctr" rotWithShape="0">
                <a:srgbClr val="243F60">
                  <a:alpha val="50000"/>
                </a:srgbClr>
              </a:outerShdw>
            </a:effectLst>
          </p:spPr>
          <p:txBody>
            <a:bodyPr anchor="b"/>
            <a:lstStyle/>
            <a:p>
              <a:pPr algn="ctr"/>
              <a:r>
                <a:rPr lang="fr-FR" sz="2000" b="1" u="sng">
                  <a:effectLst>
                    <a:outerShdw blurRad="38100" dist="38100" dir="2700000" algn="tl">
                      <a:srgbClr val="C0C0C0"/>
                    </a:outerShdw>
                  </a:effectLst>
                </a:rPr>
                <a:t>Country</a:t>
              </a:r>
            </a:p>
          </p:txBody>
        </p:sp>
        <p:grpSp>
          <p:nvGrpSpPr>
            <p:cNvPr id="407568" name="Groupe 137"/>
            <p:cNvGrpSpPr>
              <a:grpSpLocks/>
            </p:cNvGrpSpPr>
            <p:nvPr/>
          </p:nvGrpSpPr>
          <p:grpSpPr bwMode="auto">
            <a:xfrm>
              <a:off x="928666" y="5072074"/>
              <a:ext cx="500062" cy="642938"/>
              <a:chOff x="5653088" y="5572125"/>
              <a:chExt cx="500062" cy="642938"/>
            </a:xfrm>
          </p:grpSpPr>
          <p:graphicFrame>
            <p:nvGraphicFramePr>
              <p:cNvPr id="407569" name="Object 89"/>
              <p:cNvGraphicFramePr>
                <a:graphicFrameLocks noChangeAspect="1"/>
              </p:cNvGraphicFramePr>
              <p:nvPr/>
            </p:nvGraphicFramePr>
            <p:xfrm>
              <a:off x="5653088" y="5572125"/>
              <a:ext cx="500062" cy="642938"/>
            </p:xfrm>
            <a:graphic>
              <a:graphicData uri="http://schemas.openxmlformats.org/presentationml/2006/ole">
                <mc:AlternateContent xmlns:mc="http://schemas.openxmlformats.org/markup-compatibility/2006">
                  <mc:Choice xmlns:v="urn:schemas-microsoft-com:vml" Requires="v">
                    <p:oleObj spid="_x0000_s429204" name="Visio" r:id="rId45" imgW="676751" imgH="996791" progId="Visio.Drawing.11">
                      <p:embed/>
                    </p:oleObj>
                  </mc:Choice>
                  <mc:Fallback>
                    <p:oleObj name="Visio" r:id="rId45" imgW="676751" imgH="996791" progId="Visio.Drawing.11">
                      <p:embed/>
                      <p:pic>
                        <p:nvPicPr>
                          <p:cNvPr id="0" name=""/>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5653088" y="5572125"/>
                            <a:ext cx="500062" cy="642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407570" name="Image 144" descr="star_blue.png"/>
              <p:cNvPicPr>
                <a:picLocks noChangeAspect="1"/>
              </p:cNvPicPr>
              <p:nvPr/>
            </p:nvPicPr>
            <p:blipFill>
              <a:blip r:embed="rId46">
                <a:extLst>
                  <a:ext uri="{28A0092B-C50C-407E-A947-70E740481C1C}">
                    <a14:useLocalDpi xmlns:a14="http://schemas.microsoft.com/office/drawing/2010/main" val="0"/>
                  </a:ext>
                </a:extLst>
              </a:blip>
              <a:srcRect/>
              <a:stretch>
                <a:fillRect/>
              </a:stretch>
            </p:blipFill>
            <p:spPr bwMode="auto">
              <a:xfrm>
                <a:off x="5767388" y="5643563"/>
                <a:ext cx="304800"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grpSp>
      </p:grpSp>
      <p:grpSp>
        <p:nvGrpSpPr>
          <p:cNvPr id="407571" name="Groupe 146"/>
          <p:cNvGrpSpPr>
            <a:grpSpLocks/>
          </p:cNvGrpSpPr>
          <p:nvPr>
            <p:custDataLst>
              <p:tags r:id="rId7"/>
            </p:custDataLst>
          </p:nvPr>
        </p:nvGrpSpPr>
        <p:grpSpPr bwMode="auto">
          <a:xfrm>
            <a:off x="4787900" y="908050"/>
            <a:ext cx="2571750" cy="1428750"/>
            <a:chOff x="2500313" y="1214439"/>
            <a:chExt cx="2571753" cy="1428744"/>
          </a:xfrm>
        </p:grpSpPr>
        <p:sp>
          <p:nvSpPr>
            <p:cNvPr id="30" name="AutoShape 2099"/>
            <p:cNvSpPr>
              <a:spLocks noChangeArrowheads="1"/>
            </p:cNvSpPr>
            <p:nvPr/>
          </p:nvSpPr>
          <p:spPr bwMode="auto">
            <a:xfrm>
              <a:off x="2500313" y="1214439"/>
              <a:ext cx="2571753" cy="1428744"/>
            </a:xfrm>
            <a:prstGeom prst="roundRect">
              <a:avLst>
                <a:gd name="adj" fmla="val 16667"/>
              </a:avLst>
            </a:prstGeom>
            <a:gradFill rotWithShape="0">
              <a:gsLst>
                <a:gs pos="0">
                  <a:srgbClr val="FFFFFF"/>
                </a:gs>
                <a:gs pos="100000">
                  <a:srgbClr val="B8CCE4"/>
                </a:gs>
              </a:gsLst>
              <a:lin ang="5400000" scaled="1"/>
            </a:gradFill>
            <a:ln w="12700">
              <a:solidFill>
                <a:srgbClr val="95B3D7"/>
              </a:solidFill>
              <a:round/>
              <a:headEnd/>
              <a:tailEnd/>
            </a:ln>
            <a:effectLst>
              <a:outerShdw dist="28398" dir="3806097" algn="ctr" rotWithShape="0">
                <a:srgbClr val="243F60">
                  <a:alpha val="50000"/>
                </a:srgbClr>
              </a:outerShdw>
            </a:effectLst>
          </p:spPr>
          <p:txBody>
            <a:bodyPr/>
            <a:lstStyle/>
            <a:p>
              <a:pPr algn="ctr"/>
              <a:r>
                <a:rPr lang="fr-FR" sz="2000" b="1" u="sng">
                  <a:effectLst>
                    <a:outerShdw blurRad="38100" dist="38100" dir="2700000" algn="tl">
                      <a:srgbClr val="C0C0C0"/>
                    </a:outerShdw>
                  </a:effectLst>
                </a:rPr>
                <a:t>IARC</a:t>
              </a:r>
            </a:p>
          </p:txBody>
        </p:sp>
        <p:graphicFrame>
          <p:nvGraphicFramePr>
            <p:cNvPr id="407573" name="Object 2"/>
            <p:cNvGraphicFramePr>
              <a:graphicFrameLocks noChangeAspect="1"/>
            </p:cNvGraphicFramePr>
            <p:nvPr/>
          </p:nvGraphicFramePr>
          <p:xfrm>
            <a:off x="2643178" y="1714493"/>
            <a:ext cx="571500" cy="714375"/>
          </p:xfrm>
          <a:graphic>
            <a:graphicData uri="http://schemas.openxmlformats.org/presentationml/2006/ole">
              <mc:AlternateContent xmlns:mc="http://schemas.openxmlformats.org/markup-compatibility/2006">
                <mc:Choice xmlns:v="urn:schemas-microsoft-com:vml" Requires="v">
                  <p:oleObj spid="_x0000_s429205" name="Visio" r:id="rId47" imgW="676751" imgH="996791" progId="Visio.Drawing.11">
                    <p:embed/>
                  </p:oleObj>
                </mc:Choice>
                <mc:Fallback>
                  <p:oleObj name="Visio" r:id="rId47" imgW="676751" imgH="996791" progId="Visio.Drawing.11">
                    <p:embed/>
                    <p:pic>
                      <p:nvPicPr>
                        <p:cNvPr id="0" name=""/>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2643178" y="1714493"/>
                          <a:ext cx="571500"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07574" name="Groupe 141"/>
            <p:cNvGrpSpPr>
              <a:grpSpLocks/>
            </p:cNvGrpSpPr>
            <p:nvPr/>
          </p:nvGrpSpPr>
          <p:grpSpPr bwMode="auto">
            <a:xfrm>
              <a:off x="4429128" y="1857369"/>
              <a:ext cx="500062" cy="642937"/>
              <a:chOff x="5500694" y="1785926"/>
              <a:chExt cx="500062" cy="642937"/>
            </a:xfrm>
          </p:grpSpPr>
          <p:graphicFrame>
            <p:nvGraphicFramePr>
              <p:cNvPr id="407575" name="Object 57"/>
              <p:cNvGraphicFramePr>
                <a:graphicFrameLocks noChangeAspect="1"/>
              </p:cNvGraphicFramePr>
              <p:nvPr/>
            </p:nvGraphicFramePr>
            <p:xfrm>
              <a:off x="5500694" y="1785926"/>
              <a:ext cx="500062" cy="642937"/>
            </p:xfrm>
            <a:graphic>
              <a:graphicData uri="http://schemas.openxmlformats.org/presentationml/2006/ole">
                <mc:AlternateContent xmlns:mc="http://schemas.openxmlformats.org/markup-compatibility/2006">
                  <mc:Choice xmlns:v="urn:schemas-microsoft-com:vml" Requires="v">
                    <p:oleObj spid="_x0000_s429206" name="Visio" r:id="rId49" imgW="676751" imgH="996791" progId="Visio.Drawing.11">
                      <p:embed/>
                    </p:oleObj>
                  </mc:Choice>
                  <mc:Fallback>
                    <p:oleObj name="Visio" r:id="rId49" imgW="676751" imgH="996791" progId="Visio.Drawing.11">
                      <p:embed/>
                      <p:pic>
                        <p:nvPicPr>
                          <p:cNvPr id="0" name=""/>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5500694" y="1785926"/>
                            <a:ext cx="500062" cy="642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2" name="Image 51" descr="star_green.png"/>
              <p:cNvPicPr>
                <a:picLocks noChangeAspect="1"/>
              </p:cNvPicPr>
              <p:nvPr/>
            </p:nvPicPr>
            <p:blipFill>
              <a:blip r:embed="rId50"/>
              <a:stretch>
                <a:fillRect/>
              </a:stretch>
            </p:blipFill>
            <p:spPr>
              <a:xfrm>
                <a:off x="5616581" y="1909755"/>
                <a:ext cx="304801" cy="304799"/>
              </a:xfrm>
              <a:prstGeom prst="rect">
                <a:avLst/>
              </a:prstGeom>
              <a:solidFill>
                <a:schemeClr val="tx1">
                  <a:lumMod val="65000"/>
                  <a:lumOff val="35000"/>
                </a:schemeClr>
              </a:solidFill>
            </p:spPr>
          </p:pic>
        </p:grpSp>
        <p:grpSp>
          <p:nvGrpSpPr>
            <p:cNvPr id="407577" name="Groupe 139"/>
            <p:cNvGrpSpPr>
              <a:grpSpLocks/>
            </p:cNvGrpSpPr>
            <p:nvPr/>
          </p:nvGrpSpPr>
          <p:grpSpPr bwMode="auto">
            <a:xfrm>
              <a:off x="3857620" y="1857369"/>
              <a:ext cx="500062" cy="642937"/>
              <a:chOff x="7386638" y="2928938"/>
              <a:chExt cx="500062" cy="642937"/>
            </a:xfrm>
          </p:grpSpPr>
          <p:graphicFrame>
            <p:nvGraphicFramePr>
              <p:cNvPr id="407578" name="Object 65"/>
              <p:cNvGraphicFramePr>
                <a:graphicFrameLocks noChangeAspect="1"/>
              </p:cNvGraphicFramePr>
              <p:nvPr/>
            </p:nvGraphicFramePr>
            <p:xfrm>
              <a:off x="7386638" y="2928938"/>
              <a:ext cx="500062" cy="642937"/>
            </p:xfrm>
            <a:graphic>
              <a:graphicData uri="http://schemas.openxmlformats.org/presentationml/2006/ole">
                <mc:AlternateContent xmlns:mc="http://schemas.openxmlformats.org/markup-compatibility/2006">
                  <mc:Choice xmlns:v="urn:schemas-microsoft-com:vml" Requires="v">
                    <p:oleObj spid="_x0000_s429207" name="Visio" r:id="rId51" imgW="676751" imgH="996791" progId="Visio.Drawing.11">
                      <p:embed/>
                    </p:oleObj>
                  </mc:Choice>
                  <mc:Fallback>
                    <p:oleObj name="Visio" r:id="rId51" imgW="676751" imgH="996791" progId="Visio.Drawing.11">
                      <p:embed/>
                      <p:pic>
                        <p:nvPicPr>
                          <p:cNvPr id="0" name=""/>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7386638" y="2928938"/>
                            <a:ext cx="500062" cy="642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407579" name="Image 83" descr="star_green.png"/>
              <p:cNvPicPr>
                <a:picLocks noChangeAspect="1"/>
              </p:cNvPicPr>
              <p:nvPr/>
            </p:nvPicPr>
            <p:blipFill>
              <a:blip r:embed="rId50">
                <a:extLst>
                  <a:ext uri="{28A0092B-C50C-407E-A947-70E740481C1C}">
                    <a14:useLocalDpi xmlns:a14="http://schemas.microsoft.com/office/drawing/2010/main" val="0"/>
                  </a:ext>
                </a:extLst>
              </a:blip>
              <a:srcRect/>
              <a:stretch>
                <a:fillRect/>
              </a:stretch>
            </p:blipFill>
            <p:spPr bwMode="auto">
              <a:xfrm>
                <a:off x="7502525" y="3052763"/>
                <a:ext cx="304800"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grpSp>
        <p:cxnSp>
          <p:nvCxnSpPr>
            <p:cNvPr id="72" name="Connecteur droit 71"/>
            <p:cNvCxnSpPr/>
            <p:nvPr/>
          </p:nvCxnSpPr>
          <p:spPr bwMode="auto">
            <a:xfrm rot="5400000">
              <a:off x="3250395" y="2178835"/>
              <a:ext cx="928695" cy="2"/>
            </a:xfrm>
            <a:prstGeom prst="line">
              <a:avLst/>
            </a:prstGeom>
            <a:solidFill>
              <a:schemeClr val="tx1">
                <a:alpha val="80000"/>
              </a:schemeClr>
            </a:solidFill>
            <a:ln w="63500" cap="flat" cmpd="sng" algn="ctr">
              <a:gradFill>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0"/>
              </a:gradFill>
              <a:prstDash val="sysDot"/>
              <a:round/>
              <a:headEnd type="none" w="med" len="med"/>
              <a:tailEnd type="none" w="med" len="med"/>
            </a:ln>
            <a:effectLst/>
          </p:spPr>
        </p:cxnSp>
        <p:graphicFrame>
          <p:nvGraphicFramePr>
            <p:cNvPr id="407581" name="Object 53"/>
            <p:cNvGraphicFramePr>
              <a:graphicFrameLocks noChangeAspect="1"/>
            </p:cNvGraphicFramePr>
            <p:nvPr/>
          </p:nvGraphicFramePr>
          <p:xfrm>
            <a:off x="2857492" y="1785926"/>
            <a:ext cx="571500" cy="714375"/>
          </p:xfrm>
          <a:graphic>
            <a:graphicData uri="http://schemas.openxmlformats.org/presentationml/2006/ole">
              <mc:AlternateContent xmlns:mc="http://schemas.openxmlformats.org/markup-compatibility/2006">
                <mc:Choice xmlns:v="urn:schemas-microsoft-com:vml" Requires="v">
                  <p:oleObj spid="_x0000_s429208" name="Visio" r:id="rId52" imgW="676751" imgH="996791" progId="Visio.Drawing.11">
                    <p:embed/>
                  </p:oleObj>
                </mc:Choice>
                <mc:Fallback>
                  <p:oleObj name="Visio" r:id="rId52" imgW="676751" imgH="996791" progId="Visio.Drawing.11">
                    <p:embed/>
                    <p:pic>
                      <p:nvPicPr>
                        <p:cNvPr id="0" name=""/>
                        <p:cNvPicPr>
                          <a:picLocks noChangeAspect="1" noChangeArrowheads="1"/>
                        </p:cNvPicPr>
                        <p:nvPr/>
                      </p:nvPicPr>
                      <p:blipFill>
                        <a:blip r:embed="rId53">
                          <a:extLst>
                            <a:ext uri="{28A0092B-C50C-407E-A947-70E740481C1C}">
                              <a14:useLocalDpi xmlns:a14="http://schemas.microsoft.com/office/drawing/2010/main" val="0"/>
                            </a:ext>
                          </a:extLst>
                        </a:blip>
                        <a:srcRect/>
                        <a:stretch>
                          <a:fillRect/>
                        </a:stretch>
                      </p:blipFill>
                      <p:spPr bwMode="auto">
                        <a:xfrm>
                          <a:off x="2857492" y="1785926"/>
                          <a:ext cx="571500"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7582" name="Object 3"/>
            <p:cNvGraphicFramePr>
              <a:graphicFrameLocks noChangeAspect="1"/>
            </p:cNvGraphicFramePr>
            <p:nvPr/>
          </p:nvGraphicFramePr>
          <p:xfrm>
            <a:off x="3105144" y="1857364"/>
            <a:ext cx="538162" cy="582613"/>
          </p:xfrm>
          <a:graphic>
            <a:graphicData uri="http://schemas.openxmlformats.org/presentationml/2006/ole">
              <mc:AlternateContent xmlns:mc="http://schemas.openxmlformats.org/markup-compatibility/2006">
                <mc:Choice xmlns:v="urn:schemas-microsoft-com:vml" Requires="v">
                  <p:oleObj spid="_x0000_s429209" name="Visio" r:id="rId54" imgW="667893" imgH="773430" progId="Visio.Drawing.11">
                    <p:embed/>
                  </p:oleObj>
                </mc:Choice>
                <mc:Fallback>
                  <p:oleObj name="Visio" r:id="rId54" imgW="667893" imgH="773430" progId="Visio.Drawing.11">
                    <p:embed/>
                    <p:pic>
                      <p:nvPicPr>
                        <p:cNvPr id="0" name=""/>
                        <p:cNvPicPr>
                          <a:picLocks noChangeAspect="1" noChangeArrowheads="1"/>
                        </p:cNvPicPr>
                        <p:nvPr/>
                      </p:nvPicPr>
                      <p:blipFill>
                        <a:blip r:embed="rId55">
                          <a:extLst>
                            <a:ext uri="{28A0092B-C50C-407E-A947-70E740481C1C}">
                              <a14:useLocalDpi xmlns:a14="http://schemas.microsoft.com/office/drawing/2010/main" val="0"/>
                            </a:ext>
                          </a:extLst>
                        </a:blip>
                        <a:srcRect/>
                        <a:stretch>
                          <a:fillRect/>
                        </a:stretch>
                      </p:blipFill>
                      <p:spPr bwMode="auto">
                        <a:xfrm>
                          <a:off x="3105144" y="1857364"/>
                          <a:ext cx="538162" cy="582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pic>
        <p:nvPicPr>
          <p:cNvPr id="407583" name="Image 8" descr="woman3.png"/>
          <p:cNvPicPr>
            <a:picLocks noChangeAspect="1"/>
          </p:cNvPicPr>
          <p:nvPr>
            <p:custDataLst>
              <p:tags r:id="rId8"/>
            </p:custDataLst>
          </p:nvPr>
        </p:nvPicPr>
        <p:blipFill>
          <a:blip r:embed="rId56">
            <a:extLst>
              <a:ext uri="{28A0092B-C50C-407E-A947-70E740481C1C}">
                <a14:useLocalDpi xmlns:a14="http://schemas.microsoft.com/office/drawing/2010/main" val="0"/>
              </a:ext>
            </a:extLst>
          </a:blip>
          <a:srcRect/>
          <a:stretch>
            <a:fillRect/>
          </a:stretch>
        </p:blipFill>
        <p:spPr bwMode="auto">
          <a:xfrm>
            <a:off x="376238" y="17938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7584" name="Image 8" descr="woman3.png"/>
          <p:cNvPicPr>
            <a:picLocks noChangeAspect="1"/>
          </p:cNvPicPr>
          <p:nvPr>
            <p:custDataLst>
              <p:tags r:id="rId9"/>
            </p:custDataLst>
          </p:nvPr>
        </p:nvPicPr>
        <p:blipFill>
          <a:blip r:embed="rId56">
            <a:extLst>
              <a:ext uri="{28A0092B-C50C-407E-A947-70E740481C1C}">
                <a14:useLocalDpi xmlns:a14="http://schemas.microsoft.com/office/drawing/2010/main" val="0"/>
              </a:ext>
            </a:extLst>
          </a:blip>
          <a:srcRect/>
          <a:stretch>
            <a:fillRect/>
          </a:stretch>
        </p:blipFill>
        <p:spPr bwMode="auto">
          <a:xfrm>
            <a:off x="528638" y="1946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7585" name="Image 8" descr="woman3.png"/>
          <p:cNvPicPr>
            <a:picLocks noChangeAspect="1"/>
          </p:cNvPicPr>
          <p:nvPr>
            <p:custDataLst>
              <p:tags r:id="rId10"/>
            </p:custDataLst>
          </p:nvPr>
        </p:nvPicPr>
        <p:blipFill>
          <a:blip r:embed="rId56">
            <a:extLst>
              <a:ext uri="{28A0092B-C50C-407E-A947-70E740481C1C}">
                <a14:useLocalDpi xmlns:a14="http://schemas.microsoft.com/office/drawing/2010/main" val="0"/>
              </a:ext>
            </a:extLst>
          </a:blip>
          <a:srcRect/>
          <a:stretch>
            <a:fillRect/>
          </a:stretch>
        </p:blipFill>
        <p:spPr bwMode="auto">
          <a:xfrm>
            <a:off x="304800" y="200818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7586" name="Image 10" descr="user1_message.png"/>
          <p:cNvPicPr>
            <a:picLocks noChangeAspect="1"/>
          </p:cNvPicPr>
          <p:nvPr>
            <p:custDataLst>
              <p:tags r:id="rId11"/>
            </p:custDataLst>
          </p:nvPr>
        </p:nvPicPr>
        <p:blipFill>
          <a:blip r:embed="rId57">
            <a:extLst>
              <a:ext uri="{28A0092B-C50C-407E-A947-70E740481C1C}">
                <a14:useLocalDpi xmlns:a14="http://schemas.microsoft.com/office/drawing/2010/main" val="0"/>
              </a:ext>
            </a:extLst>
          </a:blip>
          <a:srcRect/>
          <a:stretch>
            <a:fillRect/>
          </a:stretch>
        </p:blipFill>
        <p:spPr bwMode="auto">
          <a:xfrm>
            <a:off x="1368425" y="1920875"/>
            <a:ext cx="3079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7587" name="Image 18" descr="businessman2.png"/>
          <p:cNvPicPr>
            <a:picLocks noChangeAspect="1"/>
          </p:cNvPicPr>
          <p:nvPr>
            <p:custDataLst>
              <p:tags r:id="rId12"/>
            </p:custDataLst>
          </p:nvPr>
        </p:nvPicPr>
        <p:blipFill>
          <a:blip r:embed="rId58">
            <a:extLst>
              <a:ext uri="{28A0092B-C50C-407E-A947-70E740481C1C}">
                <a14:useLocalDpi xmlns:a14="http://schemas.microsoft.com/office/drawing/2010/main" val="0"/>
              </a:ext>
            </a:extLst>
          </a:blip>
          <a:srcRect/>
          <a:stretch>
            <a:fillRect/>
          </a:stretch>
        </p:blipFill>
        <p:spPr bwMode="auto">
          <a:xfrm>
            <a:off x="990600" y="19891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7588" name="Image 19" descr="businessman.png"/>
          <p:cNvPicPr>
            <a:picLocks noChangeAspect="1"/>
          </p:cNvPicPr>
          <p:nvPr>
            <p:custDataLst>
              <p:tags r:id="rId13"/>
            </p:custDataLst>
          </p:nvPr>
        </p:nvPicPr>
        <p:blipFill>
          <a:blip r:embed="rId59">
            <a:extLst>
              <a:ext uri="{28A0092B-C50C-407E-A947-70E740481C1C}">
                <a14:useLocalDpi xmlns:a14="http://schemas.microsoft.com/office/drawing/2010/main" val="0"/>
              </a:ext>
            </a:extLst>
          </a:blip>
          <a:srcRect/>
          <a:stretch>
            <a:fillRect/>
          </a:stretch>
        </p:blipFill>
        <p:spPr bwMode="auto">
          <a:xfrm>
            <a:off x="1090613" y="163195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07589" name="Groupe 179"/>
          <p:cNvGrpSpPr>
            <a:grpSpLocks/>
          </p:cNvGrpSpPr>
          <p:nvPr>
            <p:custDataLst>
              <p:tags r:id="rId14"/>
            </p:custDataLst>
          </p:nvPr>
        </p:nvGrpSpPr>
        <p:grpSpPr bwMode="auto">
          <a:xfrm>
            <a:off x="7885113" y="2798763"/>
            <a:ext cx="617537" cy="630237"/>
            <a:chOff x="714348" y="2571744"/>
            <a:chExt cx="617143" cy="629716"/>
          </a:xfrm>
        </p:grpSpPr>
        <p:pic>
          <p:nvPicPr>
            <p:cNvPr id="407590" name="Image 175" descr="mail_out.png"/>
            <p:cNvPicPr>
              <a:picLocks noChangeAspect="1"/>
            </p:cNvPicPr>
            <p:nvPr/>
          </p:nvPicPr>
          <p:blipFill>
            <a:blip r:embed="rId60">
              <a:extLst>
                <a:ext uri="{28A0092B-C50C-407E-A947-70E740481C1C}">
                  <a14:useLocalDpi xmlns:a14="http://schemas.microsoft.com/office/drawing/2010/main" val="0"/>
                </a:ext>
              </a:extLst>
            </a:blip>
            <a:srcRect/>
            <a:stretch>
              <a:fillRect/>
            </a:stretch>
          </p:blipFill>
          <p:spPr bwMode="auto">
            <a:xfrm>
              <a:off x="714348" y="2571744"/>
              <a:ext cx="617143" cy="617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7591" name="ZoneTexte 56"/>
            <p:cNvSpPr txBox="1">
              <a:spLocks noChangeArrowheads="1"/>
            </p:cNvSpPr>
            <p:nvPr/>
          </p:nvSpPr>
          <p:spPr bwMode="auto">
            <a:xfrm>
              <a:off x="790499" y="2896912"/>
              <a:ext cx="520368" cy="304548"/>
            </a:xfrm>
            <a:prstGeom prst="rect">
              <a:avLst/>
            </a:prstGeom>
            <a:solidFill>
              <a:schemeClr val="bg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tIns="0" bIns="0">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ctr"/>
              <a:r>
                <a:rPr lang="pt-BR" sz="1000" b="1"/>
                <a:t>Send</a:t>
              </a:r>
            </a:p>
            <a:p>
              <a:pPr algn="ctr"/>
              <a:r>
                <a:rPr lang="pt-BR" sz="1000" b="1"/>
                <a:t>alerts</a:t>
              </a:r>
              <a:endParaRPr lang="fr-FR" sz="1000" b="1"/>
            </a:p>
          </p:txBody>
        </p:sp>
      </p:grpSp>
      <p:grpSp>
        <p:nvGrpSpPr>
          <p:cNvPr id="407592" name="Groupe 183"/>
          <p:cNvGrpSpPr>
            <a:grpSpLocks/>
          </p:cNvGrpSpPr>
          <p:nvPr>
            <p:custDataLst>
              <p:tags r:id="rId15"/>
            </p:custDataLst>
          </p:nvPr>
        </p:nvGrpSpPr>
        <p:grpSpPr bwMode="auto">
          <a:xfrm>
            <a:off x="4273550" y="1249363"/>
            <a:ext cx="617538" cy="630237"/>
            <a:chOff x="714348" y="2571744"/>
            <a:chExt cx="617143" cy="629716"/>
          </a:xfrm>
        </p:grpSpPr>
        <p:pic>
          <p:nvPicPr>
            <p:cNvPr id="407593" name="Image 184" descr="mail_out.png"/>
            <p:cNvPicPr>
              <a:picLocks noChangeAspect="1"/>
            </p:cNvPicPr>
            <p:nvPr/>
          </p:nvPicPr>
          <p:blipFill>
            <a:blip r:embed="rId60">
              <a:extLst>
                <a:ext uri="{28A0092B-C50C-407E-A947-70E740481C1C}">
                  <a14:useLocalDpi xmlns:a14="http://schemas.microsoft.com/office/drawing/2010/main" val="0"/>
                </a:ext>
              </a:extLst>
            </a:blip>
            <a:srcRect/>
            <a:stretch>
              <a:fillRect/>
            </a:stretch>
          </p:blipFill>
          <p:spPr bwMode="auto">
            <a:xfrm>
              <a:off x="714348" y="2571744"/>
              <a:ext cx="617143" cy="617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7594" name="ZoneTexte 56"/>
            <p:cNvSpPr txBox="1">
              <a:spLocks noChangeArrowheads="1"/>
            </p:cNvSpPr>
            <p:nvPr/>
          </p:nvSpPr>
          <p:spPr bwMode="auto">
            <a:xfrm>
              <a:off x="790499" y="2896912"/>
              <a:ext cx="520368" cy="304548"/>
            </a:xfrm>
            <a:prstGeom prst="rect">
              <a:avLst/>
            </a:prstGeom>
            <a:solidFill>
              <a:schemeClr val="bg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tIns="0" bIns="0">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ctr"/>
              <a:r>
                <a:rPr lang="pt-BR" sz="1000" b="1"/>
                <a:t>Send</a:t>
              </a:r>
            </a:p>
            <a:p>
              <a:pPr algn="ctr"/>
              <a:r>
                <a:rPr lang="pt-BR" sz="1000" b="1"/>
                <a:t>alerts</a:t>
              </a:r>
              <a:endParaRPr lang="fr-FR" sz="1000" b="1"/>
            </a:p>
          </p:txBody>
        </p:sp>
      </p:grpSp>
      <p:pic>
        <p:nvPicPr>
          <p:cNvPr id="407595" name="Image 18" descr="businessman2.png"/>
          <p:cNvPicPr>
            <a:picLocks noChangeAspect="1"/>
          </p:cNvPicPr>
          <p:nvPr>
            <p:custDataLst>
              <p:tags r:id="rId16"/>
            </p:custDataLst>
          </p:nvPr>
        </p:nvPicPr>
        <p:blipFill>
          <a:blip r:embed="rId58">
            <a:extLst>
              <a:ext uri="{28A0092B-C50C-407E-A947-70E740481C1C}">
                <a14:useLocalDpi xmlns:a14="http://schemas.microsoft.com/office/drawing/2010/main" val="0"/>
              </a:ext>
            </a:extLst>
          </a:blip>
          <a:srcRect/>
          <a:stretch>
            <a:fillRect/>
          </a:stretch>
        </p:blipFill>
        <p:spPr bwMode="auto">
          <a:xfrm>
            <a:off x="1143000" y="21415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7596" name="Image 10" descr="user1_message.png"/>
          <p:cNvPicPr>
            <a:picLocks noChangeAspect="1"/>
          </p:cNvPicPr>
          <p:nvPr>
            <p:custDataLst>
              <p:tags r:id="rId17"/>
            </p:custDataLst>
          </p:nvPr>
        </p:nvPicPr>
        <p:blipFill>
          <a:blip r:embed="rId57">
            <a:extLst>
              <a:ext uri="{28A0092B-C50C-407E-A947-70E740481C1C}">
                <a14:useLocalDpi xmlns:a14="http://schemas.microsoft.com/office/drawing/2010/main" val="0"/>
              </a:ext>
            </a:extLst>
          </a:blip>
          <a:srcRect/>
          <a:stretch>
            <a:fillRect/>
          </a:stretch>
        </p:blipFill>
        <p:spPr bwMode="auto">
          <a:xfrm>
            <a:off x="1662113" y="1846263"/>
            <a:ext cx="3079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7597" name="Image 10" descr="user1_message.png"/>
          <p:cNvPicPr>
            <a:picLocks noChangeAspect="1"/>
          </p:cNvPicPr>
          <p:nvPr>
            <p:custDataLst>
              <p:tags r:id="rId18"/>
            </p:custDataLst>
          </p:nvPr>
        </p:nvPicPr>
        <p:blipFill>
          <a:blip r:embed="rId57">
            <a:extLst>
              <a:ext uri="{28A0092B-C50C-407E-A947-70E740481C1C}">
                <a14:useLocalDpi xmlns:a14="http://schemas.microsoft.com/office/drawing/2010/main" val="0"/>
              </a:ext>
            </a:extLst>
          </a:blip>
          <a:srcRect/>
          <a:stretch>
            <a:fillRect/>
          </a:stretch>
        </p:blipFill>
        <p:spPr bwMode="auto">
          <a:xfrm>
            <a:off x="1590675" y="2132013"/>
            <a:ext cx="3079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7598" name="Image 8" descr="woman3.png"/>
          <p:cNvPicPr>
            <a:picLocks noChangeAspect="1"/>
          </p:cNvPicPr>
          <p:nvPr>
            <p:custDataLst>
              <p:tags r:id="rId19"/>
            </p:custDataLst>
          </p:nvPr>
        </p:nvPicPr>
        <p:blipFill>
          <a:blip r:embed="rId56">
            <a:extLst>
              <a:ext uri="{28A0092B-C50C-407E-A947-70E740481C1C}">
                <a14:useLocalDpi xmlns:a14="http://schemas.microsoft.com/office/drawing/2010/main" val="0"/>
              </a:ext>
            </a:extLst>
          </a:blip>
          <a:srcRect/>
          <a:stretch>
            <a:fillRect/>
          </a:stretch>
        </p:blipFill>
        <p:spPr bwMode="auto">
          <a:xfrm>
            <a:off x="590550" y="20605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7599" name="Image 8" descr="woman3.png"/>
          <p:cNvPicPr>
            <a:picLocks noChangeAspect="1"/>
          </p:cNvPicPr>
          <p:nvPr>
            <p:custDataLst>
              <p:tags r:id="rId20"/>
            </p:custDataLst>
          </p:nvPr>
        </p:nvPicPr>
        <p:blipFill>
          <a:blip r:embed="rId56">
            <a:extLst>
              <a:ext uri="{28A0092B-C50C-407E-A947-70E740481C1C}">
                <a14:useLocalDpi xmlns:a14="http://schemas.microsoft.com/office/drawing/2010/main" val="0"/>
              </a:ext>
            </a:extLst>
          </a:blip>
          <a:srcRect/>
          <a:stretch>
            <a:fillRect/>
          </a:stretch>
        </p:blipFill>
        <p:spPr bwMode="auto">
          <a:xfrm>
            <a:off x="742950" y="22129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7600" name="Image 8" descr="woman3.png"/>
          <p:cNvPicPr>
            <a:picLocks noChangeAspect="1"/>
          </p:cNvPicPr>
          <p:nvPr>
            <p:custDataLst>
              <p:tags r:id="rId21"/>
            </p:custDataLst>
          </p:nvPr>
        </p:nvPicPr>
        <p:blipFill>
          <a:blip r:embed="rId56">
            <a:extLst>
              <a:ext uri="{28A0092B-C50C-407E-A947-70E740481C1C}">
                <a14:useLocalDpi xmlns:a14="http://schemas.microsoft.com/office/drawing/2010/main" val="0"/>
              </a:ext>
            </a:extLst>
          </a:blip>
          <a:srcRect/>
          <a:stretch>
            <a:fillRect/>
          </a:stretch>
        </p:blipFill>
        <p:spPr bwMode="auto">
          <a:xfrm>
            <a:off x="519113" y="227488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07601" name="Groupe 196"/>
          <p:cNvGrpSpPr>
            <a:grpSpLocks/>
          </p:cNvGrpSpPr>
          <p:nvPr>
            <p:custDataLst>
              <p:tags r:id="rId22"/>
            </p:custDataLst>
          </p:nvPr>
        </p:nvGrpSpPr>
        <p:grpSpPr bwMode="auto">
          <a:xfrm>
            <a:off x="2700338" y="4941888"/>
            <a:ext cx="617537" cy="630237"/>
            <a:chOff x="714348" y="2571744"/>
            <a:chExt cx="617143" cy="629717"/>
          </a:xfrm>
        </p:grpSpPr>
        <p:pic>
          <p:nvPicPr>
            <p:cNvPr id="407602" name="Image 197" descr="mail_out.png"/>
            <p:cNvPicPr>
              <a:picLocks noChangeAspect="1"/>
            </p:cNvPicPr>
            <p:nvPr/>
          </p:nvPicPr>
          <p:blipFill>
            <a:blip r:embed="rId60">
              <a:extLst>
                <a:ext uri="{28A0092B-C50C-407E-A947-70E740481C1C}">
                  <a14:useLocalDpi xmlns:a14="http://schemas.microsoft.com/office/drawing/2010/main" val="0"/>
                </a:ext>
              </a:extLst>
            </a:blip>
            <a:srcRect/>
            <a:stretch>
              <a:fillRect/>
            </a:stretch>
          </p:blipFill>
          <p:spPr bwMode="auto">
            <a:xfrm>
              <a:off x="714348" y="2571744"/>
              <a:ext cx="617143" cy="617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7603" name="ZoneTexte 56"/>
            <p:cNvSpPr txBox="1">
              <a:spLocks noChangeArrowheads="1"/>
            </p:cNvSpPr>
            <p:nvPr/>
          </p:nvSpPr>
          <p:spPr bwMode="auto">
            <a:xfrm>
              <a:off x="790499" y="2896913"/>
              <a:ext cx="520368" cy="304548"/>
            </a:xfrm>
            <a:prstGeom prst="rect">
              <a:avLst/>
            </a:prstGeom>
            <a:solidFill>
              <a:schemeClr val="bg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tIns="0" bIns="0">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ctr"/>
              <a:r>
                <a:rPr lang="pt-BR" sz="1000" b="1"/>
                <a:t>Send</a:t>
              </a:r>
            </a:p>
            <a:p>
              <a:pPr algn="ctr"/>
              <a:r>
                <a:rPr lang="pt-BR" sz="1000" b="1"/>
                <a:t>alerts</a:t>
              </a:r>
              <a:endParaRPr lang="fr-FR" sz="1000" b="1"/>
            </a:p>
          </p:txBody>
        </p:sp>
      </p:grpSp>
      <p:grpSp>
        <p:nvGrpSpPr>
          <p:cNvPr id="407604" name="Group 52"/>
          <p:cNvGrpSpPr>
            <a:grpSpLocks/>
          </p:cNvGrpSpPr>
          <p:nvPr>
            <p:custDataLst>
              <p:tags r:id="rId23"/>
            </p:custDataLst>
          </p:nvPr>
        </p:nvGrpSpPr>
        <p:grpSpPr bwMode="auto">
          <a:xfrm>
            <a:off x="684213" y="2500313"/>
            <a:ext cx="1285875" cy="928687"/>
            <a:chOff x="2160" y="2970"/>
            <a:chExt cx="810" cy="585"/>
          </a:xfrm>
        </p:grpSpPr>
        <p:sp>
          <p:nvSpPr>
            <p:cNvPr id="205" name="Rogner un rectangle avec un coin du même côté 204"/>
            <p:cNvSpPr/>
            <p:nvPr>
              <p:custDataLst>
                <p:tags r:id="rId34"/>
              </p:custDataLst>
            </p:nvPr>
          </p:nvSpPr>
          <p:spPr bwMode="auto">
            <a:xfrm>
              <a:off x="2160" y="2970"/>
              <a:ext cx="810" cy="585"/>
            </a:xfrm>
            <a:prstGeom prst="snip2SameRect">
              <a:avLst/>
            </a:prstGeom>
            <a:solidFill>
              <a:schemeClr val="tx1">
                <a:alpha val="50000"/>
              </a:schemeClr>
            </a:solidFill>
            <a:ln w="9525" cap="flat" cmpd="sng" algn="ctr">
              <a:noFill/>
              <a:prstDash val="solid"/>
              <a:round/>
              <a:headEnd type="none" w="med" len="med"/>
              <a:tailEnd type="none" w="med" len="med"/>
            </a:ln>
            <a:effectLst/>
          </p:spPr>
          <p:txBody>
            <a:bodyPr anchor="b"/>
            <a:lstStyle/>
            <a:p>
              <a:pPr algn="ctr">
                <a:defRPr/>
              </a:pPr>
              <a:r>
                <a:rPr lang="fr-FR" sz="1200" dirty="0">
                  <a:cs typeface="+mn-cs"/>
                </a:rPr>
                <a:t>Mail client </a:t>
              </a:r>
            </a:p>
          </p:txBody>
        </p:sp>
        <p:grpSp>
          <p:nvGrpSpPr>
            <p:cNvPr id="407606" name="Groupe 205"/>
            <p:cNvGrpSpPr>
              <a:grpSpLocks/>
            </p:cNvGrpSpPr>
            <p:nvPr>
              <p:custDataLst>
                <p:tags r:id="rId35"/>
              </p:custDataLst>
            </p:nvPr>
          </p:nvGrpSpPr>
          <p:grpSpPr bwMode="auto">
            <a:xfrm>
              <a:off x="2176" y="2970"/>
              <a:ext cx="389" cy="389"/>
              <a:chOff x="2737237" y="4714884"/>
              <a:chExt cx="617143" cy="617143"/>
            </a:xfrm>
          </p:grpSpPr>
          <p:pic>
            <p:nvPicPr>
              <p:cNvPr id="407607" name="Image 148" descr="mail_into.png"/>
              <p:cNvPicPr>
                <a:picLocks noChangeAspect="1"/>
              </p:cNvPicPr>
              <p:nvPr/>
            </p:nvPicPr>
            <p:blipFill>
              <a:blip r:embed="rId61">
                <a:extLst>
                  <a:ext uri="{28A0092B-C50C-407E-A947-70E740481C1C}">
                    <a14:useLocalDpi xmlns:a14="http://schemas.microsoft.com/office/drawing/2010/main" val="0"/>
                  </a:ext>
                </a:extLst>
              </a:blip>
              <a:srcRect/>
              <a:stretch>
                <a:fillRect/>
              </a:stretch>
            </p:blipFill>
            <p:spPr bwMode="auto">
              <a:xfrm>
                <a:off x="2737237" y="4714884"/>
                <a:ext cx="617143" cy="617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7608" name="ZoneTexte 56"/>
              <p:cNvSpPr txBox="1">
                <a:spLocks noChangeArrowheads="1"/>
              </p:cNvSpPr>
              <p:nvPr/>
            </p:nvSpPr>
            <p:spPr bwMode="auto">
              <a:xfrm>
                <a:off x="2786418" y="5000451"/>
                <a:ext cx="475946" cy="152303"/>
              </a:xfrm>
              <a:prstGeom prst="rect">
                <a:avLst/>
              </a:prstGeom>
              <a:solidFill>
                <a:schemeClr val="bg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pt-BR" sz="1000" b="1"/>
                  <a:t>Receive</a:t>
                </a:r>
                <a:endParaRPr lang="fr-FR" sz="1000" b="1"/>
              </a:p>
            </p:txBody>
          </p:sp>
        </p:grpSp>
        <p:grpSp>
          <p:nvGrpSpPr>
            <p:cNvPr id="407609" name="Groupe 206"/>
            <p:cNvGrpSpPr>
              <a:grpSpLocks/>
            </p:cNvGrpSpPr>
            <p:nvPr>
              <p:custDataLst>
                <p:tags r:id="rId36"/>
              </p:custDataLst>
            </p:nvPr>
          </p:nvGrpSpPr>
          <p:grpSpPr bwMode="auto">
            <a:xfrm>
              <a:off x="2565" y="2986"/>
              <a:ext cx="389" cy="389"/>
              <a:chOff x="5214942" y="4572008"/>
              <a:chExt cx="617143" cy="617143"/>
            </a:xfrm>
          </p:grpSpPr>
          <p:pic>
            <p:nvPicPr>
              <p:cNvPr id="407610" name="Image 200" descr="mail_out.png"/>
              <p:cNvPicPr>
                <a:picLocks noChangeAspect="1"/>
              </p:cNvPicPr>
              <p:nvPr/>
            </p:nvPicPr>
            <p:blipFill>
              <a:blip r:embed="rId60">
                <a:extLst>
                  <a:ext uri="{28A0092B-C50C-407E-A947-70E740481C1C}">
                    <a14:useLocalDpi xmlns:a14="http://schemas.microsoft.com/office/drawing/2010/main" val="0"/>
                  </a:ext>
                </a:extLst>
              </a:blip>
              <a:srcRect/>
              <a:stretch>
                <a:fillRect/>
              </a:stretch>
            </p:blipFill>
            <p:spPr bwMode="auto">
              <a:xfrm>
                <a:off x="5214942" y="4572008"/>
                <a:ext cx="617143" cy="617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7611" name="ZoneTexte 56"/>
              <p:cNvSpPr txBox="1">
                <a:spLocks noChangeArrowheads="1"/>
              </p:cNvSpPr>
              <p:nvPr/>
            </p:nvSpPr>
            <p:spPr bwMode="auto">
              <a:xfrm>
                <a:off x="5357726" y="4897238"/>
                <a:ext cx="309364" cy="152302"/>
              </a:xfrm>
              <a:prstGeom prst="rect">
                <a:avLst/>
              </a:prstGeom>
              <a:solidFill>
                <a:schemeClr val="bg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pt-BR" sz="1000" b="1"/>
                  <a:t>Send</a:t>
                </a:r>
                <a:endParaRPr lang="fr-FR" sz="1000" b="1"/>
              </a:p>
            </p:txBody>
          </p:sp>
        </p:grpSp>
      </p:grpSp>
      <p:cxnSp>
        <p:nvCxnSpPr>
          <p:cNvPr id="407612" name="Connecteur en angle 220"/>
          <p:cNvCxnSpPr>
            <a:cxnSpLocks noChangeShapeType="1"/>
            <a:stCxn id="407626" idx="0"/>
            <a:endCxn id="96" idx="1"/>
          </p:cNvCxnSpPr>
          <p:nvPr>
            <p:custDataLst>
              <p:tags r:id="rId24"/>
            </p:custDataLst>
          </p:nvPr>
        </p:nvCxnSpPr>
        <p:spPr bwMode="auto">
          <a:xfrm rot="5400000" flipH="1">
            <a:off x="4212432" y="3264693"/>
            <a:ext cx="1130300" cy="2366963"/>
          </a:xfrm>
          <a:prstGeom prst="bentConnector3">
            <a:avLst>
              <a:gd name="adj1" fmla="val 54213"/>
            </a:avLst>
          </a:prstGeom>
          <a:noFill/>
          <a:ln w="31750" algn="ctr">
            <a:solidFill>
              <a:srgbClr val="00B05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407613" name="Connecteur en angle 228"/>
          <p:cNvCxnSpPr>
            <a:cxnSpLocks noChangeShapeType="1"/>
            <a:stCxn id="407590" idx="1"/>
          </p:cNvCxnSpPr>
          <p:nvPr>
            <p:custDataLst>
              <p:tags r:id="rId25"/>
            </p:custDataLst>
          </p:nvPr>
        </p:nvCxnSpPr>
        <p:spPr bwMode="auto">
          <a:xfrm rot="10800000" flipV="1">
            <a:off x="4356100" y="3108325"/>
            <a:ext cx="3529013" cy="187325"/>
          </a:xfrm>
          <a:prstGeom prst="bentConnector3">
            <a:avLst>
              <a:gd name="adj1" fmla="val 49977"/>
            </a:avLst>
          </a:prstGeom>
          <a:noFill/>
          <a:ln w="31750" algn="ctr">
            <a:solidFill>
              <a:srgbClr val="00B05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407614" name="Connecteur en angle 231"/>
          <p:cNvCxnSpPr>
            <a:cxnSpLocks noChangeShapeType="1"/>
            <a:endCxn id="96" idx="3"/>
          </p:cNvCxnSpPr>
          <p:nvPr>
            <p:custDataLst>
              <p:tags r:id="rId26"/>
            </p:custDataLst>
          </p:nvPr>
        </p:nvCxnSpPr>
        <p:spPr bwMode="auto">
          <a:xfrm rot="5400000">
            <a:off x="3311525" y="1839913"/>
            <a:ext cx="1254125" cy="688975"/>
          </a:xfrm>
          <a:prstGeom prst="bentConnector3">
            <a:avLst>
              <a:gd name="adj1" fmla="val -1014"/>
            </a:avLst>
          </a:prstGeom>
          <a:noFill/>
          <a:ln w="31750" algn="ctr">
            <a:solidFill>
              <a:srgbClr val="00B050"/>
            </a:solidFill>
            <a:round/>
            <a:headEnd type="triangle" w="med" len="med"/>
            <a:tailEnd type="triangle" w="med" len="med"/>
          </a:ln>
          <a:extLst>
            <a:ext uri="{909E8E84-426E-40DD-AFC4-6F175D3DCCD1}">
              <a14:hiddenFill xmlns:a14="http://schemas.microsoft.com/office/drawing/2010/main">
                <a:noFill/>
              </a14:hiddenFill>
            </a:ext>
          </a:extLst>
        </p:spPr>
      </p:cxnSp>
      <p:grpSp>
        <p:nvGrpSpPr>
          <p:cNvPr id="407615" name="Group 63"/>
          <p:cNvGrpSpPr>
            <a:grpSpLocks/>
          </p:cNvGrpSpPr>
          <p:nvPr>
            <p:custDataLst>
              <p:tags r:id="rId27"/>
            </p:custDataLst>
          </p:nvPr>
        </p:nvGrpSpPr>
        <p:grpSpPr bwMode="auto">
          <a:xfrm>
            <a:off x="2843213" y="2781300"/>
            <a:ext cx="1500187" cy="1071563"/>
            <a:chOff x="1791" y="1752"/>
            <a:chExt cx="945" cy="675"/>
          </a:xfrm>
        </p:grpSpPr>
        <p:pic>
          <p:nvPicPr>
            <p:cNvPr id="407616" name="Image 94" descr="at.png"/>
            <p:cNvPicPr>
              <a:picLocks noChangeAspect="1"/>
            </p:cNvPicPr>
            <p:nvPr>
              <p:custDataLst>
                <p:tags r:id="rId32"/>
              </p:custDataLst>
            </p:nvPr>
          </p:nvPicPr>
          <p:blipFill>
            <a:blip r:embed="rId62">
              <a:extLst>
                <a:ext uri="{28A0092B-C50C-407E-A947-70E740481C1C}">
                  <a14:useLocalDpi xmlns:a14="http://schemas.microsoft.com/office/drawing/2010/main" val="0"/>
                </a:ext>
              </a:extLst>
            </a:blip>
            <a:srcRect/>
            <a:stretch>
              <a:fillRect/>
            </a:stretch>
          </p:blipFill>
          <p:spPr bwMode="auto">
            <a:xfrm>
              <a:off x="2109" y="188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 name="Pensées 95"/>
            <p:cNvSpPr/>
            <p:nvPr>
              <p:custDataLst>
                <p:tags r:id="rId33"/>
              </p:custDataLst>
            </p:nvPr>
          </p:nvSpPr>
          <p:spPr bwMode="auto">
            <a:xfrm>
              <a:off x="1791" y="1752"/>
              <a:ext cx="945" cy="675"/>
            </a:xfrm>
            <a:prstGeom prst="cloudCallout">
              <a:avLst>
                <a:gd name="adj1" fmla="val -41644"/>
                <a:gd name="adj2" fmla="val 15869"/>
              </a:avLst>
            </a:prstGeom>
            <a:noFill/>
            <a:ln w="63500" cap="flat" cmpd="sng" algn="ctr">
              <a:solidFill>
                <a:schemeClr val="tx1">
                  <a:lumMod val="50000"/>
                  <a:lumOff val="50000"/>
                </a:schemeClr>
              </a:solidFill>
              <a:prstDash val="solid"/>
              <a:round/>
              <a:headEnd type="none" w="med" len="med"/>
              <a:tailEnd type="none" w="med" len="med"/>
            </a:ln>
            <a:effectLst/>
          </p:spPr>
          <p:txBody>
            <a:bodyPr/>
            <a:lstStyle/>
            <a:p>
              <a:pPr algn="r">
                <a:defRPr/>
              </a:pPr>
              <a:endParaRPr lang="fr-FR" sz="2000">
                <a:solidFill>
                  <a:schemeClr val="bg1"/>
                </a:solidFill>
                <a:cs typeface="+mn-cs"/>
              </a:endParaRPr>
            </a:p>
          </p:txBody>
        </p:sp>
      </p:grpSp>
      <p:cxnSp>
        <p:nvCxnSpPr>
          <p:cNvPr id="407618" name="Connecteur en angle 220"/>
          <p:cNvCxnSpPr>
            <a:cxnSpLocks noChangeShapeType="1"/>
            <a:stCxn id="407602" idx="0"/>
            <a:endCxn id="96" idx="1"/>
          </p:cNvCxnSpPr>
          <p:nvPr>
            <p:custDataLst>
              <p:tags r:id="rId28"/>
            </p:custDataLst>
          </p:nvPr>
        </p:nvCxnSpPr>
        <p:spPr bwMode="auto">
          <a:xfrm rot="16200000">
            <a:off x="2772568" y="4120357"/>
            <a:ext cx="1058863" cy="584200"/>
          </a:xfrm>
          <a:prstGeom prst="bentConnector3">
            <a:avLst>
              <a:gd name="adj1" fmla="val 51426"/>
            </a:avLst>
          </a:prstGeom>
          <a:noFill/>
          <a:ln w="31750" algn="ctr">
            <a:solidFill>
              <a:srgbClr val="00B05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407619" name="Connecteur en angle 231"/>
          <p:cNvCxnSpPr>
            <a:cxnSpLocks noChangeShapeType="1"/>
            <a:stCxn id="407610" idx="3"/>
            <a:endCxn id="96" idx="0"/>
          </p:cNvCxnSpPr>
          <p:nvPr>
            <p:custDataLst>
              <p:tags r:id="rId29"/>
            </p:custDataLst>
          </p:nvPr>
        </p:nvCxnSpPr>
        <p:spPr bwMode="auto">
          <a:xfrm>
            <a:off x="1944688" y="2835275"/>
            <a:ext cx="871537" cy="482600"/>
          </a:xfrm>
          <a:prstGeom prst="bentConnector3">
            <a:avLst>
              <a:gd name="adj1" fmla="val 51366"/>
            </a:avLst>
          </a:prstGeom>
          <a:noFill/>
          <a:ln w="31750" algn="ctr">
            <a:solidFill>
              <a:srgbClr val="00B050"/>
            </a:solidFill>
            <a:round/>
            <a:headEnd type="triangle" w="med" len="med"/>
            <a:tailEnd type="triangle" w="med" len="med"/>
          </a:ln>
          <a:extLst>
            <a:ext uri="{909E8E84-426E-40DD-AFC4-6F175D3DCCD1}">
              <a14:hiddenFill xmlns:a14="http://schemas.microsoft.com/office/drawing/2010/main">
                <a:noFill/>
              </a14:hiddenFill>
            </a:ext>
          </a:extLst>
        </p:spPr>
      </p:cxnSp>
      <p:grpSp>
        <p:nvGrpSpPr>
          <p:cNvPr id="407620" name="Groupe 145"/>
          <p:cNvGrpSpPr>
            <a:grpSpLocks/>
          </p:cNvGrpSpPr>
          <p:nvPr>
            <p:custDataLst>
              <p:tags r:id="rId30"/>
            </p:custDataLst>
          </p:nvPr>
        </p:nvGrpSpPr>
        <p:grpSpPr bwMode="auto">
          <a:xfrm>
            <a:off x="4767263" y="5592763"/>
            <a:ext cx="1785937" cy="1071562"/>
            <a:chOff x="295244" y="5000636"/>
            <a:chExt cx="1785950" cy="1071570"/>
          </a:xfrm>
        </p:grpSpPr>
        <p:sp>
          <p:nvSpPr>
            <p:cNvPr id="139" name="AutoShape 2099"/>
            <p:cNvSpPr>
              <a:spLocks noChangeArrowheads="1"/>
            </p:cNvSpPr>
            <p:nvPr/>
          </p:nvSpPr>
          <p:spPr bwMode="auto">
            <a:xfrm>
              <a:off x="295244" y="5000636"/>
              <a:ext cx="1785950" cy="1071570"/>
            </a:xfrm>
            <a:prstGeom prst="roundRect">
              <a:avLst>
                <a:gd name="adj" fmla="val 16667"/>
              </a:avLst>
            </a:prstGeom>
            <a:gradFill rotWithShape="0">
              <a:gsLst>
                <a:gs pos="0">
                  <a:srgbClr val="FFFFFF"/>
                </a:gs>
                <a:gs pos="100000">
                  <a:srgbClr val="B8CCE4"/>
                </a:gs>
              </a:gsLst>
              <a:lin ang="5400000" scaled="1"/>
            </a:gradFill>
            <a:ln w="12700">
              <a:solidFill>
                <a:srgbClr val="95B3D7"/>
              </a:solidFill>
              <a:round/>
              <a:headEnd/>
              <a:tailEnd/>
            </a:ln>
            <a:effectLst>
              <a:outerShdw dist="28398" dir="3806097" algn="ctr" rotWithShape="0">
                <a:srgbClr val="243F60">
                  <a:alpha val="50000"/>
                </a:srgbClr>
              </a:outerShdw>
            </a:effectLst>
          </p:spPr>
          <p:txBody>
            <a:bodyPr anchor="b"/>
            <a:lstStyle/>
            <a:p>
              <a:pPr algn="ctr"/>
              <a:r>
                <a:rPr lang="fr-FR" sz="2000" b="1" u="sng">
                  <a:effectLst>
                    <a:outerShdw blurRad="38100" dist="38100" dir="2700000" algn="tl">
                      <a:srgbClr val="C0C0C0"/>
                    </a:outerShdw>
                  </a:effectLst>
                </a:rPr>
                <a:t>Country</a:t>
              </a:r>
            </a:p>
          </p:txBody>
        </p:sp>
        <p:grpSp>
          <p:nvGrpSpPr>
            <p:cNvPr id="407622" name="Groupe 137"/>
            <p:cNvGrpSpPr>
              <a:grpSpLocks/>
            </p:cNvGrpSpPr>
            <p:nvPr/>
          </p:nvGrpSpPr>
          <p:grpSpPr bwMode="auto">
            <a:xfrm>
              <a:off x="928666" y="5072074"/>
              <a:ext cx="500062" cy="642938"/>
              <a:chOff x="5653088" y="5572125"/>
              <a:chExt cx="500062" cy="642938"/>
            </a:xfrm>
          </p:grpSpPr>
          <p:graphicFrame>
            <p:nvGraphicFramePr>
              <p:cNvPr id="407623" name="Object 89"/>
              <p:cNvGraphicFramePr>
                <a:graphicFrameLocks noChangeAspect="1"/>
              </p:cNvGraphicFramePr>
              <p:nvPr/>
            </p:nvGraphicFramePr>
            <p:xfrm>
              <a:off x="5653088" y="5572125"/>
              <a:ext cx="500062" cy="642938"/>
            </p:xfrm>
            <a:graphic>
              <a:graphicData uri="http://schemas.openxmlformats.org/presentationml/2006/ole">
                <mc:AlternateContent xmlns:mc="http://schemas.openxmlformats.org/markup-compatibility/2006">
                  <mc:Choice xmlns:v="urn:schemas-microsoft-com:vml" Requires="v">
                    <p:oleObj spid="_x0000_s429210" name="Visio" r:id="rId63" imgW="676751" imgH="996791" progId="Visio.Drawing.11">
                      <p:embed/>
                    </p:oleObj>
                  </mc:Choice>
                  <mc:Fallback>
                    <p:oleObj name="Visio" r:id="rId63" imgW="676751" imgH="996791" progId="Visio.Drawing.11">
                      <p:embed/>
                      <p:pic>
                        <p:nvPicPr>
                          <p:cNvPr id="0" name=""/>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5653088" y="5572125"/>
                            <a:ext cx="500062" cy="642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407624" name="Image 144" descr="star_blue.png"/>
              <p:cNvPicPr>
                <a:picLocks noChangeAspect="1"/>
              </p:cNvPicPr>
              <p:nvPr/>
            </p:nvPicPr>
            <p:blipFill>
              <a:blip r:embed="rId46">
                <a:extLst>
                  <a:ext uri="{28A0092B-C50C-407E-A947-70E740481C1C}">
                    <a14:useLocalDpi xmlns:a14="http://schemas.microsoft.com/office/drawing/2010/main" val="0"/>
                  </a:ext>
                </a:extLst>
              </a:blip>
              <a:srcRect/>
              <a:stretch>
                <a:fillRect/>
              </a:stretch>
            </p:blipFill>
            <p:spPr bwMode="auto">
              <a:xfrm>
                <a:off x="5767388" y="5643563"/>
                <a:ext cx="304800"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grpSp>
      </p:grpSp>
      <p:grpSp>
        <p:nvGrpSpPr>
          <p:cNvPr id="407625" name="Groupe 196"/>
          <p:cNvGrpSpPr>
            <a:grpSpLocks/>
          </p:cNvGrpSpPr>
          <p:nvPr>
            <p:custDataLst>
              <p:tags r:id="rId31"/>
            </p:custDataLst>
          </p:nvPr>
        </p:nvGrpSpPr>
        <p:grpSpPr bwMode="auto">
          <a:xfrm>
            <a:off x="5651500" y="5013325"/>
            <a:ext cx="617538" cy="630238"/>
            <a:chOff x="714348" y="2571744"/>
            <a:chExt cx="617143" cy="629717"/>
          </a:xfrm>
        </p:grpSpPr>
        <p:pic>
          <p:nvPicPr>
            <p:cNvPr id="407626" name="Image 197" descr="mail_out.png"/>
            <p:cNvPicPr>
              <a:picLocks noChangeAspect="1"/>
            </p:cNvPicPr>
            <p:nvPr/>
          </p:nvPicPr>
          <p:blipFill>
            <a:blip r:embed="rId60">
              <a:extLst>
                <a:ext uri="{28A0092B-C50C-407E-A947-70E740481C1C}">
                  <a14:useLocalDpi xmlns:a14="http://schemas.microsoft.com/office/drawing/2010/main" val="0"/>
                </a:ext>
              </a:extLst>
            </a:blip>
            <a:srcRect/>
            <a:stretch>
              <a:fillRect/>
            </a:stretch>
          </p:blipFill>
          <p:spPr bwMode="auto">
            <a:xfrm>
              <a:off x="714348" y="2571744"/>
              <a:ext cx="617143" cy="617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7627" name="ZoneTexte 56"/>
            <p:cNvSpPr txBox="1">
              <a:spLocks noChangeArrowheads="1"/>
            </p:cNvSpPr>
            <p:nvPr/>
          </p:nvSpPr>
          <p:spPr bwMode="auto">
            <a:xfrm>
              <a:off x="790499" y="2896913"/>
              <a:ext cx="520368" cy="304548"/>
            </a:xfrm>
            <a:prstGeom prst="rect">
              <a:avLst/>
            </a:prstGeom>
            <a:solidFill>
              <a:schemeClr val="bg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tIns="0" bIns="0">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ctr"/>
              <a:r>
                <a:rPr lang="pt-BR" sz="1000" b="1"/>
                <a:t>Send</a:t>
              </a:r>
            </a:p>
            <a:p>
              <a:pPr algn="ctr"/>
              <a:r>
                <a:rPr lang="pt-BR" sz="1000" b="1"/>
                <a:t>alerts</a:t>
              </a:r>
              <a:endParaRPr lang="fr-FR" sz="1000" b="1"/>
            </a:p>
          </p:txBody>
        </p:sp>
      </p:grpSp>
    </p:spTree>
    <p:custDataLst>
      <p:tags r:id="rId2"/>
    </p:custDataLst>
    <p:extLst>
      <p:ext uri="{BB962C8B-B14F-4D97-AF65-F5344CB8AC3E}">
        <p14:creationId xmlns:p14="http://schemas.microsoft.com/office/powerpoint/2010/main" val="128056414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p:cNvSpPr>
            <a:spLocks noGrp="1" noChangeArrowheads="1"/>
          </p:cNvSpPr>
          <p:nvPr>
            <p:ph type="body" idx="1"/>
            <p:custDataLst>
              <p:tags r:id="rId2"/>
            </p:custDataLst>
          </p:nvPr>
        </p:nvSpPr>
        <p:spPr>
          <a:xfrm>
            <a:off x="457200" y="908050"/>
            <a:ext cx="8512560" cy="4525963"/>
          </a:xfrm>
        </p:spPr>
        <p:txBody>
          <a:bodyPr/>
          <a:lstStyle/>
          <a:p>
            <a:r>
              <a:rPr lang="en-GB" sz="2400" dirty="0" smtClean="0">
                <a:solidFill>
                  <a:srgbClr val="000000"/>
                </a:solidFill>
              </a:rPr>
              <a:t>Communication facilities using </a:t>
            </a:r>
            <a:r>
              <a:rPr lang="en-GB" sz="2400" dirty="0">
                <a:solidFill>
                  <a:srgbClr val="000000"/>
                </a:solidFill>
              </a:rPr>
              <a:t>proven email </a:t>
            </a:r>
            <a:r>
              <a:rPr lang="en-GB" sz="2400" dirty="0" smtClean="0">
                <a:solidFill>
                  <a:srgbClr val="000000"/>
                </a:solidFill>
              </a:rPr>
              <a:t>infrastructures</a:t>
            </a:r>
            <a:endParaRPr lang="en-GB" sz="2400" dirty="0">
              <a:solidFill>
                <a:srgbClr val="000000"/>
              </a:solidFill>
            </a:endParaRPr>
          </a:p>
        </p:txBody>
      </p:sp>
      <p:sp>
        <p:nvSpPr>
          <p:cNvPr id="405509" name="Titre 7"/>
          <p:cNvSpPr>
            <a:spLocks/>
          </p:cNvSpPr>
          <p:nvPr>
            <p:custDataLst>
              <p:tags r:id="rId3"/>
            </p:custDataLst>
          </p:nvPr>
        </p:nvSpPr>
        <p:spPr bwMode="auto">
          <a:xfrm>
            <a:off x="29769" y="-100013"/>
            <a:ext cx="9114231" cy="1143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4400" dirty="0">
                <a:solidFill>
                  <a:srgbClr val="0066FF"/>
                </a:solidFill>
              </a:rPr>
              <a:t>e-SMP: Communication </a:t>
            </a:r>
            <a:endParaRPr lang="fr-FR" sz="4400" dirty="0">
              <a:solidFill>
                <a:srgbClr val="0066FF"/>
              </a:solidFill>
            </a:endParaRPr>
          </a:p>
        </p:txBody>
      </p:sp>
      <p:pic>
        <p:nvPicPr>
          <p:cNvPr id="433154" name="Picture 2"/>
          <p:cNvPicPr>
            <a:picLocks noChangeAspect="1" noChangeArrowheads="1"/>
          </p:cNvPicPr>
          <p:nvPr/>
        </p:nvPicPr>
        <p:blipFill rotWithShape="1">
          <a:blip r:embed="rId6">
            <a:extLst>
              <a:ext uri="{28A0092B-C50C-407E-A947-70E740481C1C}">
                <a14:useLocalDpi xmlns:a14="http://schemas.microsoft.com/office/drawing/2010/main" val="0"/>
              </a:ext>
            </a:extLst>
          </a:blip>
          <a:srcRect l="917" t="19112" r="917" b="3504"/>
          <a:stretch/>
        </p:blipFill>
        <p:spPr bwMode="auto">
          <a:xfrm>
            <a:off x="1043608" y="1340768"/>
            <a:ext cx="7834242" cy="456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64855267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2"/>
          <p:cNvSpPr>
            <a:spLocks noGrp="1" noChangeArrowheads="1"/>
          </p:cNvSpPr>
          <p:nvPr>
            <p:ph type="body" idx="1"/>
            <p:custDataLst>
              <p:tags r:id="rId2"/>
            </p:custDataLst>
          </p:nvPr>
        </p:nvSpPr>
        <p:spPr>
          <a:xfrm>
            <a:off x="457200" y="908051"/>
            <a:ext cx="8229600" cy="936774"/>
          </a:xfrm>
        </p:spPr>
        <p:txBody>
          <a:bodyPr/>
          <a:lstStyle/>
          <a:p>
            <a:r>
              <a:rPr lang="en-US" dirty="0">
                <a:solidFill>
                  <a:srgbClr val="000000"/>
                </a:solidFill>
              </a:rPr>
              <a:t>User administration / handling </a:t>
            </a:r>
            <a:endParaRPr lang="en-GB" dirty="0">
              <a:solidFill>
                <a:srgbClr val="000000"/>
              </a:solidFill>
            </a:endParaRPr>
          </a:p>
        </p:txBody>
      </p:sp>
      <p:pic>
        <p:nvPicPr>
          <p:cNvPr id="411651" name="Picture 3"/>
          <p:cNvPicPr>
            <a:picLocks noChangeAspect="1" noChangeArrowheads="1"/>
          </p:cNvPicPr>
          <p:nvPr>
            <p:custDataLst>
              <p:tags r:id="rId3"/>
            </p:custDataLst>
          </p:nvPr>
        </p:nvPicPr>
        <p:blipFill>
          <a:blip r:embed="rId8">
            <a:extLst>
              <a:ext uri="{28A0092B-C50C-407E-A947-70E740481C1C}">
                <a14:useLocalDpi xmlns:a14="http://schemas.microsoft.com/office/drawing/2010/main" val="0"/>
              </a:ext>
            </a:extLst>
          </a:blip>
          <a:srcRect/>
          <a:stretch>
            <a:fillRect/>
          </a:stretch>
        </p:blipFill>
        <p:spPr bwMode="auto">
          <a:xfrm>
            <a:off x="2195513" y="1557338"/>
            <a:ext cx="6305550" cy="4033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1652" name="Picture 4"/>
          <p:cNvPicPr>
            <a:picLocks noChangeAspect="1" noChangeArrowheads="1"/>
          </p:cNvPicPr>
          <p:nvPr>
            <p:custDataLst>
              <p:tags r:id="rId4"/>
            </p:custDataLst>
          </p:nvPr>
        </p:nvPicPr>
        <p:blipFill>
          <a:blip r:embed="rId9">
            <a:extLst>
              <a:ext uri="{28A0092B-C50C-407E-A947-70E740481C1C}">
                <a14:useLocalDpi xmlns:a14="http://schemas.microsoft.com/office/drawing/2010/main" val="0"/>
              </a:ext>
            </a:extLst>
          </a:blip>
          <a:srcRect/>
          <a:stretch>
            <a:fillRect/>
          </a:stretch>
        </p:blipFill>
        <p:spPr bwMode="auto">
          <a:xfrm>
            <a:off x="395288" y="3860800"/>
            <a:ext cx="6470650" cy="2484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1653" name="Titre 7"/>
          <p:cNvSpPr>
            <a:spLocks/>
          </p:cNvSpPr>
          <p:nvPr>
            <p:custDataLst>
              <p:tags r:id="rId5"/>
            </p:custDataLst>
          </p:nvPr>
        </p:nvSpPr>
        <p:spPr bwMode="auto">
          <a:xfrm>
            <a:off x="0" y="-26988"/>
            <a:ext cx="9144000" cy="1143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4400" dirty="0">
                <a:solidFill>
                  <a:srgbClr val="0066FF"/>
                </a:solidFill>
              </a:rPr>
              <a:t>e-SMP: A secured web-platform </a:t>
            </a:r>
            <a:endParaRPr lang="fr-FR" sz="4400" dirty="0">
              <a:solidFill>
                <a:srgbClr val="0066FF"/>
              </a:solidFill>
            </a:endParaRPr>
          </a:p>
        </p:txBody>
      </p:sp>
    </p:spTree>
    <p:custDataLst>
      <p:tags r:id="rId1"/>
    </p:custDataLst>
    <p:extLst>
      <p:ext uri="{BB962C8B-B14F-4D97-AF65-F5344CB8AC3E}">
        <p14:creationId xmlns:p14="http://schemas.microsoft.com/office/powerpoint/2010/main" val="271164895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2"/>
          <p:cNvSpPr>
            <a:spLocks noGrp="1" noChangeArrowheads="1"/>
          </p:cNvSpPr>
          <p:nvPr>
            <p:ph type="title" idx="4294967295"/>
            <p:custDataLst>
              <p:tags r:id="rId2"/>
            </p:custDataLst>
          </p:nvPr>
        </p:nvSpPr>
        <p:spPr>
          <a:xfrm>
            <a:off x="0" y="-242888"/>
            <a:ext cx="9144000" cy="1143001"/>
          </a:xfrm>
        </p:spPr>
        <p:txBody>
          <a:bodyPr/>
          <a:lstStyle/>
          <a:p>
            <a:r>
              <a:rPr lang="en-US" dirty="0">
                <a:solidFill>
                  <a:srgbClr val="0066FF"/>
                </a:solidFill>
              </a:rPr>
              <a:t>e-SMP: A user-friendly interface</a:t>
            </a:r>
            <a:endParaRPr lang="en-GB" dirty="0">
              <a:solidFill>
                <a:srgbClr val="0066FF"/>
              </a:solidFill>
            </a:endParaRPr>
          </a:p>
        </p:txBody>
      </p:sp>
      <p:sp>
        <p:nvSpPr>
          <p:cNvPr id="98351" name="AutoShape 47"/>
          <p:cNvSpPr>
            <a:spLocks/>
          </p:cNvSpPr>
          <p:nvPr>
            <p:custDataLst>
              <p:tags r:id="rId3"/>
            </p:custDataLst>
          </p:nvPr>
        </p:nvSpPr>
        <p:spPr bwMode="auto">
          <a:xfrm>
            <a:off x="6804025" y="4724400"/>
            <a:ext cx="2232025" cy="755650"/>
          </a:xfrm>
          <a:prstGeom prst="borderCallout2">
            <a:avLst>
              <a:gd name="adj1" fmla="val 15449"/>
              <a:gd name="adj2" fmla="val -3412"/>
              <a:gd name="adj3" fmla="val 15449"/>
              <a:gd name="adj4" fmla="val -27384"/>
              <a:gd name="adj5" fmla="val -208583"/>
              <a:gd name="adj6" fmla="val -51352"/>
            </a:avLst>
          </a:prstGeom>
          <a:solidFill>
            <a:schemeClr val="accent1"/>
          </a:solidFill>
          <a:ln w="25400">
            <a:solidFill>
              <a:schemeClr val="tx1"/>
            </a:solidFill>
            <a:miter lim="800000"/>
            <a:headEnd/>
            <a:tailEnd/>
          </a:ln>
        </p:spPr>
        <p:txBody>
          <a:bodyPr>
            <a:spAutoFit/>
          </a:bodyPr>
          <a:lstStyle/>
          <a:p>
            <a:r>
              <a:rPr lang="en-US" sz="1400" b="1"/>
              <a:t>Content</a:t>
            </a:r>
          </a:p>
          <a:p>
            <a:r>
              <a:rPr lang="en-US" sz="1400"/>
              <a:t>Working area of the active screen.</a:t>
            </a:r>
            <a:endParaRPr lang="en-GB" sz="1400"/>
          </a:p>
        </p:txBody>
      </p:sp>
      <p:sp>
        <p:nvSpPr>
          <p:cNvPr id="98352" name="AutoShape 48"/>
          <p:cNvSpPr>
            <a:spLocks/>
          </p:cNvSpPr>
          <p:nvPr>
            <p:custDataLst>
              <p:tags r:id="rId4"/>
            </p:custDataLst>
          </p:nvPr>
        </p:nvSpPr>
        <p:spPr bwMode="auto">
          <a:xfrm>
            <a:off x="6804025" y="908050"/>
            <a:ext cx="2232025" cy="1181100"/>
          </a:xfrm>
          <a:prstGeom prst="borderCallout1">
            <a:avLst>
              <a:gd name="adj1" fmla="val 8296"/>
              <a:gd name="adj2" fmla="val -3412"/>
              <a:gd name="adj3" fmla="val 6454"/>
              <a:gd name="adj4" fmla="val -51495"/>
            </a:avLst>
          </a:prstGeom>
          <a:solidFill>
            <a:schemeClr val="accent1"/>
          </a:solidFill>
          <a:ln w="25400">
            <a:solidFill>
              <a:schemeClr val="tx1"/>
            </a:solidFill>
            <a:miter lim="800000"/>
            <a:headEnd/>
            <a:tailEnd/>
          </a:ln>
        </p:spPr>
        <p:txBody>
          <a:bodyPr>
            <a:spAutoFit/>
          </a:bodyPr>
          <a:lstStyle/>
          <a:p>
            <a:r>
              <a:rPr lang="en-US" sz="1400" b="1"/>
              <a:t>Header</a:t>
            </a:r>
          </a:p>
          <a:p>
            <a:r>
              <a:rPr lang="en-US" sz="1400"/>
              <a:t>General information about the platform and its status (user connected and perimeter selected).</a:t>
            </a:r>
            <a:endParaRPr lang="en-GB" sz="1400"/>
          </a:p>
        </p:txBody>
      </p:sp>
      <p:sp>
        <p:nvSpPr>
          <p:cNvPr id="98353" name="AutoShape 49"/>
          <p:cNvSpPr>
            <a:spLocks/>
          </p:cNvSpPr>
          <p:nvPr>
            <p:custDataLst>
              <p:tags r:id="rId5"/>
            </p:custDataLst>
          </p:nvPr>
        </p:nvSpPr>
        <p:spPr bwMode="auto">
          <a:xfrm>
            <a:off x="6911975" y="2278063"/>
            <a:ext cx="2232025" cy="968375"/>
          </a:xfrm>
          <a:prstGeom prst="borderCallout2">
            <a:avLst>
              <a:gd name="adj1" fmla="val 11806"/>
              <a:gd name="adj2" fmla="val -3412"/>
              <a:gd name="adj3" fmla="val 11806"/>
              <a:gd name="adj4" fmla="val -14792"/>
              <a:gd name="adj5" fmla="val -100162"/>
              <a:gd name="adj6" fmla="val -55759"/>
            </a:avLst>
          </a:prstGeom>
          <a:solidFill>
            <a:schemeClr val="accent1"/>
          </a:solidFill>
          <a:ln w="25400">
            <a:solidFill>
              <a:schemeClr val="tx1"/>
            </a:solidFill>
            <a:miter lim="800000"/>
            <a:headEnd/>
            <a:tailEnd/>
          </a:ln>
        </p:spPr>
        <p:txBody>
          <a:bodyPr>
            <a:spAutoFit/>
          </a:bodyPr>
          <a:lstStyle/>
          <a:p>
            <a:r>
              <a:rPr lang="en-US" sz="1400" b="1"/>
              <a:t>Menu</a:t>
            </a:r>
          </a:p>
          <a:p>
            <a:r>
              <a:rPr lang="en-US" sz="1400"/>
              <a:t>Gives access to all screens of the applications.</a:t>
            </a:r>
            <a:endParaRPr lang="en-GB" sz="1400"/>
          </a:p>
        </p:txBody>
      </p:sp>
      <p:sp>
        <p:nvSpPr>
          <p:cNvPr id="98354" name="AutoShape 50"/>
          <p:cNvSpPr>
            <a:spLocks/>
          </p:cNvSpPr>
          <p:nvPr>
            <p:custDataLst>
              <p:tags r:id="rId6"/>
            </p:custDataLst>
          </p:nvPr>
        </p:nvSpPr>
        <p:spPr bwMode="auto">
          <a:xfrm>
            <a:off x="6804025" y="3429000"/>
            <a:ext cx="2232025" cy="968375"/>
          </a:xfrm>
          <a:prstGeom prst="borderCallout2">
            <a:avLst>
              <a:gd name="adj1" fmla="val 11806"/>
              <a:gd name="adj2" fmla="val -3412"/>
              <a:gd name="adj3" fmla="val 11806"/>
              <a:gd name="adj4" fmla="val -13870"/>
              <a:gd name="adj5" fmla="val -193116"/>
              <a:gd name="adj6" fmla="val -51352"/>
            </a:avLst>
          </a:prstGeom>
          <a:solidFill>
            <a:schemeClr val="accent1"/>
          </a:solidFill>
          <a:ln w="25400">
            <a:solidFill>
              <a:schemeClr val="tx1"/>
            </a:solidFill>
            <a:miter lim="800000"/>
            <a:headEnd/>
            <a:tailEnd/>
          </a:ln>
        </p:spPr>
        <p:txBody>
          <a:bodyPr>
            <a:spAutoFit/>
          </a:bodyPr>
          <a:lstStyle/>
          <a:p>
            <a:r>
              <a:rPr lang="en-US" sz="1400" b="1"/>
              <a:t>Navigation</a:t>
            </a:r>
          </a:p>
          <a:p>
            <a:r>
              <a:rPr lang="en-US" sz="1400"/>
              <a:t>Shows the screens currently opened.</a:t>
            </a:r>
            <a:endParaRPr lang="en-GB" sz="1400"/>
          </a:p>
          <a:p>
            <a:pPr algn="ctr"/>
            <a:endParaRPr lang="en-GB" sz="1400"/>
          </a:p>
        </p:txBody>
      </p:sp>
      <p:grpSp>
        <p:nvGrpSpPr>
          <p:cNvPr id="98355" name="Group 51"/>
          <p:cNvGrpSpPr>
            <a:grpSpLocks/>
          </p:cNvGrpSpPr>
          <p:nvPr>
            <p:custDataLst>
              <p:tags r:id="rId7"/>
            </p:custDataLst>
          </p:nvPr>
        </p:nvGrpSpPr>
        <p:grpSpPr bwMode="auto">
          <a:xfrm>
            <a:off x="179388" y="781050"/>
            <a:ext cx="7272337" cy="5295900"/>
            <a:chOff x="113" y="492"/>
            <a:chExt cx="4581" cy="3336"/>
          </a:xfrm>
        </p:grpSpPr>
        <p:pic>
          <p:nvPicPr>
            <p:cNvPr id="388104" name="Picture 26"/>
            <p:cNvPicPr>
              <a:picLocks noChangeAspect="1" noChangeArrowheads="1"/>
            </p:cNvPicPr>
            <p:nvPr>
              <p:custDataLst>
                <p:tags r:id="rId8"/>
              </p:custDataLst>
            </p:nvPr>
          </p:nvPicPr>
          <p:blipFill>
            <a:blip r:embed="rId16">
              <a:extLst>
                <a:ext uri="{28A0092B-C50C-407E-A947-70E740481C1C}">
                  <a14:useLocalDpi xmlns:a14="http://schemas.microsoft.com/office/drawing/2010/main" val="0"/>
                </a:ext>
              </a:extLst>
            </a:blip>
            <a:srcRect/>
            <a:stretch>
              <a:fillRect/>
            </a:stretch>
          </p:blipFill>
          <p:spPr bwMode="auto">
            <a:xfrm>
              <a:off x="113" y="492"/>
              <a:ext cx="4490" cy="3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8105" name="AutoShape 4"/>
            <p:cNvSpPr>
              <a:spLocks/>
            </p:cNvSpPr>
            <p:nvPr>
              <p:custDataLst>
                <p:tags r:id="rId9"/>
              </p:custDataLst>
            </p:nvPr>
          </p:nvSpPr>
          <p:spPr bwMode="auto">
            <a:xfrm>
              <a:off x="4603" y="492"/>
              <a:ext cx="91" cy="362"/>
            </a:xfrm>
            <a:prstGeom prst="rightBrace">
              <a:avLst>
                <a:gd name="adj1" fmla="val 33150"/>
                <a:gd name="adj2"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388106" name="AutoShape 5"/>
            <p:cNvSpPr>
              <a:spLocks/>
            </p:cNvSpPr>
            <p:nvPr>
              <p:custDataLst>
                <p:tags r:id="rId10"/>
              </p:custDataLst>
            </p:nvPr>
          </p:nvSpPr>
          <p:spPr bwMode="auto">
            <a:xfrm>
              <a:off x="4603" y="854"/>
              <a:ext cx="91" cy="136"/>
            </a:xfrm>
            <a:prstGeom prst="rightBrace">
              <a:avLst>
                <a:gd name="adj1" fmla="val 12454"/>
                <a:gd name="adj2"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388107" name="AutoShape 6"/>
            <p:cNvSpPr>
              <a:spLocks/>
            </p:cNvSpPr>
            <p:nvPr>
              <p:custDataLst>
                <p:tags r:id="rId11"/>
              </p:custDataLst>
            </p:nvPr>
          </p:nvSpPr>
          <p:spPr bwMode="auto">
            <a:xfrm>
              <a:off x="4603" y="991"/>
              <a:ext cx="91" cy="226"/>
            </a:xfrm>
            <a:prstGeom prst="rightBrace">
              <a:avLst>
                <a:gd name="adj1" fmla="val 20696"/>
                <a:gd name="adj2"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388108" name="AutoShape 7"/>
            <p:cNvSpPr>
              <a:spLocks/>
            </p:cNvSpPr>
            <p:nvPr>
              <p:custDataLst>
                <p:tags r:id="rId12"/>
              </p:custDataLst>
            </p:nvPr>
          </p:nvSpPr>
          <p:spPr bwMode="auto">
            <a:xfrm>
              <a:off x="4603" y="1217"/>
              <a:ext cx="91" cy="2586"/>
            </a:xfrm>
            <a:prstGeom prst="rightBrace">
              <a:avLst>
                <a:gd name="adj1" fmla="val 236813"/>
                <a:gd name="adj2"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pic>
          <p:nvPicPr>
            <p:cNvPr id="388109" name="Picture 41"/>
            <p:cNvPicPr>
              <a:picLocks noChangeAspect="1" noChangeArrowheads="1"/>
            </p:cNvPicPr>
            <p:nvPr>
              <p:custDataLst>
                <p:tags r:id="rId13"/>
              </p:custDataLst>
            </p:nvPr>
          </p:nvPicPr>
          <p:blipFill>
            <a:blip r:embed="rId16">
              <a:extLst>
                <a:ext uri="{28A0092B-C50C-407E-A947-70E740481C1C}">
                  <a14:useLocalDpi xmlns:a14="http://schemas.microsoft.com/office/drawing/2010/main" val="0"/>
                </a:ext>
              </a:extLst>
            </a:blip>
            <a:srcRect/>
            <a:stretch>
              <a:fillRect/>
            </a:stretch>
          </p:blipFill>
          <p:spPr bwMode="auto">
            <a:xfrm>
              <a:off x="113" y="492"/>
              <a:ext cx="4490" cy="3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88118" name="Group 22"/>
          <p:cNvGrpSpPr>
            <a:grpSpLocks/>
          </p:cNvGrpSpPr>
          <p:nvPr/>
        </p:nvGrpSpPr>
        <p:grpSpPr bwMode="auto">
          <a:xfrm>
            <a:off x="179388" y="2492375"/>
            <a:ext cx="6408737" cy="3586163"/>
            <a:chOff x="113" y="1344"/>
            <a:chExt cx="4037" cy="2259"/>
          </a:xfrm>
        </p:grpSpPr>
        <p:pic>
          <p:nvPicPr>
            <p:cNvPr id="388115" name="Picture 1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3" y="3203"/>
              <a:ext cx="4037" cy="400"/>
            </a:xfrm>
            <a:prstGeom prst="rect">
              <a:avLst/>
            </a:prstGeom>
            <a:noFill/>
            <a:extLst>
              <a:ext uri="{909E8E84-426E-40DD-AFC4-6F175D3DCCD1}">
                <a14:hiddenFill xmlns:a14="http://schemas.microsoft.com/office/drawing/2010/main">
                  <a:solidFill>
                    <a:srgbClr val="FFFFFF"/>
                  </a:solidFill>
                </a14:hiddenFill>
              </a:ext>
            </a:extLst>
          </p:spPr>
        </p:pic>
        <p:sp>
          <p:nvSpPr>
            <p:cNvPr id="388116" name="AutoShape 20"/>
            <p:cNvSpPr>
              <a:spLocks/>
            </p:cNvSpPr>
            <p:nvPr/>
          </p:nvSpPr>
          <p:spPr bwMode="auto">
            <a:xfrm rot="16200000">
              <a:off x="2041" y="1094"/>
              <a:ext cx="181" cy="4037"/>
            </a:xfrm>
            <a:prstGeom prst="rightBrace">
              <a:avLst>
                <a:gd name="adj1" fmla="val 185866"/>
                <a:gd name="adj2" fmla="val 49958"/>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8117" name="Text Box 21"/>
            <p:cNvSpPr txBox="1">
              <a:spLocks noChangeArrowheads="1"/>
            </p:cNvSpPr>
            <p:nvPr/>
          </p:nvSpPr>
          <p:spPr bwMode="auto">
            <a:xfrm>
              <a:off x="1111" y="1344"/>
              <a:ext cx="1884" cy="1631"/>
            </a:xfrm>
            <a:prstGeom prst="rect">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a:t>Actions icons</a:t>
              </a:r>
            </a:p>
            <a:p>
              <a:pPr>
                <a:buFontTx/>
                <a:buChar char="-"/>
              </a:pPr>
              <a:r>
                <a:rPr lang="en-US"/>
                <a:t>Create and add</a:t>
              </a:r>
            </a:p>
            <a:p>
              <a:pPr>
                <a:buFontTx/>
                <a:buChar char="-"/>
              </a:pPr>
              <a:r>
                <a:rPr lang="en-US"/>
                <a:t>View and edit</a:t>
              </a:r>
            </a:p>
            <a:p>
              <a:pPr>
                <a:buFontTx/>
                <a:buChar char="-"/>
              </a:pPr>
              <a:r>
                <a:rPr lang="en-US"/>
                <a:t>Comment</a:t>
              </a:r>
            </a:p>
            <a:p>
              <a:pPr>
                <a:buFontTx/>
                <a:buChar char="-"/>
              </a:pPr>
              <a:r>
                <a:rPr lang="en-US"/>
                <a:t>Send alerts and messages</a:t>
              </a:r>
            </a:p>
            <a:p>
              <a:pPr>
                <a:buFontTx/>
                <a:buChar char="-"/>
              </a:pPr>
              <a:r>
                <a:rPr lang="en-US"/>
                <a:t>Import</a:t>
              </a:r>
            </a:p>
            <a:p>
              <a:pPr>
                <a:buFontTx/>
                <a:buChar char="-"/>
              </a:pPr>
              <a:r>
                <a:rPr lang="en-US"/>
                <a:t>Export</a:t>
              </a:r>
            </a:p>
            <a:p>
              <a:pPr>
                <a:buFontTx/>
                <a:buChar char="-"/>
              </a:pPr>
              <a:r>
                <a:rPr lang="en-US"/>
                <a:t>Control</a:t>
              </a:r>
            </a:p>
            <a:p>
              <a:pPr>
                <a:buFontTx/>
                <a:buChar char="-"/>
              </a:pPr>
              <a:r>
                <a:rPr lang="en-US"/>
                <a:t>Access to help</a:t>
              </a:r>
              <a:endParaRPr lang="en-GB"/>
            </a:p>
          </p:txBody>
        </p:sp>
      </p:grpSp>
    </p:spTree>
    <p:custDataLst>
      <p:tags r:id="rId1"/>
    </p:custDataLst>
    <p:extLst>
      <p:ext uri="{BB962C8B-B14F-4D97-AF65-F5344CB8AC3E}">
        <p14:creationId xmlns:p14="http://schemas.microsoft.com/office/powerpoint/2010/main" val="35568591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mph" presetSubtype="0" fill="hold" nodeType="clickEffect">
                                  <p:stCondLst>
                                    <p:cond delay="0"/>
                                  </p:stCondLst>
                                  <p:childTnLst>
                                    <p:animScale>
                                      <p:cBhvr>
                                        <p:cTn id="6" dur="500" fill="hold"/>
                                        <p:tgtEl>
                                          <p:spTgt spid="98355"/>
                                        </p:tgtEl>
                                      </p:cBhvr>
                                      <p:by x="75000" y="75000"/>
                                    </p:animScale>
                                  </p:childTnLst>
                                </p:cTn>
                              </p:par>
                              <p:par>
                                <p:cTn id="7" presetID="56" presetClass="path" presetSubtype="0" accel="50000" decel="50000" fill="hold" nodeType="withEffect">
                                  <p:stCondLst>
                                    <p:cond delay="0"/>
                                  </p:stCondLst>
                                  <p:childTnLst>
                                    <p:animMotion origin="layout" path="M 2.5E-6 0 L -0.09827 -0.09444 " pathEditMode="relative" rAng="0" ptsTypes="AA">
                                      <p:cBhvr>
                                        <p:cTn id="8" dur="500" fill="hold"/>
                                        <p:tgtEl>
                                          <p:spTgt spid="98355"/>
                                        </p:tgtEl>
                                        <p:attrNameLst>
                                          <p:attrName>ppt_x</p:attrName>
                                          <p:attrName>ppt_y</p:attrName>
                                        </p:attrNameLst>
                                      </p:cBhvr>
                                      <p:rCtr x="-491300" y="-472200"/>
                                    </p:animMotion>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98352"/>
                                        </p:tgtEl>
                                        <p:attrNameLst>
                                          <p:attrName>style.visibility</p:attrName>
                                        </p:attrNameLst>
                                      </p:cBhvr>
                                      <p:to>
                                        <p:strVal val="visible"/>
                                      </p:to>
                                    </p:set>
                                    <p:anim calcmode="lin" valueType="num">
                                      <p:cBhvr additive="base">
                                        <p:cTn id="13" dur="500" fill="hold"/>
                                        <p:tgtEl>
                                          <p:spTgt spid="98352"/>
                                        </p:tgtEl>
                                        <p:attrNameLst>
                                          <p:attrName>ppt_x</p:attrName>
                                        </p:attrNameLst>
                                      </p:cBhvr>
                                      <p:tavLst>
                                        <p:tav tm="0">
                                          <p:val>
                                            <p:strVal val="1+#ppt_w/2"/>
                                          </p:val>
                                        </p:tav>
                                        <p:tav tm="100000">
                                          <p:val>
                                            <p:strVal val="#ppt_x"/>
                                          </p:val>
                                        </p:tav>
                                      </p:tavLst>
                                    </p:anim>
                                    <p:anim calcmode="lin" valueType="num">
                                      <p:cBhvr additive="base">
                                        <p:cTn id="14" dur="500" fill="hold"/>
                                        <p:tgtEl>
                                          <p:spTgt spid="9835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98353"/>
                                        </p:tgtEl>
                                        <p:attrNameLst>
                                          <p:attrName>style.visibility</p:attrName>
                                        </p:attrNameLst>
                                      </p:cBhvr>
                                      <p:to>
                                        <p:strVal val="visible"/>
                                      </p:to>
                                    </p:set>
                                    <p:anim calcmode="lin" valueType="num">
                                      <p:cBhvr additive="base">
                                        <p:cTn id="19" dur="500" fill="hold"/>
                                        <p:tgtEl>
                                          <p:spTgt spid="98353"/>
                                        </p:tgtEl>
                                        <p:attrNameLst>
                                          <p:attrName>ppt_x</p:attrName>
                                        </p:attrNameLst>
                                      </p:cBhvr>
                                      <p:tavLst>
                                        <p:tav tm="0">
                                          <p:val>
                                            <p:strVal val="1+#ppt_w/2"/>
                                          </p:val>
                                        </p:tav>
                                        <p:tav tm="100000">
                                          <p:val>
                                            <p:strVal val="#ppt_x"/>
                                          </p:val>
                                        </p:tav>
                                      </p:tavLst>
                                    </p:anim>
                                    <p:anim calcmode="lin" valueType="num">
                                      <p:cBhvr additive="base">
                                        <p:cTn id="20" dur="500" fill="hold"/>
                                        <p:tgtEl>
                                          <p:spTgt spid="9835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98354"/>
                                        </p:tgtEl>
                                        <p:attrNameLst>
                                          <p:attrName>style.visibility</p:attrName>
                                        </p:attrNameLst>
                                      </p:cBhvr>
                                      <p:to>
                                        <p:strVal val="visible"/>
                                      </p:to>
                                    </p:set>
                                    <p:anim calcmode="lin" valueType="num">
                                      <p:cBhvr additive="base">
                                        <p:cTn id="25" dur="500" fill="hold"/>
                                        <p:tgtEl>
                                          <p:spTgt spid="98354"/>
                                        </p:tgtEl>
                                        <p:attrNameLst>
                                          <p:attrName>ppt_x</p:attrName>
                                        </p:attrNameLst>
                                      </p:cBhvr>
                                      <p:tavLst>
                                        <p:tav tm="0">
                                          <p:val>
                                            <p:strVal val="1+#ppt_w/2"/>
                                          </p:val>
                                        </p:tav>
                                        <p:tav tm="100000">
                                          <p:val>
                                            <p:strVal val="#ppt_x"/>
                                          </p:val>
                                        </p:tav>
                                      </p:tavLst>
                                    </p:anim>
                                    <p:anim calcmode="lin" valueType="num">
                                      <p:cBhvr additive="base">
                                        <p:cTn id="26" dur="500" fill="hold"/>
                                        <p:tgtEl>
                                          <p:spTgt spid="98354"/>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98351"/>
                                        </p:tgtEl>
                                        <p:attrNameLst>
                                          <p:attrName>style.visibility</p:attrName>
                                        </p:attrNameLst>
                                      </p:cBhvr>
                                      <p:to>
                                        <p:strVal val="visible"/>
                                      </p:to>
                                    </p:set>
                                    <p:anim calcmode="lin" valueType="num">
                                      <p:cBhvr additive="base">
                                        <p:cTn id="31" dur="500" fill="hold"/>
                                        <p:tgtEl>
                                          <p:spTgt spid="98351"/>
                                        </p:tgtEl>
                                        <p:attrNameLst>
                                          <p:attrName>ppt_x</p:attrName>
                                        </p:attrNameLst>
                                      </p:cBhvr>
                                      <p:tavLst>
                                        <p:tav tm="0">
                                          <p:val>
                                            <p:strVal val="1+#ppt_w/2"/>
                                          </p:val>
                                        </p:tav>
                                        <p:tav tm="100000">
                                          <p:val>
                                            <p:strVal val="#ppt_x"/>
                                          </p:val>
                                        </p:tav>
                                      </p:tavLst>
                                    </p:anim>
                                    <p:anim calcmode="lin" valueType="num">
                                      <p:cBhvr additive="base">
                                        <p:cTn id="32" dur="500" fill="hold"/>
                                        <p:tgtEl>
                                          <p:spTgt spid="98351"/>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388118"/>
                                        </p:tgtEl>
                                        <p:attrNameLst>
                                          <p:attrName>style.visibility</p:attrName>
                                        </p:attrNameLst>
                                      </p:cBhvr>
                                      <p:to>
                                        <p:strVal val="visible"/>
                                      </p:to>
                                    </p:set>
                                    <p:anim calcmode="lin" valueType="num">
                                      <p:cBhvr additive="base">
                                        <p:cTn id="37" dur="500" fill="hold"/>
                                        <p:tgtEl>
                                          <p:spTgt spid="388118"/>
                                        </p:tgtEl>
                                        <p:attrNameLst>
                                          <p:attrName>ppt_x</p:attrName>
                                        </p:attrNameLst>
                                      </p:cBhvr>
                                      <p:tavLst>
                                        <p:tav tm="0">
                                          <p:val>
                                            <p:strVal val="#ppt_x"/>
                                          </p:val>
                                        </p:tav>
                                        <p:tav tm="100000">
                                          <p:val>
                                            <p:strVal val="#ppt_x"/>
                                          </p:val>
                                        </p:tav>
                                      </p:tavLst>
                                    </p:anim>
                                    <p:anim calcmode="lin" valueType="num">
                                      <p:cBhvr additive="base">
                                        <p:cTn id="38" dur="500" fill="hold"/>
                                        <p:tgtEl>
                                          <p:spTgt spid="3881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51" grpId="0" animBg="1"/>
      <p:bldP spid="98352" grpId="0" animBg="1"/>
      <p:bldP spid="98353" grpId="0" animBg="1"/>
      <p:bldP spid="9835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1" name="Text Box 7"/>
          <p:cNvSpPr txBox="1">
            <a:spLocks noChangeArrowheads="1"/>
          </p:cNvSpPr>
          <p:nvPr>
            <p:custDataLst>
              <p:tags r:id="rId2"/>
            </p:custDataLst>
          </p:nvPr>
        </p:nvSpPr>
        <p:spPr bwMode="auto">
          <a:xfrm>
            <a:off x="241300" y="908050"/>
            <a:ext cx="8661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marL="285750" indent="-285750">
              <a:buFont typeface="Arial" pitchFamily="34" charset="0"/>
              <a:buChar char="•"/>
            </a:pPr>
            <a:r>
              <a:rPr lang="en-US" sz="2400" dirty="0"/>
              <a:t>The “</a:t>
            </a:r>
            <a:r>
              <a:rPr lang="en-US" sz="2400" b="1" dirty="0"/>
              <a:t>SEARCH</a:t>
            </a:r>
            <a:r>
              <a:rPr lang="en-US" sz="2400" dirty="0"/>
              <a:t>” facility allows to select specific data to be displayed on the screen according to the defined criteria.</a:t>
            </a:r>
            <a:endParaRPr lang="en-GB" sz="2400" dirty="0"/>
          </a:p>
        </p:txBody>
      </p:sp>
      <p:sp>
        <p:nvSpPr>
          <p:cNvPr id="370692" name="Text Box 5"/>
          <p:cNvSpPr txBox="1">
            <a:spLocks noChangeArrowheads="1"/>
          </p:cNvSpPr>
          <p:nvPr>
            <p:custDataLst>
              <p:tags r:id="rId3"/>
            </p:custDataLst>
          </p:nvPr>
        </p:nvSpPr>
        <p:spPr bwMode="auto">
          <a:xfrm>
            <a:off x="376238" y="5726113"/>
            <a:ext cx="85883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a:t>e.g.: Specific criteria used for the SEARCH are “REGION” and “GENDER”</a:t>
            </a:r>
            <a:endParaRPr lang="en-GB"/>
          </a:p>
        </p:txBody>
      </p:sp>
      <p:pic>
        <p:nvPicPr>
          <p:cNvPr id="370693" name="Picture 6"/>
          <p:cNvPicPr>
            <a:picLocks noChangeAspect="1" noChangeArrowheads="1"/>
          </p:cNvPicPr>
          <p:nvPr>
            <p:custDataLst>
              <p:tags r:id="rId4"/>
            </p:custDataLst>
          </p:nvPr>
        </p:nvPicPr>
        <p:blipFill>
          <a:blip r:embed="rId10">
            <a:extLst>
              <a:ext uri="{28A0092B-C50C-407E-A947-70E740481C1C}">
                <a14:useLocalDpi xmlns:a14="http://schemas.microsoft.com/office/drawing/2010/main" val="0"/>
              </a:ext>
            </a:extLst>
          </a:blip>
          <a:srcRect/>
          <a:stretch>
            <a:fillRect/>
          </a:stretch>
        </p:blipFill>
        <p:spPr bwMode="auto">
          <a:xfrm>
            <a:off x="5580063" y="6237288"/>
            <a:ext cx="6381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0694" name="Picture 6"/>
          <p:cNvPicPr>
            <a:picLocks noChangeAspect="1" noChangeArrowheads="1"/>
          </p:cNvPicPr>
          <p:nvPr>
            <p:custDataLst>
              <p:tags r:id="rId5"/>
            </p:custDataLst>
          </p:nvPr>
        </p:nvPicPr>
        <p:blipFill>
          <a:blip r:embed="rId11">
            <a:extLst>
              <a:ext uri="{28A0092B-C50C-407E-A947-70E740481C1C}">
                <a14:useLocalDpi xmlns:a14="http://schemas.microsoft.com/office/drawing/2010/main" val="0"/>
              </a:ext>
            </a:extLst>
          </a:blip>
          <a:srcRect/>
          <a:stretch>
            <a:fillRect/>
          </a:stretch>
        </p:blipFill>
        <p:spPr bwMode="auto">
          <a:xfrm>
            <a:off x="300038" y="1773238"/>
            <a:ext cx="8543925" cy="379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0695" name="Picture 7"/>
          <p:cNvPicPr>
            <a:picLocks noChangeAspect="1" noChangeArrowheads="1"/>
          </p:cNvPicPr>
          <p:nvPr>
            <p:custDataLst>
              <p:tags r:id="rId6"/>
            </p:custDataLst>
          </p:nvPr>
        </p:nvPicPr>
        <p:blipFill>
          <a:blip r:embed="rId12">
            <a:extLst>
              <a:ext uri="{28A0092B-C50C-407E-A947-70E740481C1C}">
                <a14:useLocalDpi xmlns:a14="http://schemas.microsoft.com/office/drawing/2010/main" val="0"/>
              </a:ext>
            </a:extLst>
          </a:blip>
          <a:srcRect/>
          <a:stretch>
            <a:fillRect/>
          </a:stretch>
        </p:blipFill>
        <p:spPr bwMode="auto">
          <a:xfrm>
            <a:off x="322263" y="1773238"/>
            <a:ext cx="8497887" cy="3779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0696" name="Titre 7"/>
          <p:cNvSpPr>
            <a:spLocks/>
          </p:cNvSpPr>
          <p:nvPr>
            <p:custDataLst>
              <p:tags r:id="rId7"/>
            </p:custDataLst>
          </p:nvPr>
        </p:nvSpPr>
        <p:spPr bwMode="auto">
          <a:xfrm>
            <a:off x="-25152" y="-201886"/>
            <a:ext cx="9169152"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4400" dirty="0">
                <a:solidFill>
                  <a:srgbClr val="0066FF"/>
                </a:solidFill>
                <a:latin typeface="Tahoma" pitchFamily="34" charset="0"/>
              </a:rPr>
              <a:t>e-SMP: Search </a:t>
            </a:r>
            <a:endParaRPr lang="fr-FR" sz="4400" dirty="0">
              <a:solidFill>
                <a:srgbClr val="0066FF"/>
              </a:solidFill>
              <a:latin typeface="Tahoma" pitchFamily="34"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5" fill="hold" nodeType="clickEffect">
                                  <p:stCondLst>
                                    <p:cond delay="0"/>
                                  </p:stCondLst>
                                  <p:childTnLst>
                                    <p:set>
                                      <p:cBhvr>
                                        <p:cTn id="6" dur="1" fill="hold">
                                          <p:stCondLst>
                                            <p:cond delay="0"/>
                                          </p:stCondLst>
                                        </p:cTn>
                                        <p:tgtEl>
                                          <p:spTgt spid="370695"/>
                                        </p:tgtEl>
                                        <p:attrNameLst>
                                          <p:attrName>style.visibility</p:attrName>
                                        </p:attrNameLst>
                                      </p:cBhvr>
                                      <p:to>
                                        <p:strVal val="visible"/>
                                      </p:to>
                                    </p:set>
                                    <p:animEffect transition="in" filter="randombar(vertical)">
                                      <p:cBhvr>
                                        <p:cTn id="7" dur="500"/>
                                        <p:tgtEl>
                                          <p:spTgt spid="3706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9" name="Text Box 4"/>
          <p:cNvSpPr txBox="1">
            <a:spLocks noChangeArrowheads="1"/>
          </p:cNvSpPr>
          <p:nvPr>
            <p:custDataLst>
              <p:tags r:id="rId2"/>
            </p:custDataLst>
          </p:nvPr>
        </p:nvSpPr>
        <p:spPr bwMode="auto">
          <a:xfrm>
            <a:off x="323850" y="908050"/>
            <a:ext cx="8661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marL="342900" indent="-342900">
              <a:buFont typeface="Arial" pitchFamily="34" charset="0"/>
              <a:buChar char="•"/>
            </a:pPr>
            <a:r>
              <a:rPr lang="en-US" sz="2400">
                <a:solidFill>
                  <a:schemeClr val="tx2"/>
                </a:solidFill>
              </a:rPr>
              <a:t>The “</a:t>
            </a:r>
            <a:r>
              <a:rPr lang="en-US" sz="2400" b="1">
                <a:solidFill>
                  <a:schemeClr val="tx2"/>
                </a:solidFill>
              </a:rPr>
              <a:t>FILTER</a:t>
            </a:r>
            <a:r>
              <a:rPr lang="en-US" sz="2400">
                <a:solidFill>
                  <a:schemeClr val="tx2"/>
                </a:solidFill>
              </a:rPr>
              <a:t>” facility allows to display a data subset. These filters can then be saved and re-used.</a:t>
            </a:r>
            <a:endParaRPr lang="en-GB" sz="2400">
              <a:solidFill>
                <a:schemeClr val="tx2"/>
              </a:solidFill>
            </a:endParaRPr>
          </a:p>
        </p:txBody>
      </p:sp>
      <p:sp>
        <p:nvSpPr>
          <p:cNvPr id="372740" name="Text Box 5"/>
          <p:cNvSpPr txBox="1">
            <a:spLocks noChangeArrowheads="1"/>
          </p:cNvSpPr>
          <p:nvPr>
            <p:custDataLst>
              <p:tags r:id="rId3"/>
            </p:custDataLst>
          </p:nvPr>
        </p:nvSpPr>
        <p:spPr bwMode="auto">
          <a:xfrm>
            <a:off x="323850" y="5445224"/>
            <a:ext cx="856932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dirty="0">
                <a:solidFill>
                  <a:schemeClr val="tx2"/>
                </a:solidFill>
              </a:rPr>
              <a:t>e.g.: Specific criteria used for the FILTER are records with a “NOTE status” as ’00 - New’ and a “NOTE type” ‘Food’. This set of criteria is then saved as “New notes concerning foods” and re-used.</a:t>
            </a:r>
            <a:endParaRPr lang="en-GB" dirty="0">
              <a:solidFill>
                <a:schemeClr val="tx2"/>
              </a:solidFill>
            </a:endParaRPr>
          </a:p>
        </p:txBody>
      </p:sp>
      <p:pic>
        <p:nvPicPr>
          <p:cNvPr id="372741" name="Picture 5"/>
          <p:cNvPicPr>
            <a:picLocks noChangeAspect="1" noChangeArrowheads="1"/>
          </p:cNvPicPr>
          <p:nvPr>
            <p:custDataLst>
              <p:tags r:id="rId4"/>
            </p:custDataLst>
          </p:nvPr>
        </p:nvPicPr>
        <p:blipFill>
          <a:blip r:embed="rId12">
            <a:extLst>
              <a:ext uri="{28A0092B-C50C-407E-A947-70E740481C1C}">
                <a14:useLocalDpi xmlns:a14="http://schemas.microsoft.com/office/drawing/2010/main" val="0"/>
              </a:ext>
            </a:extLst>
          </a:blip>
          <a:srcRect/>
          <a:stretch>
            <a:fillRect/>
          </a:stretch>
        </p:blipFill>
        <p:spPr bwMode="auto">
          <a:xfrm>
            <a:off x="404813" y="1700213"/>
            <a:ext cx="8332787" cy="370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2742" name="Picture 6"/>
          <p:cNvPicPr>
            <a:picLocks noChangeAspect="1" noChangeArrowheads="1"/>
          </p:cNvPicPr>
          <p:nvPr>
            <p:custDataLst>
              <p:tags r:id="rId5"/>
            </p:custDataLst>
          </p:nvPr>
        </p:nvPicPr>
        <p:blipFill>
          <a:blip r:embed="rId13">
            <a:extLst>
              <a:ext uri="{28A0092B-C50C-407E-A947-70E740481C1C}">
                <a14:useLocalDpi xmlns:a14="http://schemas.microsoft.com/office/drawing/2010/main" val="0"/>
              </a:ext>
            </a:extLst>
          </a:blip>
          <a:srcRect/>
          <a:stretch>
            <a:fillRect/>
          </a:stretch>
        </p:blipFill>
        <p:spPr bwMode="auto">
          <a:xfrm>
            <a:off x="395288" y="1700213"/>
            <a:ext cx="8353425" cy="371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2743" name="Picture 7"/>
          <p:cNvPicPr>
            <a:picLocks noChangeAspect="1" noChangeArrowheads="1"/>
          </p:cNvPicPr>
          <p:nvPr>
            <p:custDataLst>
              <p:tags r:id="rId6"/>
            </p:custDataLst>
          </p:nvPr>
        </p:nvPicPr>
        <p:blipFill>
          <a:blip r:embed="rId14">
            <a:extLst>
              <a:ext uri="{28A0092B-C50C-407E-A947-70E740481C1C}">
                <a14:useLocalDpi xmlns:a14="http://schemas.microsoft.com/office/drawing/2010/main" val="0"/>
              </a:ext>
            </a:extLst>
          </a:blip>
          <a:srcRect/>
          <a:stretch>
            <a:fillRect/>
          </a:stretch>
        </p:blipFill>
        <p:spPr bwMode="auto">
          <a:xfrm>
            <a:off x="369888" y="1700213"/>
            <a:ext cx="8378825" cy="3722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2744" name="Picture 8"/>
          <p:cNvPicPr>
            <a:picLocks noChangeAspect="1" noChangeArrowheads="1"/>
          </p:cNvPicPr>
          <p:nvPr>
            <p:custDataLst>
              <p:tags r:id="rId7"/>
            </p:custDataLst>
          </p:nvPr>
        </p:nvPicPr>
        <p:blipFill>
          <a:blip r:embed="rId15">
            <a:extLst>
              <a:ext uri="{28A0092B-C50C-407E-A947-70E740481C1C}">
                <a14:useLocalDpi xmlns:a14="http://schemas.microsoft.com/office/drawing/2010/main" val="0"/>
              </a:ext>
            </a:extLst>
          </a:blip>
          <a:srcRect/>
          <a:stretch>
            <a:fillRect/>
          </a:stretch>
        </p:blipFill>
        <p:spPr bwMode="auto">
          <a:xfrm>
            <a:off x="395288" y="1695450"/>
            <a:ext cx="8353425" cy="3703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2745" name="Picture 9"/>
          <p:cNvPicPr>
            <a:picLocks noChangeAspect="1" noChangeArrowheads="1"/>
          </p:cNvPicPr>
          <p:nvPr>
            <p:custDataLst>
              <p:tags r:id="rId8"/>
            </p:custDataLst>
          </p:nvPr>
        </p:nvPicPr>
        <p:blipFill>
          <a:blip r:embed="rId16">
            <a:extLst>
              <a:ext uri="{28A0092B-C50C-407E-A947-70E740481C1C}">
                <a14:useLocalDpi xmlns:a14="http://schemas.microsoft.com/office/drawing/2010/main" val="0"/>
              </a:ext>
            </a:extLst>
          </a:blip>
          <a:srcRect/>
          <a:stretch>
            <a:fillRect/>
          </a:stretch>
        </p:blipFill>
        <p:spPr bwMode="auto">
          <a:xfrm>
            <a:off x="395288" y="1700213"/>
            <a:ext cx="8353425" cy="3716337"/>
          </a:xfrm>
          <a:prstGeom prst="rect">
            <a:avLst/>
          </a:prstGeom>
          <a:noFill/>
          <a:extLst>
            <a:ext uri="{909E8E84-426E-40DD-AFC4-6F175D3DCCD1}">
              <a14:hiddenFill xmlns:a14="http://schemas.microsoft.com/office/drawing/2010/main">
                <a:solidFill>
                  <a:srgbClr val="FFFFFF"/>
                </a:solidFill>
              </a14:hiddenFill>
            </a:ext>
          </a:extLst>
        </p:spPr>
      </p:pic>
      <p:pic>
        <p:nvPicPr>
          <p:cNvPr id="372746" name="Picture 10"/>
          <p:cNvPicPr>
            <a:picLocks noChangeAspect="1" noChangeArrowheads="1"/>
          </p:cNvPicPr>
          <p:nvPr>
            <p:custDataLst>
              <p:tags r:id="rId9"/>
            </p:custDataLst>
          </p:nvPr>
        </p:nvPicPr>
        <p:blipFill>
          <a:blip r:embed="rId17">
            <a:extLst>
              <a:ext uri="{28A0092B-C50C-407E-A947-70E740481C1C}">
                <a14:useLocalDpi xmlns:a14="http://schemas.microsoft.com/office/drawing/2010/main" val="0"/>
              </a:ext>
            </a:extLst>
          </a:blip>
          <a:srcRect/>
          <a:stretch>
            <a:fillRect/>
          </a:stretch>
        </p:blipFill>
        <p:spPr bwMode="auto">
          <a:xfrm>
            <a:off x="395288" y="1700213"/>
            <a:ext cx="8353425" cy="372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2747" name="Titre 7"/>
          <p:cNvSpPr>
            <a:spLocks/>
          </p:cNvSpPr>
          <p:nvPr>
            <p:custDataLst>
              <p:tags r:id="rId10"/>
            </p:custDataLst>
          </p:nvPr>
        </p:nvSpPr>
        <p:spPr bwMode="auto">
          <a:xfrm>
            <a:off x="0" y="-185245"/>
            <a:ext cx="9144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4400" dirty="0">
                <a:solidFill>
                  <a:srgbClr val="0066FF"/>
                </a:solidFill>
              </a:rPr>
              <a:t>e-SMP: Filter </a:t>
            </a:r>
            <a:endParaRPr lang="fr-FR" sz="4400" dirty="0">
              <a:solidFill>
                <a:srgbClr val="0066FF"/>
              </a:solidFill>
            </a:endParaRPr>
          </a:p>
        </p:txBody>
      </p:sp>
      <p:sp>
        <p:nvSpPr>
          <p:cNvPr id="372748" name="Oval 12"/>
          <p:cNvSpPr>
            <a:spLocks noChangeArrowheads="1"/>
          </p:cNvSpPr>
          <p:nvPr/>
        </p:nvSpPr>
        <p:spPr bwMode="auto">
          <a:xfrm>
            <a:off x="5435600" y="2276475"/>
            <a:ext cx="1657350" cy="288925"/>
          </a:xfrm>
          <a:prstGeom prst="ellipse">
            <a:avLst/>
          </a:prstGeom>
          <a:noFill/>
          <a:ln w="28575">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72742"/>
                                        </p:tgtEl>
                                        <p:attrNameLst>
                                          <p:attrName>style.visibility</p:attrName>
                                        </p:attrNameLst>
                                      </p:cBhvr>
                                      <p:to>
                                        <p:strVal val="visible"/>
                                      </p:to>
                                    </p:set>
                                    <p:animEffect transition="in" filter="blinds(horizontal)">
                                      <p:cBhvr>
                                        <p:cTn id="7" dur="500"/>
                                        <p:tgtEl>
                                          <p:spTgt spid="3727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72743"/>
                                        </p:tgtEl>
                                        <p:attrNameLst>
                                          <p:attrName>style.visibility</p:attrName>
                                        </p:attrNameLst>
                                      </p:cBhvr>
                                      <p:to>
                                        <p:strVal val="visible"/>
                                      </p:to>
                                    </p:set>
                                    <p:animEffect transition="in" filter="blinds(horizontal)">
                                      <p:cBhvr>
                                        <p:cTn id="12" dur="500"/>
                                        <p:tgtEl>
                                          <p:spTgt spid="3727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72744"/>
                                        </p:tgtEl>
                                        <p:attrNameLst>
                                          <p:attrName>style.visibility</p:attrName>
                                        </p:attrNameLst>
                                      </p:cBhvr>
                                      <p:to>
                                        <p:strVal val="visible"/>
                                      </p:to>
                                    </p:set>
                                    <p:animEffect transition="in" filter="blinds(horizontal)">
                                      <p:cBhvr>
                                        <p:cTn id="17" dur="500"/>
                                        <p:tgtEl>
                                          <p:spTgt spid="37274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72745"/>
                                        </p:tgtEl>
                                        <p:attrNameLst>
                                          <p:attrName>style.visibility</p:attrName>
                                        </p:attrNameLst>
                                      </p:cBhvr>
                                      <p:to>
                                        <p:strVal val="visible"/>
                                      </p:to>
                                    </p:set>
                                    <p:animEffect transition="in" filter="blinds(horizontal)">
                                      <p:cBhvr>
                                        <p:cTn id="22" dur="500"/>
                                        <p:tgtEl>
                                          <p:spTgt spid="37274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72746"/>
                                        </p:tgtEl>
                                        <p:attrNameLst>
                                          <p:attrName>style.visibility</p:attrName>
                                        </p:attrNameLst>
                                      </p:cBhvr>
                                      <p:to>
                                        <p:strVal val="visible"/>
                                      </p:to>
                                    </p:set>
                                    <p:animEffect transition="in" filter="blinds(horizontal)">
                                      <p:cBhvr>
                                        <p:cTn id="27" dur="500"/>
                                        <p:tgtEl>
                                          <p:spTgt spid="3727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3" name="Rectangle 3"/>
          <p:cNvSpPr>
            <a:spLocks noGrp="1" noChangeArrowheads="1"/>
          </p:cNvSpPr>
          <p:nvPr>
            <p:ph type="body" idx="4294967295"/>
            <p:custDataLst>
              <p:tags r:id="rId2"/>
            </p:custDataLst>
          </p:nvPr>
        </p:nvSpPr>
        <p:spPr>
          <a:xfrm>
            <a:off x="457200" y="1143001"/>
            <a:ext cx="8229600" cy="4795838"/>
          </a:xfrm>
        </p:spPr>
        <p:txBody>
          <a:bodyPr/>
          <a:lstStyle/>
          <a:p>
            <a:pPr marL="609600" indent="-609600"/>
            <a:r>
              <a:rPr lang="en-US" sz="2800" dirty="0">
                <a:solidFill>
                  <a:schemeClr val="tx2"/>
                </a:solidFill>
              </a:rPr>
              <a:t>In all lists of the application it is possible to sort the data by clicking on the desired header. It follows the cycle: default (as it was originally), ascending order, descending order.</a:t>
            </a:r>
          </a:p>
          <a:p>
            <a:pPr marL="609600" indent="-609600">
              <a:buFontTx/>
              <a:buNone/>
            </a:pPr>
            <a:endParaRPr lang="en-US" sz="2800" dirty="0">
              <a:solidFill>
                <a:schemeClr val="tx2"/>
              </a:solidFill>
            </a:endParaRPr>
          </a:p>
        </p:txBody>
      </p:sp>
      <p:pic>
        <p:nvPicPr>
          <p:cNvPr id="373764" name="Picture 4"/>
          <p:cNvPicPr>
            <a:picLocks noChangeAspect="1" noChangeArrowheads="1"/>
          </p:cNvPicPr>
          <p:nvPr>
            <p:custDataLst>
              <p:tags r:id="rId3"/>
            </p:custDataLst>
          </p:nvPr>
        </p:nvPicPr>
        <p:blipFill>
          <a:blip r:embed="rId8">
            <a:extLst>
              <a:ext uri="{28A0092B-C50C-407E-A947-70E740481C1C}">
                <a14:useLocalDpi xmlns:a14="http://schemas.microsoft.com/office/drawing/2010/main" val="0"/>
              </a:ext>
            </a:extLst>
          </a:blip>
          <a:srcRect/>
          <a:stretch>
            <a:fillRect/>
          </a:stretch>
        </p:blipFill>
        <p:spPr bwMode="auto">
          <a:xfrm>
            <a:off x="3348038" y="3213100"/>
            <a:ext cx="2095500" cy="263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3765" name="Picture 5"/>
          <p:cNvPicPr>
            <a:picLocks noChangeAspect="1" noChangeArrowheads="1"/>
          </p:cNvPicPr>
          <p:nvPr>
            <p:custDataLst>
              <p:tags r:id="rId4"/>
            </p:custDataLst>
          </p:nvPr>
        </p:nvPicPr>
        <p:blipFill>
          <a:blip r:embed="rId9">
            <a:extLst>
              <a:ext uri="{28A0092B-C50C-407E-A947-70E740481C1C}">
                <a14:useLocalDpi xmlns:a14="http://schemas.microsoft.com/office/drawing/2010/main" val="0"/>
              </a:ext>
            </a:extLst>
          </a:blip>
          <a:srcRect/>
          <a:stretch>
            <a:fillRect/>
          </a:stretch>
        </p:blipFill>
        <p:spPr bwMode="auto">
          <a:xfrm>
            <a:off x="3911600" y="3429000"/>
            <a:ext cx="2028825"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3766" name="Picture 6"/>
          <p:cNvPicPr>
            <a:picLocks noChangeAspect="1" noChangeArrowheads="1"/>
          </p:cNvPicPr>
          <p:nvPr>
            <p:custDataLst>
              <p:tags r:id="rId5"/>
            </p:custDataLst>
          </p:nvPr>
        </p:nvPicPr>
        <p:blipFill>
          <a:blip r:embed="rId10">
            <a:extLst>
              <a:ext uri="{28A0092B-C50C-407E-A947-70E740481C1C}">
                <a14:useLocalDpi xmlns:a14="http://schemas.microsoft.com/office/drawing/2010/main" val="0"/>
              </a:ext>
            </a:extLst>
          </a:blip>
          <a:srcRect/>
          <a:stretch>
            <a:fillRect/>
          </a:stretch>
        </p:blipFill>
        <p:spPr bwMode="auto">
          <a:xfrm>
            <a:off x="4500563" y="3644900"/>
            <a:ext cx="20193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3767" name="Titre 7"/>
          <p:cNvSpPr>
            <a:spLocks/>
          </p:cNvSpPr>
          <p:nvPr>
            <p:custDataLst>
              <p:tags r:id="rId6"/>
            </p:custDataLst>
          </p:nvPr>
        </p:nvSpPr>
        <p:spPr bwMode="auto">
          <a:xfrm>
            <a:off x="0" y="0"/>
            <a:ext cx="9144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4400" dirty="0">
                <a:solidFill>
                  <a:srgbClr val="0066FF"/>
                </a:solidFill>
              </a:rPr>
              <a:t>e-SMP: Sorting  </a:t>
            </a:r>
            <a:endParaRPr lang="fr-FR" sz="4400" dirty="0">
              <a:solidFill>
                <a:srgbClr val="0066FF"/>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73765"/>
                                        </p:tgtEl>
                                        <p:attrNameLst>
                                          <p:attrName>style.visibility</p:attrName>
                                        </p:attrNameLst>
                                      </p:cBhvr>
                                      <p:to>
                                        <p:strVal val="visible"/>
                                      </p:to>
                                    </p:set>
                                    <p:anim calcmode="lin" valueType="num">
                                      <p:cBhvr additive="base">
                                        <p:cTn id="7" dur="500" fill="hold"/>
                                        <p:tgtEl>
                                          <p:spTgt spid="373765"/>
                                        </p:tgtEl>
                                        <p:attrNameLst>
                                          <p:attrName>ppt_x</p:attrName>
                                        </p:attrNameLst>
                                      </p:cBhvr>
                                      <p:tavLst>
                                        <p:tav tm="0">
                                          <p:val>
                                            <p:strVal val="#ppt_x"/>
                                          </p:val>
                                        </p:tav>
                                        <p:tav tm="100000">
                                          <p:val>
                                            <p:strVal val="#ppt_x"/>
                                          </p:val>
                                        </p:tav>
                                      </p:tavLst>
                                    </p:anim>
                                    <p:anim calcmode="lin" valueType="num">
                                      <p:cBhvr additive="base">
                                        <p:cTn id="8" dur="500" fill="hold"/>
                                        <p:tgtEl>
                                          <p:spTgt spid="37376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73766"/>
                                        </p:tgtEl>
                                        <p:attrNameLst>
                                          <p:attrName>style.visibility</p:attrName>
                                        </p:attrNameLst>
                                      </p:cBhvr>
                                      <p:to>
                                        <p:strVal val="visible"/>
                                      </p:to>
                                    </p:set>
                                    <p:anim calcmode="lin" valueType="num">
                                      <p:cBhvr additive="base">
                                        <p:cTn id="13" dur="500" fill="hold"/>
                                        <p:tgtEl>
                                          <p:spTgt spid="373766"/>
                                        </p:tgtEl>
                                        <p:attrNameLst>
                                          <p:attrName>ppt_x</p:attrName>
                                        </p:attrNameLst>
                                      </p:cBhvr>
                                      <p:tavLst>
                                        <p:tav tm="0">
                                          <p:val>
                                            <p:strVal val="#ppt_x"/>
                                          </p:val>
                                        </p:tav>
                                        <p:tav tm="100000">
                                          <p:val>
                                            <p:strVal val="#ppt_x"/>
                                          </p:val>
                                        </p:tav>
                                      </p:tavLst>
                                    </p:anim>
                                    <p:anim calcmode="lin" valueType="num">
                                      <p:cBhvr additive="base">
                                        <p:cTn id="14" dur="500" fill="hold"/>
                                        <p:tgtEl>
                                          <p:spTgt spid="3737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1" name="Rectangle 3"/>
          <p:cNvSpPr>
            <a:spLocks noGrp="1" noChangeArrowheads="1"/>
          </p:cNvSpPr>
          <p:nvPr>
            <p:ph type="body" idx="4294967295"/>
            <p:custDataLst>
              <p:tags r:id="rId2"/>
            </p:custDataLst>
          </p:nvPr>
        </p:nvSpPr>
        <p:spPr>
          <a:xfrm>
            <a:off x="457200" y="1125538"/>
            <a:ext cx="8229600" cy="4741862"/>
          </a:xfrm>
          <a:noFill/>
        </p:spPr>
        <p:txBody>
          <a:bodyPr/>
          <a:lstStyle/>
          <a:p>
            <a:pPr marL="609600" indent="-609600"/>
            <a:r>
              <a:rPr lang="en-US" sz="2400" dirty="0">
                <a:solidFill>
                  <a:schemeClr val="tx2"/>
                </a:solidFill>
              </a:rPr>
              <a:t>Possibility to select COLUMN(S) to be displayed by RIGHT CLICKING anywhere in the headers of the list</a:t>
            </a:r>
          </a:p>
          <a:p>
            <a:pPr marL="609600" indent="-609600"/>
            <a:r>
              <a:rPr lang="en-US" sz="2400" dirty="0">
                <a:solidFill>
                  <a:schemeClr val="tx2"/>
                </a:solidFill>
              </a:rPr>
              <a:t>e.g.: Here display only 7 out of 17 possible columns.</a:t>
            </a:r>
            <a:endParaRPr lang="en-GB" sz="2400" dirty="0">
              <a:solidFill>
                <a:schemeClr val="tx2"/>
              </a:solidFill>
            </a:endParaRPr>
          </a:p>
        </p:txBody>
      </p:sp>
      <p:pic>
        <p:nvPicPr>
          <p:cNvPr id="375812" name="Picture 4"/>
          <p:cNvPicPr>
            <a:picLocks noChangeAspect="1" noChangeArrowheads="1"/>
          </p:cNvPicPr>
          <p:nvPr>
            <p:custDataLst>
              <p:tags r:id="rId3"/>
            </p:custDataLst>
          </p:nvPr>
        </p:nvPicPr>
        <p:blipFill>
          <a:blip r:embed="rId9">
            <a:extLst>
              <a:ext uri="{28A0092B-C50C-407E-A947-70E740481C1C}">
                <a14:useLocalDpi xmlns:a14="http://schemas.microsoft.com/office/drawing/2010/main" val="0"/>
              </a:ext>
            </a:extLst>
          </a:blip>
          <a:srcRect/>
          <a:stretch>
            <a:fillRect/>
          </a:stretch>
        </p:blipFill>
        <p:spPr bwMode="auto">
          <a:xfrm>
            <a:off x="911225" y="3284538"/>
            <a:ext cx="7319963" cy="3249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5813" name="Picture 5"/>
          <p:cNvPicPr>
            <a:picLocks noChangeAspect="1" noChangeArrowheads="1"/>
          </p:cNvPicPr>
          <p:nvPr>
            <p:custDataLst>
              <p:tags r:id="rId4"/>
            </p:custDataLst>
          </p:nvPr>
        </p:nvPicPr>
        <p:blipFill>
          <a:blip r:embed="rId10">
            <a:extLst>
              <a:ext uri="{28A0092B-C50C-407E-A947-70E740481C1C}">
                <a14:useLocalDpi xmlns:a14="http://schemas.microsoft.com/office/drawing/2010/main" val="0"/>
              </a:ext>
            </a:extLst>
          </a:blip>
          <a:srcRect/>
          <a:stretch>
            <a:fillRect/>
          </a:stretch>
        </p:blipFill>
        <p:spPr bwMode="auto">
          <a:xfrm>
            <a:off x="947738" y="3284538"/>
            <a:ext cx="7246937" cy="322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5814" name="Picture 6"/>
          <p:cNvPicPr>
            <a:picLocks noChangeAspect="1" noChangeArrowheads="1"/>
          </p:cNvPicPr>
          <p:nvPr>
            <p:custDataLst>
              <p:tags r:id="rId5"/>
            </p:custDataLst>
          </p:nvPr>
        </p:nvPicPr>
        <p:blipFill>
          <a:blip r:embed="rId11">
            <a:extLst>
              <a:ext uri="{28A0092B-C50C-407E-A947-70E740481C1C}">
                <a14:useLocalDpi xmlns:a14="http://schemas.microsoft.com/office/drawing/2010/main" val="0"/>
              </a:ext>
            </a:extLst>
          </a:blip>
          <a:srcRect/>
          <a:stretch>
            <a:fillRect/>
          </a:stretch>
        </p:blipFill>
        <p:spPr bwMode="auto">
          <a:xfrm>
            <a:off x="925513" y="3284538"/>
            <a:ext cx="7292975" cy="3236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5815" name="Picture 7"/>
          <p:cNvPicPr>
            <a:picLocks noChangeAspect="1" noChangeArrowheads="1"/>
          </p:cNvPicPr>
          <p:nvPr>
            <p:custDataLst>
              <p:tags r:id="rId6"/>
            </p:custDataLst>
          </p:nvPr>
        </p:nvPicPr>
        <p:blipFill>
          <a:blip r:embed="rId12">
            <a:extLst>
              <a:ext uri="{28A0092B-C50C-407E-A947-70E740481C1C}">
                <a14:useLocalDpi xmlns:a14="http://schemas.microsoft.com/office/drawing/2010/main" val="0"/>
              </a:ext>
            </a:extLst>
          </a:blip>
          <a:srcRect/>
          <a:stretch>
            <a:fillRect/>
          </a:stretch>
        </p:blipFill>
        <p:spPr bwMode="auto">
          <a:xfrm>
            <a:off x="900113" y="2901950"/>
            <a:ext cx="7343775" cy="326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5816" name="Titre 7"/>
          <p:cNvSpPr>
            <a:spLocks/>
          </p:cNvSpPr>
          <p:nvPr>
            <p:custDataLst>
              <p:tags r:id="rId7"/>
            </p:custDataLst>
          </p:nvPr>
        </p:nvSpPr>
        <p:spPr bwMode="auto">
          <a:xfrm>
            <a:off x="0" y="-17463"/>
            <a:ext cx="9144000" cy="1143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4400" dirty="0">
                <a:solidFill>
                  <a:srgbClr val="0066FF"/>
                </a:solidFill>
              </a:rPr>
              <a:t>e-SMP: Column selection  </a:t>
            </a:r>
            <a:endParaRPr lang="fr-FR" sz="4400" dirty="0">
              <a:solidFill>
                <a:srgbClr val="0066FF"/>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75813"/>
                                        </p:tgtEl>
                                        <p:attrNameLst>
                                          <p:attrName>style.visibility</p:attrName>
                                        </p:attrNameLst>
                                      </p:cBhvr>
                                      <p:to>
                                        <p:strVal val="visible"/>
                                      </p:to>
                                    </p:set>
                                    <p:animEffect transition="in" filter="checkerboard(across)">
                                      <p:cBhvr>
                                        <p:cTn id="7" dur="500"/>
                                        <p:tgtEl>
                                          <p:spTgt spid="3758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75814"/>
                                        </p:tgtEl>
                                        <p:attrNameLst>
                                          <p:attrName>style.visibility</p:attrName>
                                        </p:attrNameLst>
                                      </p:cBhvr>
                                      <p:to>
                                        <p:strVal val="visible"/>
                                      </p:to>
                                    </p:set>
                                    <p:animEffect transition="in" filter="checkerboard(across)">
                                      <p:cBhvr>
                                        <p:cTn id="12" dur="500"/>
                                        <p:tgtEl>
                                          <p:spTgt spid="37581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375815"/>
                                        </p:tgtEl>
                                        <p:attrNameLst>
                                          <p:attrName>style.visibility</p:attrName>
                                        </p:attrNameLst>
                                      </p:cBhvr>
                                      <p:to>
                                        <p:strVal val="visible"/>
                                      </p:to>
                                    </p:set>
                                    <p:animEffect transition="in" filter="checkerboard(across)">
                                      <p:cBhvr>
                                        <p:cTn id="17" dur="500"/>
                                        <p:tgtEl>
                                          <p:spTgt spid="3758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9" name="Rectangle 3"/>
          <p:cNvSpPr>
            <a:spLocks noGrp="1" noChangeArrowheads="1"/>
          </p:cNvSpPr>
          <p:nvPr>
            <p:ph type="body" idx="1"/>
            <p:custDataLst>
              <p:tags r:id="rId2"/>
            </p:custDataLst>
          </p:nvPr>
        </p:nvSpPr>
        <p:spPr>
          <a:xfrm>
            <a:off x="457200" y="1124744"/>
            <a:ext cx="8435280" cy="4824536"/>
          </a:xfrm>
        </p:spPr>
        <p:txBody>
          <a:bodyPr/>
          <a:lstStyle/>
          <a:p>
            <a:pPr>
              <a:lnSpc>
                <a:spcPct val="80000"/>
              </a:lnSpc>
            </a:pPr>
            <a:r>
              <a:rPr lang="en-GB" sz="2400" dirty="0">
                <a:solidFill>
                  <a:srgbClr val="000000"/>
                </a:solidFill>
              </a:rPr>
              <a:t>Data exported in standardized CSV and XML formats for statistical </a:t>
            </a:r>
            <a:r>
              <a:rPr lang="en-GB" sz="2400" dirty="0" smtClean="0">
                <a:solidFill>
                  <a:srgbClr val="000000"/>
                </a:solidFill>
              </a:rPr>
              <a:t>analyses</a:t>
            </a:r>
            <a:endParaRPr lang="en-GB" sz="2400" dirty="0">
              <a:solidFill>
                <a:srgbClr val="000000"/>
              </a:solidFill>
            </a:endParaRPr>
          </a:p>
          <a:p>
            <a:pPr>
              <a:lnSpc>
                <a:spcPct val="80000"/>
              </a:lnSpc>
            </a:pPr>
            <a:r>
              <a:rPr lang="en-US" sz="2400" dirty="0">
                <a:solidFill>
                  <a:srgbClr val="000000"/>
                </a:solidFill>
              </a:rPr>
              <a:t>Complete and  detailed export: all collected and calculated data are included (no retention of information</a:t>
            </a:r>
            <a:r>
              <a:rPr lang="en-US" sz="2400" dirty="0" smtClean="0">
                <a:solidFill>
                  <a:srgbClr val="000000"/>
                </a:solidFill>
              </a:rPr>
              <a:t>)</a:t>
            </a:r>
            <a:endParaRPr lang="en-GB" sz="2400" dirty="0">
              <a:solidFill>
                <a:srgbClr val="000000"/>
              </a:solidFill>
            </a:endParaRPr>
          </a:p>
          <a:p>
            <a:pPr>
              <a:lnSpc>
                <a:spcPct val="80000"/>
              </a:lnSpc>
            </a:pPr>
            <a:r>
              <a:rPr lang="en-US" sz="2400" dirty="0">
                <a:solidFill>
                  <a:srgbClr val="000000"/>
                </a:solidFill>
              </a:rPr>
              <a:t>The combination of the controls done during the interview, the use of the </a:t>
            </a:r>
            <a:r>
              <a:rPr lang="en-US" sz="2400" dirty="0" err="1">
                <a:solidFill>
                  <a:srgbClr val="000000"/>
                </a:solidFill>
              </a:rPr>
              <a:t>recompute</a:t>
            </a:r>
            <a:r>
              <a:rPr lang="en-US" sz="2400" dirty="0">
                <a:solidFill>
                  <a:srgbClr val="000000"/>
                </a:solidFill>
              </a:rPr>
              <a:t> and the handling of the notes make the exported data fully cleaned and ready for consumption</a:t>
            </a:r>
            <a:r>
              <a:rPr lang="en-US" sz="2400" dirty="0" smtClean="0">
                <a:solidFill>
                  <a:srgbClr val="000000"/>
                </a:solidFill>
              </a:rPr>
              <a:t>.</a:t>
            </a:r>
            <a:endParaRPr lang="en-US" sz="2400" dirty="0">
              <a:solidFill>
                <a:srgbClr val="000000"/>
              </a:solidFill>
            </a:endParaRPr>
          </a:p>
          <a:p>
            <a:pPr>
              <a:lnSpc>
                <a:spcPct val="80000"/>
              </a:lnSpc>
            </a:pPr>
            <a:r>
              <a:rPr lang="en-US" sz="2400" dirty="0">
                <a:solidFill>
                  <a:srgbClr val="000000"/>
                </a:solidFill>
              </a:rPr>
              <a:t>The high quality of the produced data makes it easy to merge different countries and/or projects</a:t>
            </a:r>
            <a:r>
              <a:rPr lang="en-US" sz="2400" dirty="0" smtClean="0">
                <a:solidFill>
                  <a:srgbClr val="000000"/>
                </a:solidFill>
              </a:rPr>
              <a:t>.</a:t>
            </a:r>
            <a:endParaRPr lang="en-US" sz="2400" dirty="0">
              <a:solidFill>
                <a:srgbClr val="000000"/>
              </a:solidFill>
            </a:endParaRPr>
          </a:p>
          <a:p>
            <a:pPr>
              <a:lnSpc>
                <a:spcPct val="80000"/>
              </a:lnSpc>
            </a:pPr>
            <a:r>
              <a:rPr lang="en-US" sz="2400" dirty="0">
                <a:solidFill>
                  <a:srgbClr val="000000"/>
                </a:solidFill>
              </a:rPr>
              <a:t>Data collected/to be used as a “</a:t>
            </a:r>
            <a:r>
              <a:rPr lang="en-US" sz="2400" b="1" i="1" dirty="0">
                <a:solidFill>
                  <a:srgbClr val="000000"/>
                </a:solidFill>
              </a:rPr>
              <a:t>library</a:t>
            </a:r>
            <a:r>
              <a:rPr lang="en-US" sz="2400" dirty="0">
                <a:solidFill>
                  <a:srgbClr val="000000"/>
                </a:solidFill>
              </a:rPr>
              <a:t>”</a:t>
            </a:r>
          </a:p>
          <a:p>
            <a:pPr>
              <a:lnSpc>
                <a:spcPct val="80000"/>
              </a:lnSpc>
            </a:pPr>
            <a:r>
              <a:rPr lang="en-US" sz="2400" dirty="0">
                <a:solidFill>
                  <a:srgbClr val="000000"/>
                </a:solidFill>
              </a:rPr>
              <a:t>Nutrient and other food component databases to be handled outside</a:t>
            </a:r>
            <a:endParaRPr lang="en-GB" sz="2400" dirty="0">
              <a:solidFill>
                <a:srgbClr val="000000"/>
              </a:solidFill>
            </a:endParaRPr>
          </a:p>
        </p:txBody>
      </p:sp>
      <p:sp>
        <p:nvSpPr>
          <p:cNvPr id="285700" name="Titre 7"/>
          <p:cNvSpPr>
            <a:spLocks/>
          </p:cNvSpPr>
          <p:nvPr>
            <p:custDataLst>
              <p:tags r:id="rId3"/>
            </p:custDataLst>
          </p:nvPr>
        </p:nvSpPr>
        <p:spPr bwMode="auto">
          <a:xfrm>
            <a:off x="45416" y="-27384"/>
            <a:ext cx="9098584"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4400" dirty="0">
                <a:solidFill>
                  <a:srgbClr val="0066FF"/>
                </a:solidFill>
              </a:rPr>
              <a:t>e-SMP: Exported Data </a:t>
            </a:r>
            <a:endParaRPr lang="fr-FR" sz="4400" dirty="0">
              <a:solidFill>
                <a:srgbClr val="0066FF"/>
              </a:solidFill>
            </a:endParaRPr>
          </a:p>
        </p:txBody>
      </p:sp>
    </p:spTree>
    <p:custDataLst>
      <p:tags r:id="rId1"/>
    </p:custData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2"/>
          <p:cNvSpPr>
            <a:spLocks noGrp="1" noChangeArrowheads="1"/>
          </p:cNvSpPr>
          <p:nvPr>
            <p:ph type="body" idx="1"/>
            <p:custDataLst>
              <p:tags r:id="rId2"/>
            </p:custDataLst>
          </p:nvPr>
        </p:nvSpPr>
        <p:spPr>
          <a:xfrm>
            <a:off x="468313" y="1628775"/>
            <a:ext cx="8229600" cy="4525963"/>
          </a:xfrm>
        </p:spPr>
        <p:txBody>
          <a:bodyPr/>
          <a:lstStyle/>
          <a:p>
            <a:pPr>
              <a:lnSpc>
                <a:spcPct val="90000"/>
              </a:lnSpc>
            </a:pPr>
            <a:r>
              <a:rPr lang="en-US" dirty="0"/>
              <a:t>e-documentation, e-learning, Webinar, online help (video, tooltip, fixed comments)</a:t>
            </a:r>
          </a:p>
          <a:p>
            <a:pPr>
              <a:lnSpc>
                <a:spcPct val="90000"/>
              </a:lnSpc>
            </a:pPr>
            <a:endParaRPr lang="en-US" dirty="0"/>
          </a:p>
          <a:p>
            <a:pPr>
              <a:lnSpc>
                <a:spcPct val="90000"/>
              </a:lnSpc>
            </a:pPr>
            <a:r>
              <a:rPr lang="en-US" dirty="0"/>
              <a:t>For EPIC-Soft &amp; Data-Entry</a:t>
            </a:r>
          </a:p>
          <a:p>
            <a:pPr lvl="1">
              <a:lnSpc>
                <a:spcPct val="90000"/>
              </a:lnSpc>
            </a:pPr>
            <a:r>
              <a:rPr lang="en-US" dirty="0"/>
              <a:t>IARC’s Train the trainers (English, IARC)</a:t>
            </a:r>
          </a:p>
          <a:p>
            <a:pPr lvl="1">
              <a:lnSpc>
                <a:spcPct val="90000"/>
              </a:lnSpc>
            </a:pPr>
            <a:r>
              <a:rPr lang="en-US" dirty="0"/>
              <a:t>Local training, specific for dietician (local language, local coordinator)</a:t>
            </a:r>
          </a:p>
          <a:p>
            <a:pPr lvl="1">
              <a:lnSpc>
                <a:spcPct val="90000"/>
              </a:lnSpc>
              <a:buFontTx/>
              <a:buNone/>
            </a:pPr>
            <a:endParaRPr lang="en-US" dirty="0"/>
          </a:p>
          <a:p>
            <a:pPr>
              <a:lnSpc>
                <a:spcPct val="90000"/>
              </a:lnSpc>
            </a:pPr>
            <a:r>
              <a:rPr lang="en-US" dirty="0"/>
              <a:t>For e-SMP (web platform</a:t>
            </a:r>
            <a:r>
              <a:rPr lang="en-US" dirty="0" smtClean="0"/>
              <a:t>) </a:t>
            </a:r>
            <a:r>
              <a:rPr lang="en-US" dirty="0" smtClean="0">
                <a:solidFill>
                  <a:srgbClr val="FF6600"/>
                </a:solidFill>
              </a:rPr>
              <a:t>is on-going</a:t>
            </a:r>
            <a:endParaRPr lang="en-US" dirty="0">
              <a:solidFill>
                <a:srgbClr val="FF6600"/>
              </a:solidFill>
            </a:endParaRPr>
          </a:p>
        </p:txBody>
      </p:sp>
      <p:sp>
        <p:nvSpPr>
          <p:cNvPr id="293891" name="Titre 7"/>
          <p:cNvSpPr>
            <a:spLocks/>
          </p:cNvSpPr>
          <p:nvPr>
            <p:custDataLst>
              <p:tags r:id="rId3"/>
            </p:custDataLst>
          </p:nvPr>
        </p:nvSpPr>
        <p:spPr bwMode="auto">
          <a:xfrm>
            <a:off x="0" y="-17463"/>
            <a:ext cx="9143999" cy="1143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4400" dirty="0">
                <a:solidFill>
                  <a:srgbClr val="0066FF"/>
                </a:solidFill>
              </a:rPr>
              <a:t>e-SMP: Training and guidelines</a:t>
            </a:r>
            <a:endParaRPr lang="fr-FR" sz="4400" dirty="0">
              <a:solidFill>
                <a:srgbClr val="0066FF"/>
              </a:solidFill>
            </a:endParaRPr>
          </a:p>
        </p:txBody>
      </p:sp>
    </p:spTree>
    <p:custDataLst>
      <p:tags r:id="rId1"/>
    </p:custDataLst>
    <p:extLst>
      <p:ext uri="{BB962C8B-B14F-4D97-AF65-F5344CB8AC3E}">
        <p14:creationId xmlns:p14="http://schemas.microsoft.com/office/powerpoint/2010/main" val="300048042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5" name="Line 3"/>
          <p:cNvSpPr>
            <a:spLocks noChangeShapeType="1"/>
          </p:cNvSpPr>
          <p:nvPr>
            <p:custDataLst>
              <p:tags r:id="rId2"/>
            </p:custDataLst>
          </p:nvPr>
        </p:nvSpPr>
        <p:spPr bwMode="auto">
          <a:xfrm>
            <a:off x="0" y="1916113"/>
            <a:ext cx="8999538" cy="0"/>
          </a:xfrm>
          <a:prstGeom prst="line">
            <a:avLst/>
          </a:prstGeom>
          <a:noFill/>
          <a:ln w="57150">
            <a:solidFill>
              <a:schemeClr val="hlink"/>
            </a:solidFill>
            <a:round/>
            <a:headEnd type="none" w="sm" len="sm"/>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35882" name="Text Box 10"/>
          <p:cNvSpPr txBox="1">
            <a:spLocks noChangeArrowheads="1"/>
          </p:cNvSpPr>
          <p:nvPr>
            <p:custDataLst>
              <p:tags r:id="rId3"/>
            </p:custDataLst>
          </p:nvPr>
        </p:nvSpPr>
        <p:spPr bwMode="auto">
          <a:xfrm rot="-1593786">
            <a:off x="1970088" y="1557338"/>
            <a:ext cx="1441450" cy="366712"/>
          </a:xfrm>
          <a:prstGeom prst="rect">
            <a:avLst/>
          </a:prstGeom>
          <a:solidFill>
            <a:schemeClr val="bg1">
              <a:alpha val="60001"/>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a:t>Conception</a:t>
            </a:r>
            <a:endParaRPr lang="en-GB" b="1"/>
          </a:p>
        </p:txBody>
      </p:sp>
      <p:sp>
        <p:nvSpPr>
          <p:cNvPr id="335883" name="Text Box 11"/>
          <p:cNvSpPr txBox="1">
            <a:spLocks noChangeArrowheads="1"/>
          </p:cNvSpPr>
          <p:nvPr>
            <p:custDataLst>
              <p:tags r:id="rId4"/>
            </p:custDataLst>
          </p:nvPr>
        </p:nvSpPr>
        <p:spPr bwMode="auto">
          <a:xfrm rot="-1593786">
            <a:off x="3059113" y="1549400"/>
            <a:ext cx="1873250" cy="366713"/>
          </a:xfrm>
          <a:prstGeom prst="rect">
            <a:avLst/>
          </a:prstGeom>
          <a:solidFill>
            <a:schemeClr val="bg1">
              <a:alpha val="60001"/>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a:t>Implementation</a:t>
            </a:r>
            <a:endParaRPr lang="en-GB" b="1"/>
          </a:p>
        </p:txBody>
      </p:sp>
      <p:sp>
        <p:nvSpPr>
          <p:cNvPr id="335884" name="Text Box 12"/>
          <p:cNvSpPr txBox="1">
            <a:spLocks noChangeArrowheads="1"/>
          </p:cNvSpPr>
          <p:nvPr>
            <p:custDataLst>
              <p:tags r:id="rId5"/>
            </p:custDataLst>
          </p:nvPr>
        </p:nvSpPr>
        <p:spPr bwMode="auto">
          <a:xfrm rot="-1593786">
            <a:off x="4356100" y="1549400"/>
            <a:ext cx="2584450" cy="366713"/>
          </a:xfrm>
          <a:prstGeom prst="rect">
            <a:avLst/>
          </a:prstGeom>
          <a:solidFill>
            <a:schemeClr val="bg1">
              <a:alpha val="60001"/>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a:t>Test (incl. campaigns)</a:t>
            </a:r>
            <a:endParaRPr lang="en-GB" b="1"/>
          </a:p>
        </p:txBody>
      </p:sp>
      <p:sp>
        <p:nvSpPr>
          <p:cNvPr id="335885" name="Text Box 13"/>
          <p:cNvSpPr txBox="1">
            <a:spLocks noChangeArrowheads="1"/>
          </p:cNvSpPr>
          <p:nvPr>
            <p:custDataLst>
              <p:tags r:id="rId6"/>
            </p:custDataLst>
          </p:nvPr>
        </p:nvSpPr>
        <p:spPr bwMode="auto">
          <a:xfrm rot="-1593786">
            <a:off x="5859463" y="1268413"/>
            <a:ext cx="3284537" cy="641350"/>
          </a:xfrm>
          <a:prstGeom prst="rect">
            <a:avLst/>
          </a:prstGeom>
          <a:solidFill>
            <a:schemeClr val="bg1">
              <a:alpha val="60001"/>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b="1"/>
              <a:t>Deployment/Documentation</a:t>
            </a:r>
          </a:p>
          <a:p>
            <a:endParaRPr lang="en-GB" b="1"/>
          </a:p>
        </p:txBody>
      </p:sp>
      <p:sp>
        <p:nvSpPr>
          <p:cNvPr id="335886" name="Text Box 14"/>
          <p:cNvSpPr txBox="1">
            <a:spLocks noChangeArrowheads="1"/>
          </p:cNvSpPr>
          <p:nvPr>
            <p:custDataLst>
              <p:tags r:id="rId7"/>
            </p:custDataLst>
          </p:nvPr>
        </p:nvSpPr>
        <p:spPr bwMode="auto">
          <a:xfrm rot="-1593786">
            <a:off x="7451725" y="1539875"/>
            <a:ext cx="1568450" cy="641350"/>
          </a:xfrm>
          <a:prstGeom prst="rect">
            <a:avLst/>
          </a:prstGeom>
          <a:solidFill>
            <a:schemeClr val="bg1">
              <a:alpha val="60001"/>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a:t>Maintenance</a:t>
            </a:r>
          </a:p>
          <a:p>
            <a:r>
              <a:rPr lang="en-US" b="1"/>
              <a:t>Evolution</a:t>
            </a:r>
            <a:endParaRPr lang="en-GB" b="1"/>
          </a:p>
        </p:txBody>
      </p:sp>
      <p:sp>
        <p:nvSpPr>
          <p:cNvPr id="335887" name="Text Box 15"/>
          <p:cNvSpPr txBox="1">
            <a:spLocks noChangeArrowheads="1"/>
          </p:cNvSpPr>
          <p:nvPr>
            <p:custDataLst>
              <p:tags r:id="rId8"/>
            </p:custDataLst>
          </p:nvPr>
        </p:nvSpPr>
        <p:spPr bwMode="auto">
          <a:xfrm rot="-1593786">
            <a:off x="436563" y="1484313"/>
            <a:ext cx="1543050" cy="366712"/>
          </a:xfrm>
          <a:prstGeom prst="rect">
            <a:avLst/>
          </a:prstGeom>
          <a:solidFill>
            <a:schemeClr val="bg1">
              <a:alpha val="60001"/>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a:t>Planification</a:t>
            </a:r>
            <a:endParaRPr lang="en-GB" b="1"/>
          </a:p>
        </p:txBody>
      </p:sp>
      <p:sp>
        <p:nvSpPr>
          <p:cNvPr id="335888" name="Rectangle 16"/>
          <p:cNvSpPr>
            <a:spLocks noChangeArrowheads="1"/>
          </p:cNvSpPr>
          <p:nvPr>
            <p:custDataLst>
              <p:tags r:id="rId9"/>
            </p:custDataLst>
          </p:nvPr>
        </p:nvSpPr>
        <p:spPr bwMode="auto">
          <a:xfrm>
            <a:off x="0" y="2565400"/>
            <a:ext cx="8675688" cy="64928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600" b="1">
                <a:solidFill>
                  <a:schemeClr val="bg1"/>
                </a:solidFill>
                <a:cs typeface="Consolas" pitchFamily="49" charset="0"/>
              </a:rPr>
              <a:t>EPIC-Soft</a:t>
            </a:r>
            <a:endParaRPr lang="en-GB" sz="1600" b="1">
              <a:solidFill>
                <a:schemeClr val="bg1"/>
              </a:solidFill>
              <a:cs typeface="Consolas" pitchFamily="49" charset="0"/>
            </a:endParaRPr>
          </a:p>
        </p:txBody>
      </p:sp>
      <p:sp>
        <p:nvSpPr>
          <p:cNvPr id="335889" name="Rectangle 17"/>
          <p:cNvSpPr>
            <a:spLocks noChangeArrowheads="1"/>
          </p:cNvSpPr>
          <p:nvPr>
            <p:custDataLst>
              <p:tags r:id="rId10"/>
            </p:custDataLst>
          </p:nvPr>
        </p:nvSpPr>
        <p:spPr bwMode="auto">
          <a:xfrm>
            <a:off x="250825" y="3321050"/>
            <a:ext cx="6337300" cy="215900"/>
          </a:xfrm>
          <a:prstGeom prst="rect">
            <a:avLst/>
          </a:prstGeom>
          <a:solidFill>
            <a:srgbClr val="00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600" b="1">
                <a:solidFill>
                  <a:schemeClr val="bg1"/>
                </a:solidFill>
                <a:cs typeface="Consolas" pitchFamily="49" charset="0"/>
              </a:rPr>
              <a:t>Administration</a:t>
            </a:r>
            <a:endParaRPr lang="en-GB" sz="1600" b="1">
              <a:solidFill>
                <a:schemeClr val="bg1"/>
              </a:solidFill>
              <a:cs typeface="Consolas" pitchFamily="49" charset="0"/>
            </a:endParaRPr>
          </a:p>
        </p:txBody>
      </p:sp>
      <p:sp>
        <p:nvSpPr>
          <p:cNvPr id="335890" name="Rectangle 18"/>
          <p:cNvSpPr>
            <a:spLocks noChangeArrowheads="1"/>
          </p:cNvSpPr>
          <p:nvPr>
            <p:custDataLst>
              <p:tags r:id="rId11"/>
            </p:custDataLst>
          </p:nvPr>
        </p:nvSpPr>
        <p:spPr bwMode="auto">
          <a:xfrm>
            <a:off x="6588125" y="3321050"/>
            <a:ext cx="2087563" cy="215900"/>
          </a:xfrm>
          <a:prstGeom prst="rect">
            <a:avLst/>
          </a:prstGeom>
          <a:solidFill>
            <a:srgbClr val="99CCFF">
              <a:alpha val="20000"/>
            </a:srgbClr>
          </a:solidFill>
          <a:ln w="9525" cap="rnd">
            <a:solidFill>
              <a:schemeClr val="accent2"/>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5891" name="Rectangle 19"/>
          <p:cNvSpPr>
            <a:spLocks noChangeArrowheads="1"/>
          </p:cNvSpPr>
          <p:nvPr>
            <p:custDataLst>
              <p:tags r:id="rId12"/>
            </p:custDataLst>
          </p:nvPr>
        </p:nvSpPr>
        <p:spPr bwMode="auto">
          <a:xfrm rot="10800000">
            <a:off x="250825" y="4149725"/>
            <a:ext cx="576263" cy="1655763"/>
          </a:xfrm>
          <a:prstGeom prst="rect">
            <a:avLst/>
          </a:prstGeom>
          <a:solidFill>
            <a:srgbClr val="00CCFF">
              <a:alpha val="8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nchor="ctr"/>
          <a:lstStyle/>
          <a:p>
            <a:pPr algn="ctr"/>
            <a:r>
              <a:rPr lang="en-US" sz="1600" b="1" i="1" dirty="0">
                <a:cs typeface="Consolas" pitchFamily="49" charset="0"/>
              </a:rPr>
              <a:t>Maintenance</a:t>
            </a:r>
          </a:p>
          <a:p>
            <a:pPr algn="ctr"/>
            <a:r>
              <a:rPr lang="en-US" sz="1600" b="1" i="1" dirty="0">
                <a:cs typeface="Consolas" pitchFamily="49" charset="0"/>
              </a:rPr>
              <a:t>&amp; Settings</a:t>
            </a:r>
            <a:endParaRPr lang="en-GB" sz="1600" b="1" i="1" dirty="0">
              <a:cs typeface="Consolas" pitchFamily="49" charset="0"/>
            </a:endParaRPr>
          </a:p>
        </p:txBody>
      </p:sp>
      <p:sp>
        <p:nvSpPr>
          <p:cNvPr id="335892" name="Rectangle 20"/>
          <p:cNvSpPr>
            <a:spLocks noChangeArrowheads="1"/>
          </p:cNvSpPr>
          <p:nvPr>
            <p:custDataLst>
              <p:tags r:id="rId13"/>
            </p:custDataLst>
          </p:nvPr>
        </p:nvSpPr>
        <p:spPr bwMode="auto">
          <a:xfrm>
            <a:off x="250825" y="3644900"/>
            <a:ext cx="6337300" cy="360363"/>
          </a:xfrm>
          <a:prstGeom prst="rect">
            <a:avLst/>
          </a:prstGeom>
          <a:solidFill>
            <a:srgbClr val="00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600" b="1">
                <a:solidFill>
                  <a:schemeClr val="bg1"/>
                </a:solidFill>
                <a:cs typeface="Consolas" pitchFamily="49" charset="0"/>
              </a:rPr>
              <a:t>Interview Manager</a:t>
            </a:r>
            <a:endParaRPr lang="en-GB" sz="1600" b="1">
              <a:solidFill>
                <a:schemeClr val="bg1"/>
              </a:solidFill>
              <a:cs typeface="Consolas" pitchFamily="49" charset="0"/>
            </a:endParaRPr>
          </a:p>
        </p:txBody>
      </p:sp>
      <p:sp>
        <p:nvSpPr>
          <p:cNvPr id="335893" name="Rectangle 21"/>
          <p:cNvSpPr>
            <a:spLocks noChangeArrowheads="1"/>
          </p:cNvSpPr>
          <p:nvPr>
            <p:custDataLst>
              <p:tags r:id="rId14"/>
            </p:custDataLst>
          </p:nvPr>
        </p:nvSpPr>
        <p:spPr bwMode="auto">
          <a:xfrm>
            <a:off x="6588125" y="3644900"/>
            <a:ext cx="2087563" cy="360363"/>
          </a:xfrm>
          <a:prstGeom prst="rect">
            <a:avLst/>
          </a:prstGeom>
          <a:solidFill>
            <a:srgbClr val="99CCFF">
              <a:alpha val="20000"/>
            </a:srgbClr>
          </a:solidFill>
          <a:ln w="9525" cap="rnd">
            <a:solidFill>
              <a:schemeClr val="accent2"/>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5894" name="Rectangle 22"/>
          <p:cNvSpPr>
            <a:spLocks noChangeArrowheads="1"/>
          </p:cNvSpPr>
          <p:nvPr>
            <p:custDataLst>
              <p:tags r:id="rId15"/>
            </p:custDataLst>
          </p:nvPr>
        </p:nvSpPr>
        <p:spPr bwMode="auto">
          <a:xfrm>
            <a:off x="827088" y="4149725"/>
            <a:ext cx="4537075" cy="576263"/>
          </a:xfrm>
          <a:prstGeom prst="rect">
            <a:avLst/>
          </a:prstGeom>
          <a:solidFill>
            <a:srgbClr val="00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600" b="1">
                <a:solidFill>
                  <a:schemeClr val="bg1"/>
                </a:solidFill>
                <a:cs typeface="Consolas" pitchFamily="49" charset="0"/>
              </a:rPr>
              <a:t>Food management</a:t>
            </a:r>
            <a:endParaRPr lang="en-GB" sz="1600" b="1">
              <a:solidFill>
                <a:schemeClr val="bg1"/>
              </a:solidFill>
              <a:cs typeface="Consolas" pitchFamily="49" charset="0"/>
            </a:endParaRPr>
          </a:p>
        </p:txBody>
      </p:sp>
      <p:sp>
        <p:nvSpPr>
          <p:cNvPr id="335895" name="Rectangle 23"/>
          <p:cNvSpPr>
            <a:spLocks noChangeArrowheads="1"/>
          </p:cNvSpPr>
          <p:nvPr>
            <p:custDataLst>
              <p:tags r:id="rId16"/>
            </p:custDataLst>
          </p:nvPr>
        </p:nvSpPr>
        <p:spPr bwMode="auto">
          <a:xfrm>
            <a:off x="5364163" y="4149725"/>
            <a:ext cx="3311525" cy="576263"/>
          </a:xfrm>
          <a:prstGeom prst="rect">
            <a:avLst/>
          </a:prstGeom>
          <a:solidFill>
            <a:srgbClr val="99CCFF">
              <a:alpha val="20000"/>
            </a:srgbClr>
          </a:solidFill>
          <a:ln w="9525" cap="rnd">
            <a:solidFill>
              <a:schemeClr val="accent2"/>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5896" name="Rectangle 24"/>
          <p:cNvSpPr>
            <a:spLocks noChangeArrowheads="1"/>
          </p:cNvSpPr>
          <p:nvPr>
            <p:custDataLst>
              <p:tags r:id="rId17"/>
            </p:custDataLst>
          </p:nvPr>
        </p:nvSpPr>
        <p:spPr bwMode="auto">
          <a:xfrm>
            <a:off x="827088" y="5589588"/>
            <a:ext cx="1223962" cy="215900"/>
          </a:xfrm>
          <a:prstGeom prst="rect">
            <a:avLst/>
          </a:prstGeom>
          <a:solidFill>
            <a:srgbClr val="00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00" b="1">
              <a:solidFill>
                <a:schemeClr val="bg1"/>
              </a:solidFill>
              <a:cs typeface="Consolas" pitchFamily="49" charset="0"/>
            </a:endParaRPr>
          </a:p>
        </p:txBody>
      </p:sp>
      <p:sp>
        <p:nvSpPr>
          <p:cNvPr id="335897" name="Rectangle 25"/>
          <p:cNvSpPr>
            <a:spLocks noChangeArrowheads="1"/>
          </p:cNvSpPr>
          <p:nvPr>
            <p:custDataLst>
              <p:tags r:id="rId18"/>
            </p:custDataLst>
          </p:nvPr>
        </p:nvSpPr>
        <p:spPr bwMode="auto">
          <a:xfrm>
            <a:off x="2051050" y="5589588"/>
            <a:ext cx="6624638" cy="215900"/>
          </a:xfrm>
          <a:prstGeom prst="rect">
            <a:avLst/>
          </a:prstGeom>
          <a:solidFill>
            <a:srgbClr val="99CCFF">
              <a:alpha val="20000"/>
            </a:srgbClr>
          </a:solidFill>
          <a:ln w="9525" cap="rnd">
            <a:solidFill>
              <a:schemeClr val="accent2"/>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5898" name="Rectangle 26"/>
          <p:cNvSpPr>
            <a:spLocks noChangeArrowheads="1"/>
          </p:cNvSpPr>
          <p:nvPr>
            <p:custDataLst>
              <p:tags r:id="rId19"/>
            </p:custDataLst>
          </p:nvPr>
        </p:nvSpPr>
        <p:spPr bwMode="auto">
          <a:xfrm>
            <a:off x="827088" y="4868863"/>
            <a:ext cx="1223962" cy="576262"/>
          </a:xfrm>
          <a:prstGeom prst="rect">
            <a:avLst/>
          </a:prstGeom>
          <a:solidFill>
            <a:srgbClr val="00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00" b="1">
              <a:solidFill>
                <a:schemeClr val="bg1"/>
              </a:solidFill>
              <a:cs typeface="Consolas" pitchFamily="49" charset="0"/>
            </a:endParaRPr>
          </a:p>
        </p:txBody>
      </p:sp>
      <p:sp>
        <p:nvSpPr>
          <p:cNvPr id="335899" name="Rectangle 27"/>
          <p:cNvSpPr>
            <a:spLocks noChangeArrowheads="1"/>
          </p:cNvSpPr>
          <p:nvPr>
            <p:custDataLst>
              <p:tags r:id="rId20"/>
            </p:custDataLst>
          </p:nvPr>
        </p:nvSpPr>
        <p:spPr bwMode="auto">
          <a:xfrm>
            <a:off x="2051050" y="4868863"/>
            <a:ext cx="6624638" cy="576262"/>
          </a:xfrm>
          <a:prstGeom prst="rect">
            <a:avLst/>
          </a:prstGeom>
          <a:solidFill>
            <a:srgbClr val="99CCFF">
              <a:alpha val="20000"/>
            </a:srgbClr>
          </a:solidFill>
          <a:ln w="9525" cap="rnd">
            <a:solidFill>
              <a:schemeClr val="accent2"/>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5900" name="Text Box 28"/>
          <p:cNvSpPr txBox="1">
            <a:spLocks noChangeArrowheads="1"/>
          </p:cNvSpPr>
          <p:nvPr>
            <p:custDataLst>
              <p:tags r:id="rId21"/>
            </p:custDataLst>
          </p:nvPr>
        </p:nvSpPr>
        <p:spPr bwMode="auto">
          <a:xfrm>
            <a:off x="827088" y="5508625"/>
            <a:ext cx="29654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1600" b="1">
                <a:solidFill>
                  <a:schemeClr val="bg1"/>
                </a:solidFill>
                <a:cs typeface="Consolas" pitchFamily="49" charset="0"/>
              </a:rPr>
              <a:t>Supplement</a:t>
            </a:r>
            <a:r>
              <a:rPr lang="en-US" sz="1600" b="1">
                <a:solidFill>
                  <a:schemeClr val="bg2"/>
                </a:solidFill>
                <a:cs typeface="Consolas" pitchFamily="49" charset="0"/>
              </a:rPr>
              <a:t> management</a:t>
            </a:r>
            <a:endParaRPr lang="en-GB" sz="1600">
              <a:solidFill>
                <a:schemeClr val="bg2"/>
              </a:solidFill>
              <a:cs typeface="Consolas" pitchFamily="49" charset="0"/>
            </a:endParaRPr>
          </a:p>
        </p:txBody>
      </p:sp>
      <p:sp>
        <p:nvSpPr>
          <p:cNvPr id="335901" name="Text Box 29"/>
          <p:cNvSpPr txBox="1">
            <a:spLocks noChangeArrowheads="1"/>
          </p:cNvSpPr>
          <p:nvPr>
            <p:custDataLst>
              <p:tags r:id="rId22"/>
            </p:custDataLst>
          </p:nvPr>
        </p:nvSpPr>
        <p:spPr bwMode="auto">
          <a:xfrm>
            <a:off x="827088" y="5013325"/>
            <a:ext cx="29654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1600" b="1">
                <a:solidFill>
                  <a:schemeClr val="bg1"/>
                </a:solidFill>
                <a:cs typeface="Consolas" pitchFamily="49" charset="0"/>
              </a:rPr>
              <a:t>Recipe</a:t>
            </a:r>
            <a:r>
              <a:rPr lang="en-US" sz="1600" b="1">
                <a:solidFill>
                  <a:schemeClr val="bg2"/>
                </a:solidFill>
                <a:cs typeface="Consolas" pitchFamily="49" charset="0"/>
              </a:rPr>
              <a:t> </a:t>
            </a:r>
            <a:r>
              <a:rPr lang="en-US" sz="1600" b="1">
                <a:solidFill>
                  <a:schemeClr val="bg1"/>
                </a:solidFill>
                <a:cs typeface="Consolas" pitchFamily="49" charset="0"/>
              </a:rPr>
              <a:t>man</a:t>
            </a:r>
            <a:r>
              <a:rPr lang="en-US" sz="1600" b="1">
                <a:solidFill>
                  <a:schemeClr val="bg2"/>
                </a:solidFill>
                <a:cs typeface="Consolas" pitchFamily="49" charset="0"/>
              </a:rPr>
              <a:t>agement</a:t>
            </a:r>
            <a:endParaRPr lang="en-GB" sz="1600">
              <a:solidFill>
                <a:schemeClr val="bg2"/>
              </a:solidFill>
              <a:cs typeface="Consolas" pitchFamily="49" charset="0"/>
            </a:endParaRPr>
          </a:p>
        </p:txBody>
      </p:sp>
      <p:sp>
        <p:nvSpPr>
          <p:cNvPr id="335902" name="Rectangle 30"/>
          <p:cNvSpPr>
            <a:spLocks noChangeArrowheads="1"/>
          </p:cNvSpPr>
          <p:nvPr>
            <p:custDataLst>
              <p:tags r:id="rId23"/>
            </p:custDataLst>
          </p:nvPr>
        </p:nvSpPr>
        <p:spPr bwMode="auto">
          <a:xfrm rot="10800000">
            <a:off x="0" y="3213100"/>
            <a:ext cx="252413" cy="2592388"/>
          </a:xfrm>
          <a:prstGeom prst="rect">
            <a:avLst/>
          </a:prstGeom>
          <a:solidFill>
            <a:srgbClr val="00CCFF">
              <a:alpha val="7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nchor="ctr"/>
          <a:lstStyle/>
          <a:p>
            <a:pPr algn="ctr"/>
            <a:r>
              <a:rPr lang="en-US" sz="1600" b="1" i="1">
                <a:solidFill>
                  <a:schemeClr val="bg1"/>
                </a:solidFill>
                <a:ea typeface="Arial Unicode MS" pitchFamily="34" charset="-128"/>
                <a:cs typeface="Arial Unicode MS" pitchFamily="34" charset="-128"/>
              </a:rPr>
              <a:t>E-SMP Web platform</a:t>
            </a:r>
            <a:endParaRPr lang="en-GB" sz="1600" b="1" i="1">
              <a:solidFill>
                <a:schemeClr val="bg1"/>
              </a:solidFill>
              <a:ea typeface="Arial Unicode MS" pitchFamily="34" charset="-128"/>
              <a:cs typeface="Arial Unicode MS" pitchFamily="34" charset="-128"/>
            </a:endParaRPr>
          </a:p>
        </p:txBody>
      </p:sp>
      <p:sp>
        <p:nvSpPr>
          <p:cNvPr id="335903" name="Titre 7"/>
          <p:cNvSpPr>
            <a:spLocks/>
          </p:cNvSpPr>
          <p:nvPr>
            <p:custDataLst>
              <p:tags r:id="rId24"/>
            </p:custDataLst>
          </p:nvPr>
        </p:nvSpPr>
        <p:spPr bwMode="auto">
          <a:xfrm>
            <a:off x="468313" y="0"/>
            <a:ext cx="805497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4400" dirty="0">
                <a:solidFill>
                  <a:srgbClr val="0066FF"/>
                </a:solidFill>
              </a:rPr>
              <a:t>e-SMP: Where do we stand now? </a:t>
            </a:r>
            <a:endParaRPr lang="fr-FR" sz="4400" dirty="0">
              <a:solidFill>
                <a:srgbClr val="0066FF"/>
              </a:solidFill>
            </a:endParaRPr>
          </a:p>
        </p:txBody>
      </p:sp>
      <p:sp>
        <p:nvSpPr>
          <p:cNvPr id="335906" name="Rectangle 34"/>
          <p:cNvSpPr>
            <a:spLocks noChangeArrowheads="1"/>
          </p:cNvSpPr>
          <p:nvPr>
            <p:custDataLst>
              <p:tags r:id="rId25"/>
            </p:custDataLst>
          </p:nvPr>
        </p:nvSpPr>
        <p:spPr bwMode="auto">
          <a:xfrm>
            <a:off x="0" y="2565400"/>
            <a:ext cx="8675688" cy="64928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600" b="1">
                <a:solidFill>
                  <a:schemeClr val="bg1"/>
                </a:solidFill>
                <a:cs typeface="Consolas" pitchFamily="49" charset="0"/>
              </a:rPr>
              <a:t>EPIC-Soft</a:t>
            </a:r>
            <a:endParaRPr lang="en-GB" sz="1600" b="1">
              <a:solidFill>
                <a:schemeClr val="bg1"/>
              </a:solidFill>
              <a:cs typeface="Consolas" pitchFamily="49" charset="0"/>
            </a:endParaRPr>
          </a:p>
        </p:txBody>
      </p:sp>
      <p:sp>
        <p:nvSpPr>
          <p:cNvPr id="335907" name="Rectangle 35"/>
          <p:cNvSpPr>
            <a:spLocks noChangeArrowheads="1"/>
          </p:cNvSpPr>
          <p:nvPr>
            <p:custDataLst>
              <p:tags r:id="rId26"/>
            </p:custDataLst>
          </p:nvPr>
        </p:nvSpPr>
        <p:spPr bwMode="auto">
          <a:xfrm rot="10800000">
            <a:off x="0" y="3213100"/>
            <a:ext cx="252413" cy="2592388"/>
          </a:xfrm>
          <a:prstGeom prst="rect">
            <a:avLst/>
          </a:prstGeom>
          <a:solidFill>
            <a:srgbClr val="00CCFF">
              <a:alpha val="7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nchor="ctr"/>
          <a:lstStyle/>
          <a:p>
            <a:pPr algn="ctr"/>
            <a:r>
              <a:rPr lang="en-US" sz="1600" b="1" i="1">
                <a:solidFill>
                  <a:schemeClr val="bg1"/>
                </a:solidFill>
                <a:ea typeface="Arial Unicode MS" pitchFamily="34" charset="-128"/>
                <a:cs typeface="Arial Unicode MS" pitchFamily="34" charset="-128"/>
              </a:rPr>
              <a:t>E-SMP Web platform</a:t>
            </a:r>
            <a:endParaRPr lang="en-GB" sz="1600" b="1" i="1">
              <a:solidFill>
                <a:schemeClr val="bg1"/>
              </a:solidFill>
              <a:ea typeface="Arial Unicode MS" pitchFamily="34" charset="-128"/>
              <a:cs typeface="Arial Unicode MS" pitchFamily="34" charset="-128"/>
            </a:endParaRPr>
          </a:p>
        </p:txBody>
      </p:sp>
      <p:sp>
        <p:nvSpPr>
          <p:cNvPr id="335908" name="Rectangle 36"/>
          <p:cNvSpPr>
            <a:spLocks noChangeArrowheads="1"/>
          </p:cNvSpPr>
          <p:nvPr>
            <p:custDataLst>
              <p:tags r:id="rId27"/>
            </p:custDataLst>
          </p:nvPr>
        </p:nvSpPr>
        <p:spPr bwMode="auto">
          <a:xfrm>
            <a:off x="250825" y="3357563"/>
            <a:ext cx="6337300" cy="215900"/>
          </a:xfrm>
          <a:prstGeom prst="rect">
            <a:avLst/>
          </a:prstGeom>
          <a:solidFill>
            <a:srgbClr val="00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600" b="1">
                <a:solidFill>
                  <a:schemeClr val="bg1"/>
                </a:solidFill>
                <a:cs typeface="Consolas" pitchFamily="49" charset="0"/>
              </a:rPr>
              <a:t>Administration</a:t>
            </a:r>
            <a:endParaRPr lang="en-GB" sz="1600" b="1">
              <a:solidFill>
                <a:schemeClr val="bg1"/>
              </a:solidFill>
              <a:cs typeface="Consolas" pitchFamily="49" charset="0"/>
            </a:endParaRPr>
          </a:p>
        </p:txBody>
      </p:sp>
      <p:sp>
        <p:nvSpPr>
          <p:cNvPr id="335909" name="Rectangle 37"/>
          <p:cNvSpPr>
            <a:spLocks noChangeArrowheads="1"/>
          </p:cNvSpPr>
          <p:nvPr>
            <p:custDataLst>
              <p:tags r:id="rId28"/>
            </p:custDataLst>
          </p:nvPr>
        </p:nvSpPr>
        <p:spPr bwMode="auto">
          <a:xfrm>
            <a:off x="0" y="2601913"/>
            <a:ext cx="8675688" cy="6492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600" b="1">
                <a:solidFill>
                  <a:schemeClr val="bg1"/>
                </a:solidFill>
                <a:cs typeface="Consolas" pitchFamily="49" charset="0"/>
              </a:rPr>
              <a:t>EPIC-Soft</a:t>
            </a:r>
            <a:endParaRPr lang="en-GB" sz="1600" b="1">
              <a:solidFill>
                <a:schemeClr val="bg1"/>
              </a:solidFill>
              <a:cs typeface="Consolas" pitchFamily="49" charset="0"/>
            </a:endParaRPr>
          </a:p>
        </p:txBody>
      </p:sp>
      <p:sp>
        <p:nvSpPr>
          <p:cNvPr id="335910" name="Rectangle 38"/>
          <p:cNvSpPr>
            <a:spLocks noChangeArrowheads="1"/>
          </p:cNvSpPr>
          <p:nvPr>
            <p:custDataLst>
              <p:tags r:id="rId29"/>
            </p:custDataLst>
          </p:nvPr>
        </p:nvSpPr>
        <p:spPr bwMode="auto">
          <a:xfrm rot="10800000">
            <a:off x="0" y="3249613"/>
            <a:ext cx="252413" cy="2592387"/>
          </a:xfrm>
          <a:prstGeom prst="rect">
            <a:avLst/>
          </a:prstGeom>
          <a:solidFill>
            <a:srgbClr val="00CCFF">
              <a:alpha val="7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nchor="ctr"/>
          <a:lstStyle/>
          <a:p>
            <a:pPr algn="ctr"/>
            <a:r>
              <a:rPr lang="en-US" sz="1600" b="1" i="1">
                <a:solidFill>
                  <a:schemeClr val="bg1"/>
                </a:solidFill>
                <a:ea typeface="Arial Unicode MS" pitchFamily="34" charset="-128"/>
                <a:cs typeface="Arial Unicode MS" pitchFamily="34" charset="-128"/>
              </a:rPr>
              <a:t>E-SMP Web platform</a:t>
            </a:r>
            <a:endParaRPr lang="en-GB" sz="1600" b="1" i="1">
              <a:solidFill>
                <a:schemeClr val="bg1"/>
              </a:solidFill>
              <a:ea typeface="Arial Unicode MS" pitchFamily="34" charset="-128"/>
              <a:cs typeface="Arial Unicode MS" pitchFamily="34" charset="-128"/>
            </a:endParaRPr>
          </a:p>
        </p:txBody>
      </p:sp>
      <p:sp>
        <p:nvSpPr>
          <p:cNvPr id="335911" name="Rectangle 39"/>
          <p:cNvSpPr>
            <a:spLocks noChangeArrowheads="1"/>
          </p:cNvSpPr>
          <p:nvPr>
            <p:custDataLst>
              <p:tags r:id="rId30"/>
            </p:custDataLst>
          </p:nvPr>
        </p:nvSpPr>
        <p:spPr bwMode="auto">
          <a:xfrm>
            <a:off x="250825" y="3644900"/>
            <a:ext cx="6337300" cy="360363"/>
          </a:xfrm>
          <a:prstGeom prst="rect">
            <a:avLst/>
          </a:prstGeom>
          <a:solidFill>
            <a:srgbClr val="00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600" b="1">
                <a:solidFill>
                  <a:schemeClr val="bg1"/>
                </a:solidFill>
                <a:cs typeface="Consolas" pitchFamily="49" charset="0"/>
              </a:rPr>
              <a:t>Interview Manager</a:t>
            </a:r>
            <a:endParaRPr lang="en-GB" sz="1600" b="1">
              <a:solidFill>
                <a:schemeClr val="bg1"/>
              </a:solidFill>
              <a:cs typeface="Consolas" pitchFamily="49" charset="0"/>
            </a:endParaRPr>
          </a:p>
        </p:txBody>
      </p:sp>
      <p:sp>
        <p:nvSpPr>
          <p:cNvPr id="335912" name="Rectangle 40"/>
          <p:cNvSpPr>
            <a:spLocks noChangeArrowheads="1"/>
          </p:cNvSpPr>
          <p:nvPr>
            <p:custDataLst>
              <p:tags r:id="rId31"/>
            </p:custDataLst>
          </p:nvPr>
        </p:nvSpPr>
        <p:spPr bwMode="auto">
          <a:xfrm>
            <a:off x="250825" y="3357563"/>
            <a:ext cx="6337300" cy="215900"/>
          </a:xfrm>
          <a:prstGeom prst="rect">
            <a:avLst/>
          </a:prstGeom>
          <a:solidFill>
            <a:srgbClr val="00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600" b="1">
                <a:solidFill>
                  <a:schemeClr val="bg1"/>
                </a:solidFill>
                <a:cs typeface="Consolas" pitchFamily="49" charset="0"/>
              </a:rPr>
              <a:t>Administration</a:t>
            </a:r>
            <a:endParaRPr lang="en-GB" sz="1600" b="1">
              <a:solidFill>
                <a:schemeClr val="bg1"/>
              </a:solidFill>
              <a:cs typeface="Consolas" pitchFamily="49" charset="0"/>
            </a:endParaRPr>
          </a:p>
        </p:txBody>
      </p:sp>
      <p:sp>
        <p:nvSpPr>
          <p:cNvPr id="335913" name="Rectangle 41"/>
          <p:cNvSpPr>
            <a:spLocks noChangeArrowheads="1"/>
          </p:cNvSpPr>
          <p:nvPr>
            <p:custDataLst>
              <p:tags r:id="rId32"/>
            </p:custDataLst>
          </p:nvPr>
        </p:nvSpPr>
        <p:spPr bwMode="auto">
          <a:xfrm>
            <a:off x="0" y="2601913"/>
            <a:ext cx="8675688" cy="6492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600" b="1">
                <a:solidFill>
                  <a:schemeClr val="bg1"/>
                </a:solidFill>
                <a:cs typeface="Consolas" pitchFamily="49" charset="0"/>
              </a:rPr>
              <a:t>EPIC-Soft</a:t>
            </a:r>
            <a:endParaRPr lang="en-GB" sz="1600" b="1">
              <a:solidFill>
                <a:schemeClr val="bg1"/>
              </a:solidFill>
              <a:cs typeface="Consolas" pitchFamily="49" charset="0"/>
            </a:endParaRPr>
          </a:p>
        </p:txBody>
      </p:sp>
      <p:sp>
        <p:nvSpPr>
          <p:cNvPr id="335914" name="Rectangle 42"/>
          <p:cNvSpPr>
            <a:spLocks noChangeArrowheads="1"/>
          </p:cNvSpPr>
          <p:nvPr>
            <p:custDataLst>
              <p:tags r:id="rId33"/>
            </p:custDataLst>
          </p:nvPr>
        </p:nvSpPr>
        <p:spPr bwMode="auto">
          <a:xfrm rot="10800000">
            <a:off x="0" y="3249613"/>
            <a:ext cx="252413" cy="2592387"/>
          </a:xfrm>
          <a:prstGeom prst="rect">
            <a:avLst/>
          </a:prstGeom>
          <a:solidFill>
            <a:srgbClr val="00CCFF">
              <a:alpha val="7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nchor="ctr"/>
          <a:lstStyle/>
          <a:p>
            <a:pPr algn="ctr"/>
            <a:r>
              <a:rPr lang="en-US" sz="1600" b="1" i="1">
                <a:solidFill>
                  <a:schemeClr val="bg1"/>
                </a:solidFill>
                <a:ea typeface="Arial Unicode MS" pitchFamily="34" charset="-128"/>
                <a:cs typeface="Arial Unicode MS" pitchFamily="34" charset="-128"/>
              </a:rPr>
              <a:t>E-SMP Web platform</a:t>
            </a:r>
            <a:endParaRPr lang="en-GB" sz="1600" b="1" i="1">
              <a:solidFill>
                <a:schemeClr val="bg1"/>
              </a:solidFill>
              <a:ea typeface="Arial Unicode MS" pitchFamily="34" charset="-128"/>
              <a:cs typeface="Arial Unicode MS" pitchFamily="34" charset="-128"/>
            </a:endParaRPr>
          </a:p>
        </p:txBody>
      </p:sp>
      <p:sp>
        <p:nvSpPr>
          <p:cNvPr id="335915" name="Rectangle 43"/>
          <p:cNvSpPr>
            <a:spLocks noChangeArrowheads="1"/>
          </p:cNvSpPr>
          <p:nvPr>
            <p:custDataLst>
              <p:tags r:id="rId34"/>
            </p:custDataLst>
          </p:nvPr>
        </p:nvSpPr>
        <p:spPr bwMode="auto">
          <a:xfrm>
            <a:off x="827088" y="4149725"/>
            <a:ext cx="4537075" cy="576263"/>
          </a:xfrm>
          <a:prstGeom prst="rect">
            <a:avLst/>
          </a:prstGeom>
          <a:solidFill>
            <a:srgbClr val="00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600" b="1">
                <a:solidFill>
                  <a:schemeClr val="bg1"/>
                </a:solidFill>
                <a:cs typeface="Consolas" pitchFamily="49" charset="0"/>
              </a:rPr>
              <a:t>Food management</a:t>
            </a:r>
            <a:endParaRPr lang="en-GB" sz="1600" b="1">
              <a:solidFill>
                <a:schemeClr val="bg1"/>
              </a:solidFill>
              <a:cs typeface="Consolas" pitchFamily="49" charset="0"/>
            </a:endParaRPr>
          </a:p>
        </p:txBody>
      </p:sp>
      <p:sp>
        <p:nvSpPr>
          <p:cNvPr id="335916" name="Rectangle 44"/>
          <p:cNvSpPr>
            <a:spLocks noChangeArrowheads="1"/>
          </p:cNvSpPr>
          <p:nvPr>
            <p:custDataLst>
              <p:tags r:id="rId35"/>
            </p:custDataLst>
          </p:nvPr>
        </p:nvSpPr>
        <p:spPr bwMode="auto">
          <a:xfrm>
            <a:off x="250825" y="3644900"/>
            <a:ext cx="6337300" cy="360363"/>
          </a:xfrm>
          <a:prstGeom prst="rect">
            <a:avLst/>
          </a:prstGeom>
          <a:solidFill>
            <a:srgbClr val="00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600" b="1">
                <a:solidFill>
                  <a:schemeClr val="bg1"/>
                </a:solidFill>
                <a:cs typeface="Consolas" pitchFamily="49" charset="0"/>
              </a:rPr>
              <a:t>Interview Manager</a:t>
            </a:r>
            <a:endParaRPr lang="en-GB" sz="1600" b="1">
              <a:solidFill>
                <a:schemeClr val="bg1"/>
              </a:solidFill>
              <a:cs typeface="Consolas" pitchFamily="49" charset="0"/>
            </a:endParaRPr>
          </a:p>
        </p:txBody>
      </p:sp>
      <p:sp>
        <p:nvSpPr>
          <p:cNvPr id="335917" name="Rectangle 45"/>
          <p:cNvSpPr>
            <a:spLocks noChangeArrowheads="1"/>
          </p:cNvSpPr>
          <p:nvPr>
            <p:custDataLst>
              <p:tags r:id="rId36"/>
            </p:custDataLst>
          </p:nvPr>
        </p:nvSpPr>
        <p:spPr bwMode="auto">
          <a:xfrm>
            <a:off x="250825" y="3357563"/>
            <a:ext cx="6337300" cy="215900"/>
          </a:xfrm>
          <a:prstGeom prst="rect">
            <a:avLst/>
          </a:prstGeom>
          <a:solidFill>
            <a:srgbClr val="00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600" b="1">
                <a:solidFill>
                  <a:schemeClr val="bg1"/>
                </a:solidFill>
                <a:cs typeface="Consolas" pitchFamily="49" charset="0"/>
              </a:rPr>
              <a:t>Administration</a:t>
            </a:r>
            <a:endParaRPr lang="en-GB" sz="1600" b="1">
              <a:solidFill>
                <a:schemeClr val="bg1"/>
              </a:solidFill>
              <a:cs typeface="Consolas" pitchFamily="49" charset="0"/>
            </a:endParaRPr>
          </a:p>
        </p:txBody>
      </p:sp>
      <p:sp>
        <p:nvSpPr>
          <p:cNvPr id="335918" name="Rectangle 46"/>
          <p:cNvSpPr>
            <a:spLocks noChangeArrowheads="1"/>
          </p:cNvSpPr>
          <p:nvPr>
            <p:custDataLst>
              <p:tags r:id="rId37"/>
            </p:custDataLst>
          </p:nvPr>
        </p:nvSpPr>
        <p:spPr bwMode="auto">
          <a:xfrm>
            <a:off x="0" y="2601913"/>
            <a:ext cx="8675688" cy="6492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600" b="1">
                <a:solidFill>
                  <a:schemeClr val="bg1"/>
                </a:solidFill>
                <a:cs typeface="Consolas" pitchFamily="49" charset="0"/>
              </a:rPr>
              <a:t>EPIC-Soft</a:t>
            </a:r>
            <a:endParaRPr lang="en-GB" sz="1600" b="1">
              <a:solidFill>
                <a:schemeClr val="bg1"/>
              </a:solidFill>
              <a:cs typeface="Consolas" pitchFamily="49" charset="0"/>
            </a:endParaRPr>
          </a:p>
        </p:txBody>
      </p:sp>
      <p:sp>
        <p:nvSpPr>
          <p:cNvPr id="335919" name="Rectangle 47"/>
          <p:cNvSpPr>
            <a:spLocks noChangeArrowheads="1"/>
          </p:cNvSpPr>
          <p:nvPr>
            <p:custDataLst>
              <p:tags r:id="rId38"/>
            </p:custDataLst>
          </p:nvPr>
        </p:nvSpPr>
        <p:spPr bwMode="auto">
          <a:xfrm rot="10800000">
            <a:off x="0" y="3249613"/>
            <a:ext cx="252413" cy="2592387"/>
          </a:xfrm>
          <a:prstGeom prst="rect">
            <a:avLst/>
          </a:prstGeom>
          <a:solidFill>
            <a:srgbClr val="00CCFF">
              <a:alpha val="7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nchor="ctr"/>
          <a:lstStyle/>
          <a:p>
            <a:pPr algn="ctr"/>
            <a:r>
              <a:rPr lang="en-US" sz="1600" b="1" i="1">
                <a:solidFill>
                  <a:schemeClr val="bg1"/>
                </a:solidFill>
                <a:ea typeface="Arial Unicode MS" pitchFamily="34" charset="-128"/>
                <a:cs typeface="Arial Unicode MS" pitchFamily="34" charset="-128"/>
              </a:rPr>
              <a:t>E-SMP Web platform</a:t>
            </a:r>
            <a:endParaRPr lang="en-GB" sz="1600" b="1" i="1">
              <a:solidFill>
                <a:schemeClr val="bg1"/>
              </a:solidFill>
              <a:ea typeface="Arial Unicode MS" pitchFamily="34" charset="-128"/>
              <a:cs typeface="Arial Unicode MS" pitchFamily="34" charset="-128"/>
            </a:endParaRPr>
          </a:p>
        </p:txBody>
      </p:sp>
      <p:sp>
        <p:nvSpPr>
          <p:cNvPr id="335920" name="Text Box 48"/>
          <p:cNvSpPr txBox="1">
            <a:spLocks noChangeArrowheads="1"/>
          </p:cNvSpPr>
          <p:nvPr>
            <p:custDataLst>
              <p:tags r:id="rId39"/>
            </p:custDataLst>
          </p:nvPr>
        </p:nvSpPr>
        <p:spPr bwMode="auto">
          <a:xfrm>
            <a:off x="827088" y="5013325"/>
            <a:ext cx="29654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1600" b="1">
                <a:solidFill>
                  <a:schemeClr val="bg1"/>
                </a:solidFill>
                <a:cs typeface="Consolas" pitchFamily="49" charset="0"/>
              </a:rPr>
              <a:t>Recipe</a:t>
            </a:r>
            <a:r>
              <a:rPr lang="en-US" sz="1600" b="1">
                <a:solidFill>
                  <a:schemeClr val="bg2"/>
                </a:solidFill>
                <a:cs typeface="Consolas" pitchFamily="49" charset="0"/>
              </a:rPr>
              <a:t> </a:t>
            </a:r>
            <a:r>
              <a:rPr lang="en-US" sz="1600" b="1">
                <a:solidFill>
                  <a:schemeClr val="bg1"/>
                </a:solidFill>
                <a:cs typeface="Consolas" pitchFamily="49" charset="0"/>
              </a:rPr>
              <a:t>man</a:t>
            </a:r>
            <a:r>
              <a:rPr lang="en-US" sz="1600" b="1">
                <a:solidFill>
                  <a:schemeClr val="bg2"/>
                </a:solidFill>
                <a:cs typeface="Consolas" pitchFamily="49" charset="0"/>
              </a:rPr>
              <a:t>agement</a:t>
            </a:r>
            <a:endParaRPr lang="en-GB" sz="1600">
              <a:solidFill>
                <a:schemeClr val="bg2"/>
              </a:solidFill>
              <a:cs typeface="Consolas" pitchFamily="49" charset="0"/>
            </a:endParaRPr>
          </a:p>
        </p:txBody>
      </p:sp>
      <p:sp>
        <p:nvSpPr>
          <p:cNvPr id="335921" name="Rectangle 49"/>
          <p:cNvSpPr>
            <a:spLocks noChangeArrowheads="1"/>
          </p:cNvSpPr>
          <p:nvPr>
            <p:custDataLst>
              <p:tags r:id="rId40"/>
            </p:custDataLst>
          </p:nvPr>
        </p:nvSpPr>
        <p:spPr bwMode="auto">
          <a:xfrm>
            <a:off x="827088" y="4149725"/>
            <a:ext cx="4537075" cy="576263"/>
          </a:xfrm>
          <a:prstGeom prst="rect">
            <a:avLst/>
          </a:prstGeom>
          <a:solidFill>
            <a:srgbClr val="00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600" b="1">
                <a:solidFill>
                  <a:schemeClr val="bg1"/>
                </a:solidFill>
                <a:cs typeface="Consolas" pitchFamily="49" charset="0"/>
              </a:rPr>
              <a:t>Food management</a:t>
            </a:r>
            <a:endParaRPr lang="en-GB" sz="1600" b="1">
              <a:solidFill>
                <a:schemeClr val="bg1"/>
              </a:solidFill>
              <a:cs typeface="Consolas" pitchFamily="49" charset="0"/>
            </a:endParaRPr>
          </a:p>
        </p:txBody>
      </p:sp>
      <p:sp>
        <p:nvSpPr>
          <p:cNvPr id="335922" name="Rectangle 50"/>
          <p:cNvSpPr>
            <a:spLocks noChangeArrowheads="1"/>
          </p:cNvSpPr>
          <p:nvPr>
            <p:custDataLst>
              <p:tags r:id="rId41"/>
            </p:custDataLst>
          </p:nvPr>
        </p:nvSpPr>
        <p:spPr bwMode="auto">
          <a:xfrm>
            <a:off x="250825" y="3644900"/>
            <a:ext cx="6337300" cy="360363"/>
          </a:xfrm>
          <a:prstGeom prst="rect">
            <a:avLst/>
          </a:prstGeom>
          <a:solidFill>
            <a:srgbClr val="00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600" b="1">
                <a:solidFill>
                  <a:schemeClr val="bg1"/>
                </a:solidFill>
                <a:cs typeface="Consolas" pitchFamily="49" charset="0"/>
              </a:rPr>
              <a:t>Interview Manager</a:t>
            </a:r>
            <a:endParaRPr lang="en-GB" sz="1600" b="1">
              <a:solidFill>
                <a:schemeClr val="bg1"/>
              </a:solidFill>
              <a:cs typeface="Consolas" pitchFamily="49" charset="0"/>
            </a:endParaRPr>
          </a:p>
        </p:txBody>
      </p:sp>
      <p:sp>
        <p:nvSpPr>
          <p:cNvPr id="335923" name="Rectangle 51"/>
          <p:cNvSpPr>
            <a:spLocks noChangeArrowheads="1"/>
          </p:cNvSpPr>
          <p:nvPr>
            <p:custDataLst>
              <p:tags r:id="rId42"/>
            </p:custDataLst>
          </p:nvPr>
        </p:nvSpPr>
        <p:spPr bwMode="auto">
          <a:xfrm>
            <a:off x="250825" y="3357563"/>
            <a:ext cx="6337300" cy="215900"/>
          </a:xfrm>
          <a:prstGeom prst="rect">
            <a:avLst/>
          </a:prstGeom>
          <a:solidFill>
            <a:srgbClr val="00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600" b="1">
                <a:solidFill>
                  <a:schemeClr val="bg1"/>
                </a:solidFill>
                <a:cs typeface="Consolas" pitchFamily="49" charset="0"/>
              </a:rPr>
              <a:t>Administration</a:t>
            </a:r>
            <a:endParaRPr lang="en-GB" sz="1600" b="1">
              <a:solidFill>
                <a:schemeClr val="bg1"/>
              </a:solidFill>
              <a:cs typeface="Consolas" pitchFamily="49" charset="0"/>
            </a:endParaRPr>
          </a:p>
        </p:txBody>
      </p:sp>
      <p:sp>
        <p:nvSpPr>
          <p:cNvPr id="335924" name="Rectangle 52"/>
          <p:cNvSpPr>
            <a:spLocks noChangeArrowheads="1"/>
          </p:cNvSpPr>
          <p:nvPr>
            <p:custDataLst>
              <p:tags r:id="rId43"/>
            </p:custDataLst>
          </p:nvPr>
        </p:nvSpPr>
        <p:spPr bwMode="auto">
          <a:xfrm>
            <a:off x="0" y="2601913"/>
            <a:ext cx="8675688" cy="6492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600" b="1">
                <a:solidFill>
                  <a:schemeClr val="bg1"/>
                </a:solidFill>
                <a:cs typeface="Consolas" pitchFamily="49" charset="0"/>
              </a:rPr>
              <a:t>EPIC-Soft</a:t>
            </a:r>
            <a:endParaRPr lang="en-GB" sz="1600" b="1">
              <a:solidFill>
                <a:schemeClr val="bg1"/>
              </a:solidFill>
              <a:cs typeface="Consolas" pitchFamily="49" charset="0"/>
            </a:endParaRPr>
          </a:p>
        </p:txBody>
      </p:sp>
      <p:sp>
        <p:nvSpPr>
          <p:cNvPr id="335925" name="Rectangle 53"/>
          <p:cNvSpPr>
            <a:spLocks noChangeArrowheads="1"/>
          </p:cNvSpPr>
          <p:nvPr>
            <p:custDataLst>
              <p:tags r:id="rId44"/>
            </p:custDataLst>
          </p:nvPr>
        </p:nvSpPr>
        <p:spPr bwMode="auto">
          <a:xfrm rot="10800000">
            <a:off x="0" y="3249613"/>
            <a:ext cx="252413" cy="2592387"/>
          </a:xfrm>
          <a:prstGeom prst="rect">
            <a:avLst/>
          </a:prstGeom>
          <a:solidFill>
            <a:srgbClr val="00CCFF">
              <a:alpha val="7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nchor="ctr"/>
          <a:lstStyle/>
          <a:p>
            <a:pPr algn="ctr"/>
            <a:r>
              <a:rPr lang="en-US" sz="1600" b="1" i="1">
                <a:solidFill>
                  <a:schemeClr val="bg1"/>
                </a:solidFill>
                <a:ea typeface="Arial Unicode MS" pitchFamily="34" charset="-128"/>
                <a:cs typeface="Arial Unicode MS" pitchFamily="34" charset="-128"/>
              </a:rPr>
              <a:t>E-SMP Web platform</a:t>
            </a:r>
            <a:endParaRPr lang="en-GB" sz="1600" b="1" i="1">
              <a:solidFill>
                <a:schemeClr val="bg1"/>
              </a:solidFill>
              <a:ea typeface="Arial Unicode MS" pitchFamily="34" charset="-128"/>
              <a:cs typeface="Arial Unicode MS" pitchFamily="34" charset="-128"/>
            </a:endParaRPr>
          </a:p>
        </p:txBody>
      </p:sp>
      <p:sp>
        <p:nvSpPr>
          <p:cNvPr id="335926" name="Text Box 54"/>
          <p:cNvSpPr txBox="1">
            <a:spLocks noChangeArrowheads="1"/>
          </p:cNvSpPr>
          <p:nvPr>
            <p:custDataLst>
              <p:tags r:id="rId45"/>
            </p:custDataLst>
          </p:nvPr>
        </p:nvSpPr>
        <p:spPr bwMode="auto">
          <a:xfrm>
            <a:off x="827088" y="5516563"/>
            <a:ext cx="29654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1600" b="1" dirty="0">
                <a:cs typeface="Consolas" pitchFamily="49" charset="0"/>
              </a:rPr>
              <a:t>Supplement management</a:t>
            </a:r>
            <a:endParaRPr lang="en-GB" sz="1600" dirty="0">
              <a:cs typeface="Consolas" pitchFamily="49" charset="0"/>
            </a:endParaRPr>
          </a:p>
        </p:txBody>
      </p:sp>
      <p:sp>
        <p:nvSpPr>
          <p:cNvPr id="335927" name="Text Box 55"/>
          <p:cNvSpPr txBox="1">
            <a:spLocks noChangeArrowheads="1"/>
          </p:cNvSpPr>
          <p:nvPr>
            <p:custDataLst>
              <p:tags r:id="rId46"/>
            </p:custDataLst>
          </p:nvPr>
        </p:nvSpPr>
        <p:spPr bwMode="auto">
          <a:xfrm>
            <a:off x="827088" y="5021263"/>
            <a:ext cx="29654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1600" b="1">
                <a:cs typeface="Consolas" pitchFamily="49" charset="0"/>
              </a:rPr>
              <a:t>Recipe management</a:t>
            </a:r>
            <a:endParaRPr lang="en-GB" sz="1600">
              <a:cs typeface="Consolas" pitchFamily="49" charset="0"/>
            </a:endParaRPr>
          </a:p>
        </p:txBody>
      </p:sp>
      <p:sp>
        <p:nvSpPr>
          <p:cNvPr id="335928" name="Rectangle 56"/>
          <p:cNvSpPr>
            <a:spLocks noChangeArrowheads="1"/>
          </p:cNvSpPr>
          <p:nvPr>
            <p:custDataLst>
              <p:tags r:id="rId47"/>
            </p:custDataLst>
          </p:nvPr>
        </p:nvSpPr>
        <p:spPr bwMode="auto">
          <a:xfrm>
            <a:off x="827088" y="4157663"/>
            <a:ext cx="4537075" cy="576262"/>
          </a:xfrm>
          <a:prstGeom prst="rect">
            <a:avLst/>
          </a:prstGeom>
          <a:solidFill>
            <a:srgbClr val="00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600" b="1">
                <a:cs typeface="Consolas" pitchFamily="49" charset="0"/>
              </a:rPr>
              <a:t>Food management</a:t>
            </a:r>
            <a:endParaRPr lang="en-GB" sz="1600" b="1">
              <a:cs typeface="Consolas" pitchFamily="49" charset="0"/>
            </a:endParaRPr>
          </a:p>
        </p:txBody>
      </p:sp>
      <p:sp>
        <p:nvSpPr>
          <p:cNvPr id="335929" name="Rectangle 57"/>
          <p:cNvSpPr>
            <a:spLocks noChangeArrowheads="1"/>
          </p:cNvSpPr>
          <p:nvPr>
            <p:custDataLst>
              <p:tags r:id="rId48"/>
            </p:custDataLst>
          </p:nvPr>
        </p:nvSpPr>
        <p:spPr bwMode="auto">
          <a:xfrm>
            <a:off x="250825" y="3652838"/>
            <a:ext cx="6337300" cy="360362"/>
          </a:xfrm>
          <a:prstGeom prst="rect">
            <a:avLst/>
          </a:prstGeom>
          <a:solidFill>
            <a:srgbClr val="00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600" b="1">
                <a:cs typeface="Consolas" pitchFamily="49" charset="0"/>
              </a:rPr>
              <a:t>Interview Manager</a:t>
            </a:r>
            <a:endParaRPr lang="en-GB" sz="1600" b="1">
              <a:cs typeface="Consolas" pitchFamily="49" charset="0"/>
            </a:endParaRPr>
          </a:p>
        </p:txBody>
      </p:sp>
      <p:sp>
        <p:nvSpPr>
          <p:cNvPr id="335930" name="Rectangle 58"/>
          <p:cNvSpPr>
            <a:spLocks noChangeArrowheads="1"/>
          </p:cNvSpPr>
          <p:nvPr>
            <p:custDataLst>
              <p:tags r:id="rId49"/>
            </p:custDataLst>
          </p:nvPr>
        </p:nvSpPr>
        <p:spPr bwMode="auto">
          <a:xfrm>
            <a:off x="250825" y="3365500"/>
            <a:ext cx="6337300" cy="215900"/>
          </a:xfrm>
          <a:prstGeom prst="rect">
            <a:avLst/>
          </a:prstGeom>
          <a:solidFill>
            <a:srgbClr val="00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600" b="1">
                <a:cs typeface="Consolas" pitchFamily="49" charset="0"/>
              </a:rPr>
              <a:t>Administration</a:t>
            </a:r>
            <a:endParaRPr lang="en-GB" sz="1600" b="1">
              <a:cs typeface="Consolas" pitchFamily="49" charset="0"/>
            </a:endParaRPr>
          </a:p>
        </p:txBody>
      </p:sp>
      <p:sp>
        <p:nvSpPr>
          <p:cNvPr id="335931" name="Rectangle 59"/>
          <p:cNvSpPr>
            <a:spLocks noChangeArrowheads="1"/>
          </p:cNvSpPr>
          <p:nvPr>
            <p:custDataLst>
              <p:tags r:id="rId50"/>
            </p:custDataLst>
          </p:nvPr>
        </p:nvSpPr>
        <p:spPr bwMode="auto">
          <a:xfrm>
            <a:off x="0" y="2636838"/>
            <a:ext cx="8675688" cy="649287"/>
          </a:xfrm>
          <a:prstGeom prst="rect">
            <a:avLst/>
          </a:prstGeom>
          <a:solidFill>
            <a:srgbClr val="00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600" b="1">
                <a:cs typeface="Consolas" pitchFamily="49" charset="0"/>
              </a:rPr>
              <a:t>EPIC-Soft</a:t>
            </a:r>
            <a:endParaRPr lang="en-GB" sz="1600" b="1">
              <a:cs typeface="Consolas" pitchFamily="49" charset="0"/>
            </a:endParaRPr>
          </a:p>
        </p:txBody>
      </p:sp>
      <p:sp>
        <p:nvSpPr>
          <p:cNvPr id="335932" name="Rectangle 60"/>
          <p:cNvSpPr>
            <a:spLocks noChangeArrowheads="1"/>
          </p:cNvSpPr>
          <p:nvPr>
            <p:custDataLst>
              <p:tags r:id="rId51"/>
            </p:custDataLst>
          </p:nvPr>
        </p:nvSpPr>
        <p:spPr bwMode="auto">
          <a:xfrm rot="10800000">
            <a:off x="0" y="3284538"/>
            <a:ext cx="252413" cy="2592387"/>
          </a:xfrm>
          <a:prstGeom prst="rect">
            <a:avLst/>
          </a:prstGeom>
          <a:solidFill>
            <a:srgbClr val="0066FF">
              <a:alpha val="7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nchor="ctr"/>
          <a:lstStyle/>
          <a:p>
            <a:pPr algn="ctr"/>
            <a:r>
              <a:rPr lang="en-US" sz="2000" b="1" i="1">
                <a:ea typeface="Arial Unicode MS" pitchFamily="34" charset="-128"/>
                <a:cs typeface="Arial Unicode MS" pitchFamily="34" charset="-128"/>
              </a:rPr>
              <a:t>E-SMP Web platform</a:t>
            </a:r>
            <a:endParaRPr lang="en-GB" sz="2000" b="1" i="1">
              <a:ea typeface="Arial Unicode MS" pitchFamily="34" charset="-128"/>
              <a:cs typeface="Arial Unicode MS" pitchFamily="34" charset="-128"/>
            </a:endParaRPr>
          </a:p>
        </p:txBody>
      </p:sp>
    </p:spTree>
    <p:custDataLst>
      <p:tags r:id="rId1"/>
    </p:custDataLst>
    <p:extLst>
      <p:ext uri="{BB962C8B-B14F-4D97-AF65-F5344CB8AC3E}">
        <p14:creationId xmlns:p14="http://schemas.microsoft.com/office/powerpoint/2010/main" val="353440738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idx="4294967295"/>
            <p:custDataLst>
              <p:tags r:id="rId2"/>
            </p:custDataLst>
          </p:nvPr>
        </p:nvSpPr>
        <p:spPr/>
        <p:txBody>
          <a:bodyPr/>
          <a:lstStyle/>
          <a:p>
            <a:r>
              <a:rPr lang="en-GB">
                <a:solidFill>
                  <a:srgbClr val="0066FF"/>
                </a:solidFill>
                <a:effectLst>
                  <a:outerShdw blurRad="38100" dist="38100" dir="2700000" algn="tl">
                    <a:srgbClr val="000000"/>
                  </a:outerShdw>
                </a:effectLst>
              </a:rPr>
              <a:t>Acknowledgements </a:t>
            </a:r>
          </a:p>
        </p:txBody>
      </p:sp>
      <p:pic>
        <p:nvPicPr>
          <p:cNvPr id="425987" name="Picture 23"/>
          <p:cNvPicPr>
            <a:picLocks noChangeAspect="1" noChangeArrowheads="1"/>
          </p:cNvPicPr>
          <p:nvPr>
            <p:custDataLst>
              <p:tags r:id="rId3"/>
            </p:custDataLst>
          </p:nvPr>
        </p:nvPicPr>
        <p:blipFill>
          <a:blip r:embed="rId38">
            <a:extLst>
              <a:ext uri="{28A0092B-C50C-407E-A947-70E740481C1C}">
                <a14:useLocalDpi xmlns:a14="http://schemas.microsoft.com/office/drawing/2010/main" val="0"/>
              </a:ext>
            </a:extLst>
          </a:blip>
          <a:srcRect/>
          <a:stretch>
            <a:fillRect/>
          </a:stretch>
        </p:blipFill>
        <p:spPr bwMode="auto">
          <a:xfrm>
            <a:off x="0" y="0"/>
            <a:ext cx="105727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5988" name="Picture 2"/>
          <p:cNvPicPr>
            <a:picLocks noChangeAspect="1" noChangeArrowheads="1"/>
          </p:cNvPicPr>
          <p:nvPr>
            <p:custDataLst>
              <p:tags r:id="rId4"/>
            </p:custDataLst>
          </p:nvPr>
        </p:nvPicPr>
        <p:blipFill>
          <a:blip r:embed="rId39">
            <a:extLst>
              <a:ext uri="{28A0092B-C50C-407E-A947-70E740481C1C}">
                <a14:useLocalDpi xmlns:a14="http://schemas.microsoft.com/office/drawing/2010/main" val="0"/>
              </a:ext>
            </a:extLst>
          </a:blip>
          <a:srcRect/>
          <a:stretch>
            <a:fillRect/>
          </a:stretch>
        </p:blipFill>
        <p:spPr bwMode="auto">
          <a:xfrm>
            <a:off x="7991475" y="5675313"/>
            <a:ext cx="1189038" cy="120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ounded Rectangle 14"/>
          <p:cNvSpPr/>
          <p:nvPr>
            <p:custDataLst>
              <p:tags r:id="rId5"/>
            </p:custDataLst>
          </p:nvPr>
        </p:nvSpPr>
        <p:spPr>
          <a:xfrm>
            <a:off x="1979613" y="2060575"/>
            <a:ext cx="4321175" cy="3244850"/>
          </a:xfrm>
          <a:prstGeom prst="roundRect">
            <a:avLst/>
          </a:prstGeom>
          <a:noFill/>
          <a:ln>
            <a:solidFill>
              <a:srgbClr val="3333FF"/>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425990" name="TextBox 15"/>
          <p:cNvSpPr txBox="1">
            <a:spLocks noChangeArrowheads="1"/>
          </p:cNvSpPr>
          <p:nvPr>
            <p:custDataLst>
              <p:tags r:id="rId6"/>
            </p:custDataLst>
          </p:nvPr>
        </p:nvSpPr>
        <p:spPr bwMode="auto">
          <a:xfrm>
            <a:off x="3563938" y="1844675"/>
            <a:ext cx="1512887"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ctr"/>
            <a:r>
              <a:rPr lang="en-GB" b="1">
                <a:solidFill>
                  <a:srgbClr val="3333FF"/>
                </a:solidFill>
              </a:rPr>
              <a:t>IARC/DEX</a:t>
            </a:r>
          </a:p>
        </p:txBody>
      </p:sp>
      <p:graphicFrame>
        <p:nvGraphicFramePr>
          <p:cNvPr id="426033" name="Group 49"/>
          <p:cNvGraphicFramePr>
            <a:graphicFrameLocks noGrp="1"/>
          </p:cNvGraphicFramePr>
          <p:nvPr>
            <p:custDataLst>
              <p:tags r:id="rId7"/>
            </p:custDataLst>
          </p:nvPr>
        </p:nvGraphicFramePr>
        <p:xfrm>
          <a:off x="2051050" y="2316163"/>
          <a:ext cx="4248150" cy="2986089"/>
        </p:xfrm>
        <a:graphic>
          <a:graphicData uri="http://schemas.openxmlformats.org/drawingml/2006/table">
            <a:tbl>
              <a:tblPr/>
              <a:tblGrid>
                <a:gridCol w="2016125"/>
                <a:gridCol w="2232025"/>
              </a:tblGrid>
              <a:tr h="304800">
                <a:tc>
                  <a:txBody>
                    <a:bodyPr/>
                    <a:lstStyle/>
                    <a:p>
                      <a:pPr marL="609600" marR="0" lvl="0" indent="-609600" algn="l" defTabSz="9144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smtClean="0">
                          <a:ln>
                            <a:noFill/>
                          </a:ln>
                          <a:solidFill>
                            <a:srgbClr val="0066FF"/>
                          </a:solidFill>
                          <a:effectLst/>
                          <a:latin typeface="Arial" charset="0"/>
                        </a:rPr>
                        <a:t>Group Head:</a:t>
                      </a:r>
                      <a:endParaRPr kumimoji="0" lang="en-GB" sz="1400" b="0" i="0" u="none" strike="noStrike" cap="none" normalizeH="0" baseline="0" smtClean="0">
                        <a:ln>
                          <a:noFill/>
                        </a:ln>
                        <a:solidFill>
                          <a:srgbClr val="0066FF"/>
                        </a:solidFill>
                        <a:effectLst/>
                        <a:latin typeface="Arial" charset="0"/>
                      </a:endParaRPr>
                    </a:p>
                  </a:txBody>
                  <a:tcPr marL="91443" marR="91443" marT="45687" marB="45687" horzOverflow="overflow">
                    <a:lnL>
                      <a:noFill/>
                    </a:lnL>
                    <a:lnR>
                      <a:noFill/>
                    </a:lnR>
                    <a:lnT>
                      <a:noFill/>
                    </a:lnT>
                    <a:lnB>
                      <a:noFill/>
                    </a:lnB>
                    <a:lnTlToBr>
                      <a:noFill/>
                    </a:lnTlToBr>
                    <a:lnBlToTr>
                      <a:noFill/>
                    </a:lnBlToTr>
                    <a:noFill/>
                  </a:tcPr>
                </a:tc>
                <a:tc>
                  <a:txBody>
                    <a:bodyPr/>
                    <a:lstStyle/>
                    <a:p>
                      <a:pPr marL="609600" marR="0" lvl="0" indent="-60960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smtClean="0">
                          <a:ln>
                            <a:noFill/>
                          </a:ln>
                          <a:solidFill>
                            <a:srgbClr val="0066FF"/>
                          </a:solidFill>
                          <a:effectLst/>
                          <a:latin typeface="Arial" charset="0"/>
                        </a:rPr>
                        <a:t>Dr Nadia Slimani</a:t>
                      </a:r>
                    </a:p>
                  </a:txBody>
                  <a:tcPr marL="91443" marR="91443" marT="45687" marB="45687" horzOverflow="overflow">
                    <a:lnL>
                      <a:noFill/>
                    </a:lnL>
                    <a:lnR>
                      <a:noFill/>
                    </a:lnR>
                    <a:lnT>
                      <a:noFill/>
                    </a:lnT>
                    <a:lnB>
                      <a:noFill/>
                    </a:lnB>
                    <a:lnTlToBr>
                      <a:noFill/>
                    </a:lnTlToBr>
                    <a:lnBlToTr>
                      <a:noFill/>
                    </a:lnBlToTr>
                    <a:noFill/>
                  </a:tcPr>
                </a:tc>
              </a:tr>
              <a:tr h="528638">
                <a:tc>
                  <a:txBody>
                    <a:bodyPr/>
                    <a:lstStyle/>
                    <a:p>
                      <a:pPr marL="609600" marR="0" lvl="0" indent="-609600" algn="just" defTabSz="9144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smtClean="0">
                          <a:ln>
                            <a:noFill/>
                          </a:ln>
                          <a:solidFill>
                            <a:srgbClr val="0066FF"/>
                          </a:solidFill>
                          <a:effectLst/>
                          <a:latin typeface="Arial" charset="0"/>
                        </a:rPr>
                        <a:t>Scientists:</a:t>
                      </a:r>
                      <a:endParaRPr kumimoji="0" lang="en-GB" sz="1400" b="0" i="0" u="none" strike="noStrike" cap="none" normalizeH="0" baseline="0" smtClean="0">
                        <a:ln>
                          <a:noFill/>
                        </a:ln>
                        <a:solidFill>
                          <a:srgbClr val="0066FF"/>
                        </a:solidFill>
                        <a:effectLst/>
                        <a:latin typeface="Arial" charset="0"/>
                      </a:endParaRPr>
                    </a:p>
                  </a:txBody>
                  <a:tcPr marL="91443" marR="91443" marT="45687" marB="45687" horzOverflow="overflow">
                    <a:lnL>
                      <a:noFill/>
                    </a:lnL>
                    <a:lnR>
                      <a:noFill/>
                    </a:lnR>
                    <a:lnT>
                      <a:noFill/>
                    </a:lnT>
                    <a:lnB>
                      <a:noFill/>
                    </a:lnB>
                    <a:lnTlToBr>
                      <a:noFill/>
                    </a:lnTlToBr>
                    <a:lnBlToTr>
                      <a:noFill/>
                    </a:lnBlToTr>
                    <a:noFill/>
                  </a:tcPr>
                </a:tc>
                <a:tc>
                  <a:txBody>
                    <a:bodyPr/>
                    <a:lstStyle/>
                    <a:p>
                      <a:pPr marL="609600" marR="0" lvl="0" indent="-609600" algn="just"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smtClean="0">
                          <a:ln>
                            <a:noFill/>
                          </a:ln>
                          <a:solidFill>
                            <a:srgbClr val="0066FF"/>
                          </a:solidFill>
                          <a:effectLst/>
                          <a:latin typeface="Arial" charset="0"/>
                        </a:rPr>
                        <a:t>Dr Inge Huybrechts</a:t>
                      </a:r>
                    </a:p>
                    <a:p>
                      <a:pPr marL="609600" marR="0" lvl="0" indent="-609600" algn="l" defTabSz="914400" rtl="0" eaLnBrk="1" fontAlgn="base" latinLnBrk="0" hangingPunct="1">
                        <a:lnSpc>
                          <a:spcPct val="100000"/>
                        </a:lnSpc>
                        <a:spcBef>
                          <a:spcPct val="0"/>
                        </a:spcBef>
                        <a:spcAft>
                          <a:spcPct val="0"/>
                        </a:spcAft>
                        <a:buClr>
                          <a:srgbClr val="000000"/>
                        </a:buClr>
                        <a:buSzTx/>
                        <a:buFontTx/>
                        <a:buNone/>
                        <a:tabLst/>
                      </a:pPr>
                      <a:r>
                        <a:rPr kumimoji="0" lang="de-DE" sz="1400" b="0" i="0" u="none" strike="noStrike" cap="none" normalizeH="0" baseline="0" smtClean="0">
                          <a:ln>
                            <a:noFill/>
                          </a:ln>
                          <a:solidFill>
                            <a:srgbClr val="0066FF"/>
                          </a:solidFill>
                          <a:effectLst/>
                          <a:latin typeface="Arial" charset="0"/>
                        </a:rPr>
                        <a:t>Dr Heinz Freisling</a:t>
                      </a:r>
                      <a:endParaRPr kumimoji="0" lang="en-GB" sz="1400" b="0" i="0" u="none" strike="noStrike" cap="none" normalizeH="0" baseline="0" smtClean="0">
                        <a:ln>
                          <a:noFill/>
                        </a:ln>
                        <a:solidFill>
                          <a:srgbClr val="0066FF"/>
                        </a:solidFill>
                        <a:effectLst/>
                        <a:latin typeface="Arial" charset="0"/>
                      </a:endParaRPr>
                    </a:p>
                  </a:txBody>
                  <a:tcPr marL="91443" marR="91443" marT="45687" marB="45687" horzOverflow="overflow">
                    <a:lnL>
                      <a:noFill/>
                    </a:lnL>
                    <a:lnR>
                      <a:noFill/>
                    </a:lnR>
                    <a:lnT>
                      <a:noFill/>
                    </a:lnT>
                    <a:lnB>
                      <a:noFill/>
                    </a:lnB>
                    <a:lnTlToBr>
                      <a:noFill/>
                    </a:lnTlToBr>
                    <a:lnBlToTr>
                      <a:noFill/>
                    </a:lnBlToTr>
                    <a:noFill/>
                  </a:tcPr>
                </a:tc>
              </a:tr>
              <a:tr h="525463">
                <a:tc>
                  <a:txBody>
                    <a:bodyPr/>
                    <a:lstStyle/>
                    <a:p>
                      <a:pPr marL="609600" marR="0" lvl="0" indent="-609600" algn="just" defTabSz="9144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smtClean="0">
                          <a:ln>
                            <a:noFill/>
                          </a:ln>
                          <a:solidFill>
                            <a:srgbClr val="0066FF"/>
                          </a:solidFill>
                          <a:effectLst/>
                          <a:latin typeface="Arial" charset="0"/>
                        </a:rPr>
                        <a:t>Food Chemist/</a:t>
                      </a:r>
                    </a:p>
                    <a:p>
                      <a:pPr marL="609600" marR="0" lvl="0" indent="-609600" algn="just" defTabSz="9144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smtClean="0">
                          <a:ln>
                            <a:noFill/>
                          </a:ln>
                          <a:solidFill>
                            <a:srgbClr val="0066FF"/>
                          </a:solidFill>
                          <a:effectLst/>
                          <a:latin typeface="Arial" charset="0"/>
                        </a:rPr>
                        <a:t>Nutritionist:</a:t>
                      </a:r>
                      <a:endParaRPr kumimoji="0" lang="en-GB" sz="1400" b="0" i="0" u="none" strike="noStrike" cap="none" normalizeH="0" baseline="0" smtClean="0">
                        <a:ln>
                          <a:noFill/>
                        </a:ln>
                        <a:solidFill>
                          <a:srgbClr val="0066FF"/>
                        </a:solidFill>
                        <a:effectLst/>
                        <a:latin typeface="Arial" charset="0"/>
                      </a:endParaRPr>
                    </a:p>
                  </a:txBody>
                  <a:tcPr marL="91443" marR="91443" marT="45687" marB="45687" horzOverflow="overflow">
                    <a:lnL>
                      <a:noFill/>
                    </a:lnL>
                    <a:lnR>
                      <a:noFill/>
                    </a:lnR>
                    <a:lnT>
                      <a:noFill/>
                    </a:lnT>
                    <a:lnB>
                      <a:noFill/>
                    </a:lnB>
                    <a:lnTlToBr>
                      <a:noFill/>
                    </a:lnTlToBr>
                    <a:lnBlToTr>
                      <a:noFill/>
                    </a:lnBlToTr>
                    <a:noFill/>
                  </a:tcPr>
                </a:tc>
                <a:tc>
                  <a:txBody>
                    <a:bodyPr/>
                    <a:lstStyle/>
                    <a:p>
                      <a:pPr marL="609600" marR="0" lvl="0" indent="-609600" algn="just"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smtClean="0">
                          <a:ln>
                            <a:noFill/>
                          </a:ln>
                          <a:solidFill>
                            <a:srgbClr val="0066FF"/>
                          </a:solidFill>
                          <a:effectLst/>
                          <a:latin typeface="Arial" charset="0"/>
                        </a:rPr>
                        <a:t>Ms Geneviève Nicolas</a:t>
                      </a:r>
                    </a:p>
                    <a:p>
                      <a:pPr marL="609600" marR="0" lvl="0" indent="-609600" algn="just"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smtClean="0">
                          <a:ln>
                            <a:noFill/>
                          </a:ln>
                          <a:solidFill>
                            <a:srgbClr val="0066FF"/>
                          </a:solidFill>
                          <a:effectLst/>
                          <a:latin typeface="Arial" charset="0"/>
                        </a:rPr>
                        <a:t>Ms Viktoria Knaze</a:t>
                      </a:r>
                    </a:p>
                  </a:txBody>
                  <a:tcPr marL="91443" marR="91443" marT="45687" marB="45687" horzOverflow="overflow">
                    <a:lnL>
                      <a:noFill/>
                    </a:lnL>
                    <a:lnR>
                      <a:noFill/>
                    </a:lnR>
                    <a:lnT>
                      <a:noFill/>
                    </a:lnT>
                    <a:lnB>
                      <a:noFill/>
                    </a:lnB>
                    <a:lnTlToBr>
                      <a:noFill/>
                    </a:lnTlToBr>
                    <a:lnBlToTr>
                      <a:noFill/>
                    </a:lnBlToTr>
                    <a:noFill/>
                  </a:tcPr>
                </a:tc>
              </a:tr>
              <a:tr h="962025">
                <a:tc>
                  <a:txBody>
                    <a:bodyPr/>
                    <a:lstStyle/>
                    <a:p>
                      <a:pPr marL="609600" marR="0" lvl="0" indent="-609600" algn="l" defTabSz="9144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smtClean="0">
                          <a:ln>
                            <a:noFill/>
                          </a:ln>
                          <a:solidFill>
                            <a:srgbClr val="0066FF"/>
                          </a:solidFill>
                          <a:effectLst/>
                          <a:latin typeface="Arial" charset="0"/>
                        </a:rPr>
                        <a:t>Post-Docs:</a:t>
                      </a:r>
                      <a:r>
                        <a:rPr kumimoji="0" lang="en-GB" sz="1400" b="0" i="0" u="none" strike="noStrike" cap="none" normalizeH="0" baseline="0" smtClean="0">
                          <a:ln>
                            <a:noFill/>
                          </a:ln>
                          <a:solidFill>
                            <a:srgbClr val="0066FF"/>
                          </a:solidFill>
                          <a:effectLst/>
                          <a:latin typeface="Arial" charset="0"/>
                        </a:rPr>
                        <a:t> </a:t>
                      </a:r>
                    </a:p>
                  </a:txBody>
                  <a:tcPr marL="91443" marR="91443" marT="45687" marB="45687" horzOverflow="overflow">
                    <a:lnL>
                      <a:noFill/>
                    </a:lnL>
                    <a:lnR>
                      <a:noFill/>
                    </a:lnR>
                    <a:lnT>
                      <a:noFill/>
                    </a:lnT>
                    <a:lnB>
                      <a:noFill/>
                    </a:lnB>
                    <a:lnTlToBr>
                      <a:noFill/>
                    </a:lnTlToBr>
                    <a:lnBlToTr>
                      <a:noFill/>
                    </a:lnBlToTr>
                    <a:noFill/>
                  </a:tcPr>
                </a:tc>
                <a:tc>
                  <a:txBody>
                    <a:bodyPr/>
                    <a:lstStyle/>
                    <a:p>
                      <a:pPr marL="609600" marR="0" lvl="0" indent="-609600" algn="l" defTabSz="914400" rtl="0" eaLnBrk="1" fontAlgn="base" latinLnBrk="0" hangingPunct="1">
                        <a:lnSpc>
                          <a:spcPct val="100000"/>
                        </a:lnSpc>
                        <a:spcBef>
                          <a:spcPct val="0"/>
                        </a:spcBef>
                        <a:spcAft>
                          <a:spcPct val="0"/>
                        </a:spcAft>
                        <a:buClrTx/>
                        <a:buSzTx/>
                        <a:buFontTx/>
                        <a:buNone/>
                        <a:tabLst/>
                      </a:pPr>
                      <a:r>
                        <a:rPr kumimoji="0" lang="de-DE" sz="1400" b="0" i="0" u="none" strike="noStrike" cap="none" normalizeH="0" baseline="0" smtClean="0">
                          <a:ln>
                            <a:noFill/>
                          </a:ln>
                          <a:solidFill>
                            <a:srgbClr val="0066FF"/>
                          </a:solidFill>
                          <a:effectLst/>
                          <a:latin typeface="Arial" charset="0"/>
                        </a:rPr>
                        <a:t>Dr Jin Young Park</a:t>
                      </a:r>
                      <a:endParaRPr kumimoji="0" lang="en-GB" sz="1400" b="0" i="0" u="none" strike="noStrike" cap="none" normalizeH="0" baseline="0" smtClean="0">
                        <a:ln>
                          <a:noFill/>
                        </a:ln>
                        <a:solidFill>
                          <a:srgbClr val="0066FF"/>
                        </a:solidFill>
                        <a:effectLst/>
                        <a:latin typeface="Arial" charset="0"/>
                      </a:endParaRPr>
                    </a:p>
                    <a:p>
                      <a:pPr marL="609600" marR="0" lvl="0" indent="-609600" algn="l" defTabSz="914400" rtl="0" eaLnBrk="1" fontAlgn="base" latinLnBrk="0" hangingPunct="1">
                        <a:lnSpc>
                          <a:spcPct val="100000"/>
                        </a:lnSpc>
                        <a:spcBef>
                          <a:spcPct val="0"/>
                        </a:spcBef>
                        <a:spcAft>
                          <a:spcPct val="0"/>
                        </a:spcAft>
                        <a:buClr>
                          <a:srgbClr val="000000"/>
                        </a:buClr>
                        <a:buSzTx/>
                        <a:buFontTx/>
                        <a:buNone/>
                        <a:tabLst/>
                      </a:pPr>
                      <a:r>
                        <a:rPr kumimoji="0" lang="de-DE" sz="1400" b="0" i="0" u="none" strike="noStrike" cap="none" normalizeH="0" baseline="0" smtClean="0">
                          <a:ln>
                            <a:noFill/>
                          </a:ln>
                          <a:solidFill>
                            <a:srgbClr val="0066FF"/>
                          </a:solidFill>
                          <a:effectLst/>
                          <a:latin typeface="Arial" charset="0"/>
                        </a:rPr>
                        <a:t>Dr Sandra Crispim</a:t>
                      </a:r>
                    </a:p>
                    <a:p>
                      <a:pPr marL="609600" marR="0" lvl="0" indent="-609600" algn="l" defTabSz="914400" rtl="0" eaLnBrk="1" fontAlgn="base" latinLnBrk="0" hangingPunct="1">
                        <a:lnSpc>
                          <a:spcPct val="100000"/>
                        </a:lnSpc>
                        <a:spcBef>
                          <a:spcPct val="0"/>
                        </a:spcBef>
                        <a:spcAft>
                          <a:spcPct val="0"/>
                        </a:spcAft>
                        <a:buClr>
                          <a:srgbClr val="000000"/>
                        </a:buClr>
                        <a:buSzTx/>
                        <a:buFontTx/>
                        <a:buNone/>
                        <a:tabLst/>
                      </a:pPr>
                      <a:r>
                        <a:rPr kumimoji="0" lang="de-DE" sz="1400" b="0" i="0" u="none" strike="noStrike" cap="none" normalizeH="0" baseline="0" smtClean="0">
                          <a:ln>
                            <a:noFill/>
                          </a:ln>
                          <a:solidFill>
                            <a:srgbClr val="0066FF"/>
                          </a:solidFill>
                          <a:effectLst/>
                          <a:latin typeface="Arial" charset="0"/>
                        </a:rPr>
                        <a:t>Dr Pedro Pisa</a:t>
                      </a:r>
                    </a:p>
                    <a:p>
                      <a:pPr marL="609600" marR="0" lvl="0" indent="-609600" algn="l" defTabSz="914400" rtl="0" eaLnBrk="1" fontAlgn="base" latinLnBrk="0" hangingPunct="1">
                        <a:lnSpc>
                          <a:spcPct val="100000"/>
                        </a:lnSpc>
                        <a:spcBef>
                          <a:spcPct val="0"/>
                        </a:spcBef>
                        <a:spcAft>
                          <a:spcPct val="0"/>
                        </a:spcAft>
                        <a:buClrTx/>
                        <a:buSzTx/>
                        <a:buFontTx/>
                        <a:buNone/>
                        <a:tabLst/>
                      </a:pPr>
                      <a:r>
                        <a:rPr kumimoji="0" lang="de-DE" sz="1400" b="0" i="0" u="none" strike="noStrike" cap="none" normalizeH="0" baseline="0" smtClean="0">
                          <a:ln>
                            <a:noFill/>
                          </a:ln>
                          <a:solidFill>
                            <a:srgbClr val="0066FF"/>
                          </a:solidFill>
                          <a:effectLst/>
                          <a:latin typeface="Arial" charset="0"/>
                        </a:rPr>
                        <a:t>Dr Anne-Kathrin Illner</a:t>
                      </a:r>
                    </a:p>
                  </a:txBody>
                  <a:tcPr marL="91443" marR="91443" marT="45687" marB="45687" horzOverflow="overflow">
                    <a:lnL>
                      <a:noFill/>
                    </a:lnL>
                    <a:lnR>
                      <a:noFill/>
                    </a:lnR>
                    <a:lnT>
                      <a:noFill/>
                    </a:lnT>
                    <a:lnB>
                      <a:noFill/>
                    </a:lnB>
                    <a:lnTlToBr>
                      <a:noFill/>
                    </a:lnTlToBr>
                    <a:lnBlToTr>
                      <a:noFill/>
                    </a:lnBlToTr>
                    <a:noFill/>
                  </a:tcPr>
                </a:tc>
              </a:tr>
              <a:tr h="304800">
                <a:tc>
                  <a:txBody>
                    <a:bodyPr/>
                    <a:lstStyle/>
                    <a:p>
                      <a:pPr marL="609600" marR="0" lvl="0" indent="-609600" algn="l" defTabSz="9144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smtClean="0">
                          <a:ln>
                            <a:noFill/>
                          </a:ln>
                          <a:solidFill>
                            <a:srgbClr val="0066FF"/>
                          </a:solidFill>
                          <a:effectLst/>
                          <a:latin typeface="Arial" charset="0"/>
                        </a:rPr>
                        <a:t>Database manager:</a:t>
                      </a:r>
                      <a:r>
                        <a:rPr kumimoji="0" lang="en-GB" sz="1400" b="0" i="0" u="none" strike="noStrike" cap="none" normalizeH="0" baseline="0" smtClean="0">
                          <a:ln>
                            <a:noFill/>
                          </a:ln>
                          <a:solidFill>
                            <a:srgbClr val="0066FF"/>
                          </a:solidFill>
                          <a:effectLst/>
                          <a:latin typeface="Arial" charset="0"/>
                        </a:rPr>
                        <a:t> </a:t>
                      </a:r>
                    </a:p>
                  </a:txBody>
                  <a:tcPr marL="91443" marR="91443" marT="45687" marB="45687" horzOverflow="overflow">
                    <a:lnL>
                      <a:noFill/>
                    </a:lnL>
                    <a:lnR>
                      <a:noFill/>
                    </a:lnR>
                    <a:lnT>
                      <a:noFill/>
                    </a:lnT>
                    <a:lnB>
                      <a:noFill/>
                    </a:lnB>
                    <a:lnTlToBr>
                      <a:noFill/>
                    </a:lnTlToBr>
                    <a:lnBlToTr>
                      <a:noFill/>
                    </a:lnBlToTr>
                    <a:noFill/>
                  </a:tcPr>
                </a:tc>
                <a:tc>
                  <a:txBody>
                    <a:bodyPr/>
                    <a:lstStyle/>
                    <a:p>
                      <a:pPr marL="609600" marR="0" lvl="0" indent="-60960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smtClean="0">
                          <a:ln>
                            <a:noFill/>
                          </a:ln>
                          <a:solidFill>
                            <a:srgbClr val="0066FF"/>
                          </a:solidFill>
                          <a:effectLst/>
                          <a:latin typeface="Arial" charset="0"/>
                        </a:rPr>
                        <a:t>Ms Corinne Casagrande</a:t>
                      </a:r>
                    </a:p>
                  </a:txBody>
                  <a:tcPr marL="91443" marR="91443" marT="45687" marB="45687" horzOverflow="overflow">
                    <a:lnL>
                      <a:noFill/>
                    </a:lnL>
                    <a:lnR>
                      <a:noFill/>
                    </a:lnR>
                    <a:lnT>
                      <a:noFill/>
                    </a:lnT>
                    <a:lnB>
                      <a:noFill/>
                    </a:lnB>
                    <a:lnTlToBr>
                      <a:noFill/>
                    </a:lnTlToBr>
                    <a:lnBlToTr>
                      <a:noFill/>
                    </a:lnBlToTr>
                    <a:noFill/>
                  </a:tcPr>
                </a:tc>
              </a:tr>
              <a:tr h="360363">
                <a:tc>
                  <a:txBody>
                    <a:bodyPr/>
                    <a:lstStyle/>
                    <a:p>
                      <a:pPr marL="609600" marR="0" lvl="0" indent="-609600" algn="just" defTabSz="9144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smtClean="0">
                          <a:ln>
                            <a:noFill/>
                          </a:ln>
                          <a:solidFill>
                            <a:srgbClr val="0066FF"/>
                          </a:solidFill>
                          <a:effectLst/>
                          <a:latin typeface="Arial" charset="0"/>
                        </a:rPr>
                        <a:t>Secretary:</a:t>
                      </a:r>
                      <a:endParaRPr kumimoji="0" lang="en-GB" sz="1400" b="0" i="0" u="none" strike="noStrike" cap="none" normalizeH="0" baseline="0" smtClean="0">
                        <a:ln>
                          <a:noFill/>
                        </a:ln>
                        <a:solidFill>
                          <a:srgbClr val="0066FF"/>
                        </a:solidFill>
                        <a:effectLst/>
                        <a:latin typeface="Arial" charset="0"/>
                      </a:endParaRPr>
                    </a:p>
                  </a:txBody>
                  <a:tcPr marL="91443" marR="91443" marT="45687" marB="45687" horzOverflow="overflow">
                    <a:lnL>
                      <a:noFill/>
                    </a:lnL>
                    <a:lnR>
                      <a:noFill/>
                    </a:lnR>
                    <a:lnT>
                      <a:noFill/>
                    </a:lnT>
                    <a:lnB>
                      <a:noFill/>
                    </a:lnB>
                    <a:lnTlToBr>
                      <a:noFill/>
                    </a:lnTlToBr>
                    <a:lnBlToTr>
                      <a:noFill/>
                    </a:lnBlToTr>
                    <a:noFill/>
                  </a:tcPr>
                </a:tc>
                <a:tc>
                  <a:txBody>
                    <a:bodyPr/>
                    <a:lstStyle/>
                    <a:p>
                      <a:pPr marL="609600" marR="0" lvl="0" indent="-609600" algn="just"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smtClean="0">
                          <a:ln>
                            <a:noFill/>
                          </a:ln>
                          <a:solidFill>
                            <a:srgbClr val="0066FF"/>
                          </a:solidFill>
                          <a:effectLst/>
                          <a:latin typeface="Arial" charset="0"/>
                        </a:rPr>
                        <a:t>Ms Nicole Suty</a:t>
                      </a:r>
                    </a:p>
                  </a:txBody>
                  <a:tcPr marL="91443" marR="91443" marT="45687" marB="45687" horzOverflow="overflow">
                    <a:lnL>
                      <a:noFill/>
                    </a:lnL>
                    <a:lnR>
                      <a:noFill/>
                    </a:lnR>
                    <a:lnT>
                      <a:noFill/>
                    </a:lnT>
                    <a:lnB>
                      <a:noFill/>
                    </a:lnB>
                    <a:lnTlToBr>
                      <a:noFill/>
                    </a:lnTlToBr>
                    <a:lnBlToTr>
                      <a:noFill/>
                    </a:lnBlToTr>
                    <a:noFill/>
                  </a:tcPr>
                </a:tc>
              </a:tr>
            </a:tbl>
          </a:graphicData>
        </a:graphic>
      </p:graphicFrame>
      <p:sp>
        <p:nvSpPr>
          <p:cNvPr id="29" name="TextBox 28"/>
          <p:cNvSpPr txBox="1"/>
          <p:nvPr>
            <p:custDataLst>
              <p:tags r:id="rId8"/>
            </p:custDataLst>
          </p:nvPr>
        </p:nvSpPr>
        <p:spPr>
          <a:xfrm>
            <a:off x="7164388" y="1268413"/>
            <a:ext cx="1512887" cy="369887"/>
          </a:xfrm>
          <a:prstGeom prst="rect">
            <a:avLst/>
          </a:prstGeom>
          <a:noFill/>
          <a:ln w="22225">
            <a:solidFill>
              <a:srgbClr val="0FA13C"/>
            </a:solidFill>
            <a:prstDash val="sysDash"/>
          </a:ln>
        </p:spPr>
        <p:txBody>
          <a:bodyPr>
            <a:spAutoFit/>
          </a:bodyPr>
          <a:lstStyle/>
          <a:p>
            <a:pPr algn="ctr">
              <a:defRPr/>
            </a:pPr>
            <a:r>
              <a:rPr lang="en-GB" i="1" dirty="0">
                <a:solidFill>
                  <a:srgbClr val="0FA13C"/>
                </a:solidFill>
                <a:effectLst>
                  <a:outerShdw blurRad="38100" dist="38100" dir="2700000" algn="tl">
                    <a:srgbClr val="000000">
                      <a:alpha val="43137"/>
                    </a:srgbClr>
                  </a:outerShdw>
                </a:effectLst>
              </a:rPr>
              <a:t>Users</a:t>
            </a:r>
          </a:p>
        </p:txBody>
      </p:sp>
      <p:sp>
        <p:nvSpPr>
          <p:cNvPr id="24" name="Rectangle 23"/>
          <p:cNvSpPr/>
          <p:nvPr>
            <p:custDataLst>
              <p:tags r:id="rId9"/>
            </p:custDataLst>
          </p:nvPr>
        </p:nvSpPr>
        <p:spPr>
          <a:xfrm>
            <a:off x="1908175" y="1201738"/>
            <a:ext cx="4751388" cy="503237"/>
          </a:xfrm>
          <a:prstGeom prst="rect">
            <a:avLst/>
          </a:prstGeom>
          <a:noFill/>
          <a:ln>
            <a:solidFill>
              <a:srgbClr val="0FA13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2" name="TextBox 9218"/>
          <p:cNvSpPr txBox="1"/>
          <p:nvPr>
            <p:custDataLst>
              <p:tags r:id="rId10"/>
            </p:custDataLst>
          </p:nvPr>
        </p:nvSpPr>
        <p:spPr>
          <a:xfrm>
            <a:off x="1835150" y="1268413"/>
            <a:ext cx="5184775" cy="366712"/>
          </a:xfrm>
          <a:prstGeom prst="rect">
            <a:avLst/>
          </a:prstGeom>
          <a:noFill/>
        </p:spPr>
        <p:txBody>
          <a:bodyPr>
            <a:spAutoFit/>
          </a:bodyPr>
          <a:lstStyle/>
          <a:p>
            <a:pPr>
              <a:defRPr/>
            </a:pPr>
            <a:r>
              <a:rPr lang="en-GB" i="1" dirty="0">
                <a:solidFill>
                  <a:srgbClr val="0FA13C"/>
                </a:solidFill>
                <a:effectLst>
                  <a:outerShdw blurRad="38100" dist="38100" dir="2700000" algn="tl">
                    <a:srgbClr val="000000">
                      <a:alpha val="43137"/>
                    </a:srgbClr>
                  </a:outerShdw>
                </a:effectLst>
                <a:latin typeface="+mn-lt"/>
              </a:rPr>
              <a:t>e-standardized Methodology Platform (e-SMP)</a:t>
            </a:r>
          </a:p>
        </p:txBody>
      </p:sp>
      <p:sp>
        <p:nvSpPr>
          <p:cNvPr id="9225" name="Rectangle 9224"/>
          <p:cNvSpPr/>
          <p:nvPr>
            <p:custDataLst>
              <p:tags r:id="rId11"/>
            </p:custDataLst>
          </p:nvPr>
        </p:nvSpPr>
        <p:spPr>
          <a:xfrm>
            <a:off x="179388" y="1268413"/>
            <a:ext cx="1511300" cy="576262"/>
          </a:xfrm>
          <a:prstGeom prst="rect">
            <a:avLst/>
          </a:prstGeom>
          <a:noFill/>
          <a:ln w="22225">
            <a:solidFill>
              <a:srgbClr val="0FA13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9226" name="TextBox 9225"/>
          <p:cNvSpPr txBox="1"/>
          <p:nvPr>
            <p:custDataLst>
              <p:tags r:id="rId12"/>
            </p:custDataLst>
          </p:nvPr>
        </p:nvSpPr>
        <p:spPr>
          <a:xfrm>
            <a:off x="250825" y="1258888"/>
            <a:ext cx="1347788" cy="641350"/>
          </a:xfrm>
          <a:prstGeom prst="rect">
            <a:avLst/>
          </a:prstGeom>
          <a:noFill/>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r>
              <a:rPr lang="en-GB" i="1" smtClean="0">
                <a:solidFill>
                  <a:srgbClr val="0FA13C"/>
                </a:solidFill>
                <a:effectLst>
                  <a:outerShdw blurRad="38100" dist="38100" dir="2700000" algn="tl">
                    <a:srgbClr val="C0C0C0"/>
                  </a:outerShdw>
                </a:effectLst>
                <a:latin typeface="Tahoma" pitchFamily="34" charset="0"/>
              </a:rPr>
              <a:t>Task Force </a:t>
            </a:r>
          </a:p>
          <a:p>
            <a:pPr eaLnBrk="1" hangingPunct="1">
              <a:defRPr/>
            </a:pPr>
            <a:r>
              <a:rPr lang="en-GB" i="1" smtClean="0">
                <a:solidFill>
                  <a:srgbClr val="0FA13C"/>
                </a:solidFill>
                <a:effectLst>
                  <a:outerShdw blurRad="38100" dist="38100" dir="2700000" algn="tl">
                    <a:srgbClr val="C0C0C0"/>
                  </a:outerShdw>
                </a:effectLst>
                <a:latin typeface="Tahoma" pitchFamily="34" charset="0"/>
              </a:rPr>
              <a:t>Group</a:t>
            </a:r>
          </a:p>
        </p:txBody>
      </p:sp>
      <p:sp>
        <p:nvSpPr>
          <p:cNvPr id="55" name="Rounded Rectangle 54"/>
          <p:cNvSpPr/>
          <p:nvPr>
            <p:custDataLst>
              <p:tags r:id="rId13"/>
            </p:custDataLst>
          </p:nvPr>
        </p:nvSpPr>
        <p:spPr>
          <a:xfrm>
            <a:off x="0" y="1916113"/>
            <a:ext cx="1798638" cy="4681537"/>
          </a:xfrm>
          <a:prstGeom prst="roundRect">
            <a:avLst/>
          </a:prstGeom>
          <a:noFill/>
          <a:ln w="22225">
            <a:solidFill>
              <a:srgbClr val="CC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426010" name="TextBox 9228"/>
          <p:cNvSpPr txBox="1">
            <a:spLocks noChangeArrowheads="1"/>
          </p:cNvSpPr>
          <p:nvPr>
            <p:custDataLst>
              <p:tags r:id="rId14"/>
            </p:custDataLst>
          </p:nvPr>
        </p:nvSpPr>
        <p:spPr bwMode="auto">
          <a:xfrm>
            <a:off x="0" y="1989138"/>
            <a:ext cx="1800225" cy="429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GB" sz="1100">
                <a:latin typeface="Tahoma" pitchFamily="34" charset="0"/>
              </a:rPr>
              <a:t>Angeline Coinon</a:t>
            </a:r>
          </a:p>
          <a:p>
            <a:r>
              <a:rPr lang="en-GB" sz="1100">
                <a:latin typeface="Tahoma" pitchFamily="34" charset="0"/>
              </a:rPr>
              <a:t>Ariane Dufour</a:t>
            </a:r>
          </a:p>
          <a:p>
            <a:r>
              <a:rPr lang="en-GB" sz="1100">
                <a:latin typeface="Tahoma" pitchFamily="34" charset="0"/>
              </a:rPr>
              <a:t>Arpad Ambrus</a:t>
            </a:r>
          </a:p>
          <a:p>
            <a:r>
              <a:rPr lang="en-GB" sz="1100">
                <a:latin typeface="Tahoma" pitchFamily="34" charset="0"/>
              </a:rPr>
              <a:t>Carine Dubuisson</a:t>
            </a:r>
          </a:p>
          <a:p>
            <a:r>
              <a:rPr lang="en-GB" sz="1100">
                <a:latin typeface="Tahoma" pitchFamily="34" charset="0"/>
              </a:rPr>
              <a:t>Carolin Krems</a:t>
            </a:r>
          </a:p>
          <a:p>
            <a:r>
              <a:rPr lang="en-GB" sz="1100">
                <a:latin typeface="Tahoma" pitchFamily="34" charset="0"/>
              </a:rPr>
              <a:t>Caroline van Rossum</a:t>
            </a:r>
          </a:p>
          <a:p>
            <a:r>
              <a:rPr lang="en-GB" sz="1100">
                <a:latin typeface="Tahoma" pitchFamily="34" charset="0"/>
              </a:rPr>
              <a:t>Davide Arcella  </a:t>
            </a:r>
          </a:p>
          <a:p>
            <a:r>
              <a:rPr lang="en-GB" sz="1100">
                <a:latin typeface="Tahoma" pitchFamily="34" charset="0"/>
              </a:rPr>
              <a:t>Henny Brannts</a:t>
            </a:r>
          </a:p>
          <a:p>
            <a:r>
              <a:rPr lang="en-GB" sz="1100">
                <a:latin typeface="Tahoma" pitchFamily="34" charset="0"/>
              </a:rPr>
              <a:t>Herman Van Oyen</a:t>
            </a:r>
          </a:p>
          <a:p>
            <a:r>
              <a:rPr lang="en-GB" sz="1100">
                <a:latin typeface="Tahoma" pitchFamily="34" charset="0"/>
              </a:rPr>
              <a:t>Jan van der Laan</a:t>
            </a:r>
          </a:p>
          <a:p>
            <a:r>
              <a:rPr lang="en-GB" sz="1100">
                <a:latin typeface="Tahoma" pitchFamily="34" charset="0"/>
              </a:rPr>
              <a:t>Jean-Luc Volatier</a:t>
            </a:r>
          </a:p>
          <a:p>
            <a:r>
              <a:rPr lang="en-GB" sz="1100">
                <a:latin typeface="Tahoma" pitchFamily="34" charset="0"/>
              </a:rPr>
              <a:t>Jiri Ruprich</a:t>
            </a:r>
          </a:p>
          <a:p>
            <a:r>
              <a:rPr lang="en-GB" sz="1100">
                <a:latin typeface="Tahoma" pitchFamily="34" charset="0"/>
              </a:rPr>
              <a:t>Juergen Koenig</a:t>
            </a:r>
          </a:p>
          <a:p>
            <a:r>
              <a:rPr lang="en-GB" sz="1100">
                <a:latin typeface="Tahoma" pitchFamily="34" charset="0"/>
              </a:rPr>
              <a:t>Liisa Valsta</a:t>
            </a:r>
          </a:p>
          <a:p>
            <a:r>
              <a:rPr lang="en-GB" sz="1100">
                <a:latin typeface="Tahoma" pitchFamily="34" charset="0"/>
              </a:rPr>
              <a:t>Marcela Dofkova</a:t>
            </a:r>
          </a:p>
          <a:p>
            <a:r>
              <a:rPr lang="en-GB" sz="1100">
                <a:latin typeface="Tahoma" pitchFamily="34" charset="0"/>
              </a:rPr>
              <a:t>Marga Ocké</a:t>
            </a:r>
          </a:p>
          <a:p>
            <a:r>
              <a:rPr lang="en-GB" sz="1100">
                <a:latin typeface="Tahoma" pitchFamily="34" charset="0"/>
              </a:rPr>
              <a:t>Marja-Leena Ovaskainen</a:t>
            </a:r>
          </a:p>
          <a:p>
            <a:r>
              <a:rPr lang="en-GB" sz="1100">
                <a:latin typeface="Tahoma" pitchFamily="34" charset="0"/>
              </a:rPr>
              <a:t>Maryse Niekerk</a:t>
            </a:r>
          </a:p>
          <a:p>
            <a:r>
              <a:rPr lang="en-GB" sz="1100">
                <a:latin typeface="Tahoma" pitchFamily="34" charset="0"/>
              </a:rPr>
              <a:t>Mia Bellemans</a:t>
            </a:r>
          </a:p>
          <a:p>
            <a:r>
              <a:rPr lang="en-GB" sz="1100">
                <a:latin typeface="Tahoma" pitchFamily="34" charset="0"/>
              </a:rPr>
              <a:t>Mieke de Maeyer</a:t>
            </a:r>
          </a:p>
          <a:p>
            <a:r>
              <a:rPr lang="en-GB" sz="1100">
                <a:latin typeface="Tahoma" pitchFamily="34" charset="0"/>
              </a:rPr>
              <a:t>Peggy Pinard</a:t>
            </a:r>
          </a:p>
          <a:p>
            <a:r>
              <a:rPr lang="en-GB" sz="1100">
                <a:latin typeface="Tahoma" pitchFamily="34" charset="0"/>
              </a:rPr>
              <a:t>Petra Rust</a:t>
            </a:r>
          </a:p>
          <a:p>
            <a:r>
              <a:rPr lang="en-GB" sz="1100">
                <a:latin typeface="Tahoma" pitchFamily="34" charset="0"/>
              </a:rPr>
              <a:t>Sofia Guiomar</a:t>
            </a:r>
          </a:p>
          <a:p>
            <a:r>
              <a:rPr lang="en-GB" sz="1100">
                <a:latin typeface="Tahoma" pitchFamily="34" charset="0"/>
              </a:rPr>
              <a:t>Stefan Muri</a:t>
            </a:r>
          </a:p>
          <a:p>
            <a:r>
              <a:rPr lang="en-GB" sz="1100">
                <a:latin typeface="Tahoma" pitchFamily="34" charset="0"/>
              </a:rPr>
              <a:t>Stefanie Van de Vijvere</a:t>
            </a:r>
          </a:p>
        </p:txBody>
      </p:sp>
      <p:pic>
        <p:nvPicPr>
          <p:cNvPr id="426011" name="Picture 6"/>
          <p:cNvPicPr>
            <a:picLocks noChangeAspect="1" noChangeArrowheads="1"/>
          </p:cNvPicPr>
          <p:nvPr>
            <p:custDataLst>
              <p:tags r:id="rId15"/>
            </p:custDataLst>
          </p:nvPr>
        </p:nvPicPr>
        <p:blipFill>
          <a:blip r:embed="rId40">
            <a:extLst>
              <a:ext uri="{28A0092B-C50C-407E-A947-70E740481C1C}">
                <a14:useLocalDpi xmlns:a14="http://schemas.microsoft.com/office/drawing/2010/main" val="0"/>
              </a:ext>
            </a:extLst>
          </a:blip>
          <a:srcRect/>
          <a:stretch>
            <a:fillRect/>
          </a:stretch>
        </p:blipFill>
        <p:spPr bwMode="auto">
          <a:xfrm>
            <a:off x="1979613" y="5373688"/>
            <a:ext cx="22923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 name="TextBox 58"/>
          <p:cNvSpPr txBox="1"/>
          <p:nvPr>
            <p:custDataLst>
              <p:tags r:id="rId16"/>
            </p:custDataLst>
          </p:nvPr>
        </p:nvSpPr>
        <p:spPr>
          <a:xfrm>
            <a:off x="104775" y="5229225"/>
            <a:ext cx="241300" cy="307975"/>
          </a:xfrm>
          <a:prstGeom prst="rect">
            <a:avLst/>
          </a:prstGeom>
          <a:noFill/>
        </p:spPr>
        <p:txBody>
          <a:bodyPr wrap="none">
            <a:spAutoFit/>
          </a:bodyPr>
          <a:lstStyle/>
          <a:p>
            <a:pPr>
              <a:defRPr/>
            </a:pPr>
            <a:r>
              <a:rPr lang="en-GB" sz="1400" dirty="0">
                <a:latin typeface="+mn-lt"/>
              </a:rPr>
              <a:t> </a:t>
            </a:r>
          </a:p>
        </p:txBody>
      </p:sp>
      <p:sp>
        <p:nvSpPr>
          <p:cNvPr id="426013" name="TextBox 9229"/>
          <p:cNvSpPr txBox="1">
            <a:spLocks noChangeArrowheads="1"/>
          </p:cNvSpPr>
          <p:nvPr>
            <p:custDataLst>
              <p:tags r:id="rId17"/>
            </p:custDataLst>
          </p:nvPr>
        </p:nvSpPr>
        <p:spPr bwMode="auto">
          <a:xfrm>
            <a:off x="2085975" y="5375275"/>
            <a:ext cx="2630488"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GB" sz="1200" b="1">
                <a:solidFill>
                  <a:srgbClr val="0066FF"/>
                </a:solidFill>
                <a:latin typeface="Tahoma" pitchFamily="34" charset="0"/>
              </a:rPr>
              <a:t>External IT team</a:t>
            </a:r>
          </a:p>
          <a:p>
            <a:r>
              <a:rPr lang="en-GB" sz="1200">
                <a:latin typeface="Tahoma" pitchFamily="34" charset="0"/>
              </a:rPr>
              <a:t>ITEAL (e-SMP)</a:t>
            </a:r>
          </a:p>
          <a:p>
            <a:r>
              <a:rPr lang="en-GB" sz="1200">
                <a:latin typeface="Tahoma" pitchFamily="34" charset="0"/>
              </a:rPr>
              <a:t>Ph. &amp; G. Grange (EPIC-Soft)</a:t>
            </a:r>
          </a:p>
          <a:p>
            <a:endParaRPr lang="en-GB" sz="1400">
              <a:latin typeface="Tahoma" pitchFamily="34" charset="0"/>
            </a:endParaRPr>
          </a:p>
        </p:txBody>
      </p:sp>
      <p:pic>
        <p:nvPicPr>
          <p:cNvPr id="426014" name="Picture 12" descr="Inra">
            <a:hlinkClick r:id="rId41"/>
          </p:cNvPr>
          <p:cNvPicPr>
            <a:picLocks noChangeAspect="1" noChangeArrowheads="1"/>
          </p:cNvPicPr>
          <p:nvPr>
            <p:custDataLst>
              <p:tags r:id="rId18"/>
            </p:custDataLst>
          </p:nvPr>
        </p:nvPicPr>
        <p:blipFill>
          <a:blip r:embed="rId42">
            <a:extLst>
              <a:ext uri="{28A0092B-C50C-407E-A947-70E740481C1C}">
                <a14:useLocalDpi xmlns:a14="http://schemas.microsoft.com/office/drawing/2010/main" val="0"/>
              </a:ext>
            </a:extLst>
          </a:blip>
          <a:srcRect/>
          <a:stretch>
            <a:fillRect/>
          </a:stretch>
        </p:blipFill>
        <p:spPr bwMode="auto">
          <a:xfrm>
            <a:off x="7975600" y="2852738"/>
            <a:ext cx="100012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6015" name="Picture 39" descr="UiO-logo_transparent_engelsk.jpg"/>
          <p:cNvPicPr>
            <a:picLocks noChangeAspect="1"/>
          </p:cNvPicPr>
          <p:nvPr>
            <p:custDataLst>
              <p:tags r:id="rId19"/>
            </p:custDataLst>
          </p:nvPr>
        </p:nvPicPr>
        <p:blipFill>
          <a:blip r:embed="rId43">
            <a:extLst>
              <a:ext uri="{28A0092B-C50C-407E-A947-70E740481C1C}">
                <a14:useLocalDpi xmlns:a14="http://schemas.microsoft.com/office/drawing/2010/main" val="0"/>
              </a:ext>
            </a:extLst>
          </a:blip>
          <a:srcRect/>
          <a:stretch>
            <a:fillRect/>
          </a:stretch>
        </p:blipFill>
        <p:spPr bwMode="auto">
          <a:xfrm>
            <a:off x="6950075" y="2838450"/>
            <a:ext cx="1006475" cy="30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6016" name="Picture 45" descr="universiteit_gent_BE.gif"/>
          <p:cNvPicPr>
            <a:picLocks noChangeAspect="1"/>
          </p:cNvPicPr>
          <p:nvPr>
            <p:custDataLst>
              <p:tags r:id="rId20"/>
            </p:custDataLst>
          </p:nvPr>
        </p:nvPicPr>
        <p:blipFill>
          <a:blip r:embed="rId44">
            <a:extLst>
              <a:ext uri="{28A0092B-C50C-407E-A947-70E740481C1C}">
                <a14:useLocalDpi xmlns:a14="http://schemas.microsoft.com/office/drawing/2010/main" val="0"/>
              </a:ext>
            </a:extLst>
          </a:blip>
          <a:srcRect/>
          <a:stretch>
            <a:fillRect/>
          </a:stretch>
        </p:blipFill>
        <p:spPr bwMode="auto">
          <a:xfrm>
            <a:off x="6902450" y="3246438"/>
            <a:ext cx="9048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6017" name="Picture 50" descr="university_wageningen_NL.gif"/>
          <p:cNvPicPr>
            <a:picLocks noChangeAspect="1"/>
          </p:cNvPicPr>
          <p:nvPr>
            <p:custDataLst>
              <p:tags r:id="rId21"/>
            </p:custDataLst>
          </p:nvPr>
        </p:nvPicPr>
        <p:blipFill>
          <a:blip r:embed="rId45">
            <a:extLst>
              <a:ext uri="{28A0092B-C50C-407E-A947-70E740481C1C}">
                <a14:useLocalDpi xmlns:a14="http://schemas.microsoft.com/office/drawing/2010/main" val="0"/>
              </a:ext>
            </a:extLst>
          </a:blip>
          <a:srcRect/>
          <a:stretch>
            <a:fillRect/>
          </a:stretch>
        </p:blipFill>
        <p:spPr bwMode="auto">
          <a:xfrm>
            <a:off x="6804025" y="5300663"/>
            <a:ext cx="20351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6018" name="Picture 10" descr="phgi.gif"/>
          <p:cNvPicPr>
            <a:picLocks noChangeAspect="1" noChangeArrowheads="1"/>
          </p:cNvPicPr>
          <p:nvPr>
            <p:custDataLst>
              <p:tags r:id="rId22"/>
            </p:custDataLst>
          </p:nvPr>
        </p:nvPicPr>
        <p:blipFill>
          <a:blip r:embed="rId46">
            <a:extLst>
              <a:ext uri="{28A0092B-C50C-407E-A947-70E740481C1C}">
                <a14:useLocalDpi xmlns:a14="http://schemas.microsoft.com/office/drawing/2010/main" val="0"/>
              </a:ext>
            </a:extLst>
          </a:blip>
          <a:srcRect/>
          <a:stretch>
            <a:fillRect/>
          </a:stretch>
        </p:blipFill>
        <p:spPr bwMode="auto">
          <a:xfrm>
            <a:off x="6881813" y="3925888"/>
            <a:ext cx="649287"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6019" name="Picture 9" descr="startlogo1"/>
          <p:cNvPicPr>
            <a:picLocks noChangeAspect="1" noChangeArrowheads="1"/>
          </p:cNvPicPr>
          <p:nvPr>
            <p:custDataLst>
              <p:tags r:id="rId23"/>
            </p:custDataLst>
          </p:nvPr>
        </p:nvPicPr>
        <p:blipFill>
          <a:blip r:embed="rId47">
            <a:extLst>
              <a:ext uri="{28A0092B-C50C-407E-A947-70E740481C1C}">
                <a14:useLocalDpi xmlns:a14="http://schemas.microsoft.com/office/drawing/2010/main" val="0"/>
              </a:ext>
            </a:extLst>
          </a:blip>
          <a:srcRect/>
          <a:stretch>
            <a:fillRect/>
          </a:stretch>
        </p:blipFill>
        <p:spPr bwMode="auto">
          <a:xfrm>
            <a:off x="7864475" y="3176588"/>
            <a:ext cx="523875"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6020" name="Picture 41" descr="logo_rivm.gif"/>
          <p:cNvPicPr>
            <a:picLocks noChangeAspect="1"/>
          </p:cNvPicPr>
          <p:nvPr>
            <p:custDataLst>
              <p:tags r:id="rId24"/>
            </p:custDataLst>
          </p:nvPr>
        </p:nvPicPr>
        <p:blipFill>
          <a:blip r:embed="rId48">
            <a:extLst>
              <a:ext uri="{28A0092B-C50C-407E-A947-70E740481C1C}">
                <a14:useLocalDpi xmlns:a14="http://schemas.microsoft.com/office/drawing/2010/main" val="0"/>
              </a:ext>
            </a:extLst>
          </a:blip>
          <a:srcRect/>
          <a:stretch>
            <a:fillRect/>
          </a:stretch>
        </p:blipFill>
        <p:spPr bwMode="auto">
          <a:xfrm>
            <a:off x="7869238" y="4259263"/>
            <a:ext cx="1214437"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6021" name="Picture 48" descr="amzh_CR.gif"/>
          <p:cNvPicPr>
            <a:picLocks noChangeAspect="1"/>
          </p:cNvPicPr>
          <p:nvPr>
            <p:custDataLst>
              <p:tags r:id="rId25"/>
            </p:custDataLst>
          </p:nvPr>
        </p:nvPicPr>
        <p:blipFill>
          <a:blip r:embed="rId49" cstate="print">
            <a:extLst>
              <a:ext uri="{28A0092B-C50C-407E-A947-70E740481C1C}">
                <a14:useLocalDpi xmlns:a14="http://schemas.microsoft.com/office/drawing/2010/main" val="0"/>
              </a:ext>
            </a:extLst>
          </a:blip>
          <a:srcRect/>
          <a:stretch>
            <a:fillRect/>
          </a:stretch>
        </p:blipFill>
        <p:spPr bwMode="auto">
          <a:xfrm>
            <a:off x="7275513" y="4762500"/>
            <a:ext cx="536575"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6022" name="Picture 49" descr="NIPH_CZ.jpg"/>
          <p:cNvPicPr>
            <a:picLocks noChangeAspect="1"/>
          </p:cNvPicPr>
          <p:nvPr>
            <p:custDataLst>
              <p:tags r:id="rId26"/>
            </p:custDataLst>
          </p:nvPr>
        </p:nvPicPr>
        <p:blipFill>
          <a:blip r:embed="rId50">
            <a:extLst>
              <a:ext uri="{28A0092B-C50C-407E-A947-70E740481C1C}">
                <a14:useLocalDpi xmlns:a14="http://schemas.microsoft.com/office/drawing/2010/main" val="0"/>
              </a:ext>
            </a:extLst>
          </a:blip>
          <a:srcRect/>
          <a:stretch>
            <a:fillRect/>
          </a:stretch>
        </p:blipFill>
        <p:spPr bwMode="auto">
          <a:xfrm>
            <a:off x="8431213" y="4921250"/>
            <a:ext cx="65722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7" name="Straight Connector 16"/>
          <p:cNvCxnSpPr>
            <a:stCxn id="24" idx="3"/>
            <a:endCxn id="29" idx="1"/>
          </p:cNvCxnSpPr>
          <p:nvPr>
            <p:custDataLst>
              <p:tags r:id="rId27"/>
            </p:custDataLst>
          </p:nvPr>
        </p:nvCxnSpPr>
        <p:spPr>
          <a:xfrm>
            <a:off x="6659563" y="1454150"/>
            <a:ext cx="504825" cy="0"/>
          </a:xfrm>
          <a:prstGeom prst="line">
            <a:avLst/>
          </a:prstGeom>
          <a:ln w="22225">
            <a:solidFill>
              <a:srgbClr val="0FA13C"/>
            </a:solidFill>
            <a:prstDash val="sysDas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9225" idx="3"/>
          </p:cNvCxnSpPr>
          <p:nvPr>
            <p:custDataLst>
              <p:tags r:id="rId28"/>
            </p:custDataLst>
          </p:nvPr>
        </p:nvCxnSpPr>
        <p:spPr>
          <a:xfrm flipV="1">
            <a:off x="1701800" y="1555750"/>
            <a:ext cx="217488" cy="1588"/>
          </a:xfrm>
          <a:prstGeom prst="line">
            <a:avLst/>
          </a:prstGeom>
          <a:ln w="22225">
            <a:solidFill>
              <a:srgbClr val="0FA13C"/>
            </a:solidFill>
            <a:prstDash val="sysDash"/>
          </a:ln>
        </p:spPr>
        <p:style>
          <a:lnRef idx="1">
            <a:schemeClr val="accent1"/>
          </a:lnRef>
          <a:fillRef idx="0">
            <a:schemeClr val="accent1"/>
          </a:fillRef>
          <a:effectRef idx="0">
            <a:schemeClr val="accent1"/>
          </a:effectRef>
          <a:fontRef idx="minor">
            <a:schemeClr val="tx1"/>
          </a:fontRef>
        </p:style>
      </p:cxnSp>
      <p:pic>
        <p:nvPicPr>
          <p:cNvPr id="426025" name="Picture 50"/>
          <p:cNvPicPr>
            <a:picLocks noChangeAspect="1" noChangeArrowheads="1"/>
          </p:cNvPicPr>
          <p:nvPr>
            <p:custDataLst>
              <p:tags r:id="rId29"/>
            </p:custDataLst>
          </p:nvPr>
        </p:nvPicPr>
        <p:blipFill>
          <a:blip r:embed="rId51">
            <a:extLst>
              <a:ext uri="{28A0092B-C50C-407E-A947-70E740481C1C}">
                <a14:useLocalDpi xmlns:a14="http://schemas.microsoft.com/office/drawing/2010/main" val="0"/>
              </a:ext>
            </a:extLst>
          </a:blip>
          <a:srcRect/>
          <a:stretch>
            <a:fillRect/>
          </a:stretch>
        </p:blipFill>
        <p:spPr bwMode="auto">
          <a:xfrm>
            <a:off x="7621588" y="1747838"/>
            <a:ext cx="1428750"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6026" name="Picture 52" descr="epictitle"/>
          <p:cNvPicPr>
            <a:picLocks noChangeAspect="1" noChangeArrowheads="1"/>
          </p:cNvPicPr>
          <p:nvPr>
            <p:custDataLst>
              <p:tags r:id="rId30"/>
            </p:custDataLst>
          </p:nvPr>
        </p:nvPicPr>
        <p:blipFill>
          <a:blip r:embed="rId52">
            <a:extLst>
              <a:ext uri="{28A0092B-C50C-407E-A947-70E740481C1C}">
                <a14:useLocalDpi xmlns:a14="http://schemas.microsoft.com/office/drawing/2010/main" val="0"/>
              </a:ext>
            </a:extLst>
          </a:blip>
          <a:srcRect/>
          <a:stretch>
            <a:fillRect/>
          </a:stretch>
        </p:blipFill>
        <p:spPr bwMode="auto">
          <a:xfrm>
            <a:off x="6378575" y="2359025"/>
            <a:ext cx="25908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6027" name="Picture 53" descr="DTU.jpg"/>
          <p:cNvPicPr>
            <a:picLocks noChangeAspect="1"/>
          </p:cNvPicPr>
          <p:nvPr>
            <p:custDataLst>
              <p:tags r:id="rId31"/>
            </p:custDataLst>
          </p:nvPr>
        </p:nvPicPr>
        <p:blipFill>
          <a:blip r:embed="rId53">
            <a:extLst>
              <a:ext uri="{28A0092B-C50C-407E-A947-70E740481C1C}">
                <a14:useLocalDpi xmlns:a14="http://schemas.microsoft.com/office/drawing/2010/main" val="0"/>
              </a:ext>
            </a:extLst>
          </a:blip>
          <a:srcRect/>
          <a:stretch>
            <a:fillRect/>
          </a:stretch>
        </p:blipFill>
        <p:spPr bwMode="auto">
          <a:xfrm>
            <a:off x="8027988" y="2443163"/>
            <a:ext cx="1085850"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6028" name="Picture 55" descr="primainfologo_1.gif"/>
          <p:cNvPicPr>
            <a:picLocks noChangeAspect="1"/>
          </p:cNvPicPr>
          <p:nvPr>
            <p:custDataLst>
              <p:tags r:id="rId32"/>
            </p:custDataLst>
          </p:nvPr>
        </p:nvPicPr>
        <p:blipFill>
          <a:blip r:embed="rId54">
            <a:extLst>
              <a:ext uri="{28A0092B-C50C-407E-A947-70E740481C1C}">
                <a14:useLocalDpi xmlns:a14="http://schemas.microsoft.com/office/drawing/2010/main" val="0"/>
              </a:ext>
            </a:extLst>
          </a:blip>
          <a:srcRect/>
          <a:stretch>
            <a:fillRect/>
          </a:stretch>
        </p:blipFill>
        <p:spPr bwMode="auto">
          <a:xfrm>
            <a:off x="6419850" y="4578350"/>
            <a:ext cx="508000"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216" name="Straight Connector 9215"/>
          <p:cNvCxnSpPr/>
          <p:nvPr>
            <p:custDataLst>
              <p:tags r:id="rId33"/>
            </p:custDataLst>
          </p:nvPr>
        </p:nvCxnSpPr>
        <p:spPr>
          <a:xfrm>
            <a:off x="4140200" y="1700213"/>
            <a:ext cx="0" cy="282575"/>
          </a:xfrm>
          <a:prstGeom prst="line">
            <a:avLst/>
          </a:prstGeom>
          <a:ln w="22225">
            <a:solidFill>
              <a:srgbClr val="0FA13C"/>
            </a:solidFill>
            <a:prstDash val="sysDash"/>
          </a:ln>
        </p:spPr>
        <p:style>
          <a:lnRef idx="1">
            <a:schemeClr val="accent1"/>
          </a:lnRef>
          <a:fillRef idx="0">
            <a:schemeClr val="accent1"/>
          </a:fillRef>
          <a:effectRef idx="0">
            <a:schemeClr val="accent1"/>
          </a:effectRef>
          <a:fontRef idx="minor">
            <a:schemeClr val="tx1"/>
          </a:fontRef>
        </p:style>
      </p:cxnSp>
      <p:pic>
        <p:nvPicPr>
          <p:cNvPr id="426030" name="Picture 6"/>
          <p:cNvPicPr>
            <a:picLocks noChangeAspect="1" noChangeArrowheads="1"/>
          </p:cNvPicPr>
          <p:nvPr>
            <p:custDataLst>
              <p:tags r:id="rId34"/>
            </p:custDataLst>
          </p:nvPr>
        </p:nvPicPr>
        <p:blipFill>
          <a:blip r:embed="rId40">
            <a:extLst>
              <a:ext uri="{28A0092B-C50C-407E-A947-70E740481C1C}">
                <a14:useLocalDpi xmlns:a14="http://schemas.microsoft.com/office/drawing/2010/main" val="0"/>
              </a:ext>
            </a:extLst>
          </a:blip>
          <a:srcRect/>
          <a:stretch>
            <a:fillRect/>
          </a:stretch>
        </p:blipFill>
        <p:spPr bwMode="auto">
          <a:xfrm>
            <a:off x="4284663" y="5373688"/>
            <a:ext cx="22923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6031" name="TextBox 9229"/>
          <p:cNvSpPr txBox="1">
            <a:spLocks noChangeArrowheads="1"/>
          </p:cNvSpPr>
          <p:nvPr>
            <p:custDataLst>
              <p:tags r:id="rId35"/>
            </p:custDataLst>
          </p:nvPr>
        </p:nvSpPr>
        <p:spPr bwMode="auto">
          <a:xfrm>
            <a:off x="4318000" y="5373688"/>
            <a:ext cx="263048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GB" sz="1200" b="1">
                <a:solidFill>
                  <a:srgbClr val="0066FF"/>
                </a:solidFill>
                <a:latin typeface="Tahoma" pitchFamily="34" charset="0"/>
              </a:rPr>
              <a:t>Internal IT team</a:t>
            </a:r>
          </a:p>
          <a:p>
            <a:r>
              <a:rPr lang="en-GB" sz="1200">
                <a:latin typeface="Tahoma" pitchFamily="34" charset="0"/>
              </a:rPr>
              <a:t>IARC’s IT service (ITS group)</a:t>
            </a:r>
          </a:p>
          <a:p>
            <a:endParaRPr lang="en-GB" sz="1400">
              <a:latin typeface="Tahoma" pitchFamily="34" charset="0"/>
            </a:endParaRPr>
          </a:p>
        </p:txBody>
      </p:sp>
      <p:pic>
        <p:nvPicPr>
          <p:cNvPr id="426032" name="Picture 51" descr="http://www.marie-line-reynaud.com/wp-content/uploads/2012/02/anses-logo.jpg"/>
          <p:cNvPicPr>
            <a:picLocks noChangeAspect="1" noChangeArrowheads="1"/>
          </p:cNvPicPr>
          <p:nvPr>
            <p:custDataLst>
              <p:tags r:id="rId36"/>
            </p:custDataLst>
          </p:nvPr>
        </p:nvPicPr>
        <p:blipFill>
          <a:blip r:embed="rId55">
            <a:extLst>
              <a:ext uri="{28A0092B-C50C-407E-A947-70E740481C1C}">
                <a14:useLocalDpi xmlns:a14="http://schemas.microsoft.com/office/drawing/2010/main" val="0"/>
              </a:ext>
            </a:extLst>
          </a:blip>
          <a:srcRect/>
          <a:stretch>
            <a:fillRect/>
          </a:stretch>
        </p:blipFill>
        <p:spPr bwMode="auto">
          <a:xfrm>
            <a:off x="8388350" y="3460750"/>
            <a:ext cx="75565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1188356268"/>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DVSHAPEID" val="5kWBMV4TZM59FtFQGnKnkJ"/>
</p:tagLst>
</file>

<file path=ppt/tags/tag2.xml><?xml version="1.0" encoding="utf-8"?>
<p:tagLst xmlns:a="http://schemas.openxmlformats.org/drawingml/2006/main" xmlns:r="http://schemas.openxmlformats.org/officeDocument/2006/relationships" xmlns:p="http://schemas.openxmlformats.org/presentationml/2006/main">
  <p:tag name="DVSHAPEID" val="a67jBcyoMx56qLfA552ukF"/>
</p:tagLst>
</file>

<file path=ppt/tags/tag3.xml><?xml version="1.0" encoding="utf-8"?>
<p:tagLst xmlns:a="http://schemas.openxmlformats.org/drawingml/2006/main" xmlns:r="http://schemas.openxmlformats.org/officeDocument/2006/relationships" xmlns:p="http://schemas.openxmlformats.org/presentationml/2006/main">
  <p:tag name="DVSHAPEID" val="XM1hMGNG0fxmaPttkRlAZy"/>
</p:tagLst>
</file>

<file path=ppt/tags/tag4.xml><?xml version="1.0" encoding="utf-8"?>
<p:tagLst xmlns:a="http://schemas.openxmlformats.org/drawingml/2006/main" xmlns:r="http://schemas.openxmlformats.org/officeDocument/2006/relationships" xmlns:p="http://schemas.openxmlformats.org/presentationml/2006/main">
  <p:tag name="DVSHAPEID" val="3z3TB6iFkPou9likqRB6xQ"/>
</p:tagLst>
</file>

<file path=ppt/tags/tag5.xml><?xml version="1.0" encoding="utf-8"?>
<p:tagLst xmlns:a="http://schemas.openxmlformats.org/drawingml/2006/main" xmlns:r="http://schemas.openxmlformats.org/officeDocument/2006/relationships" xmlns:p="http://schemas.openxmlformats.org/presentationml/2006/main">
  <p:tag name="DVSHAPEID" val="z4Bq6CKb9JGpIsdS5GokUH"/>
</p:tagLst>
</file>

<file path=ppt/tags/tag6.xml><?xml version="1.0" encoding="utf-8"?>
<p:tagLst xmlns:a="http://schemas.openxmlformats.org/drawingml/2006/main" xmlns:r="http://schemas.openxmlformats.org/officeDocument/2006/relationships" xmlns:p="http://schemas.openxmlformats.org/presentationml/2006/main">
  <p:tag name="DVSHAPEID" val="LZPxpb6c7gCI1hor4Rmy7I"/>
</p:tagLst>
</file>

<file path=ppt/tags/tag7.xml><?xml version="1.0" encoding="utf-8"?>
<p:tagLst xmlns:a="http://schemas.openxmlformats.org/drawingml/2006/main" xmlns:r="http://schemas.openxmlformats.org/officeDocument/2006/relationships" xmlns:p="http://schemas.openxmlformats.org/presentationml/2006/main">
  <p:tag name="DVSHAPEID" val="4JgOYAwQH0RzeI2MRCU7Jf"/>
</p:tagLst>
</file>

<file path=ppt/tags/tag8.xml><?xml version="1.0" encoding="utf-8"?>
<p:tagLst xmlns:a="http://schemas.openxmlformats.org/drawingml/2006/main" xmlns:r="http://schemas.openxmlformats.org/officeDocument/2006/relationships" xmlns:p="http://schemas.openxmlformats.org/presentationml/2006/main">
  <p:tag name="DVSHAPEID" val="5HwKKXSvGpQ3V5gAcvGhzB"/>
</p:tagLst>
</file>

<file path=ppt/tags/tag9.xml><?xml version="1.0" encoding="utf-8"?>
<p:tagLst xmlns:a="http://schemas.openxmlformats.org/drawingml/2006/main" xmlns:r="http://schemas.openxmlformats.org/officeDocument/2006/relationships" xmlns:p="http://schemas.openxmlformats.org/presentationml/2006/main">
  <p:tag name="DVSHAPEID" val="Qr3FoiZKDZZPEzieQyXbjs"/>
</p:tagLst>
</file>

<file path=ppt/tags/tag10.xml><?xml version="1.0" encoding="utf-8"?>
<p:tagLst xmlns:a="http://schemas.openxmlformats.org/drawingml/2006/main" xmlns:r="http://schemas.openxmlformats.org/officeDocument/2006/relationships" xmlns:p="http://schemas.openxmlformats.org/presentationml/2006/main">
  <p:tag name="DVSHAPEID" val="LZPxpb6c7gCI1hor4Rmy7I"/>
</p:tagLst>
</file>

<file path=ppt/tags/tag11.xml><?xml version="1.0" encoding="utf-8"?>
<p:tagLst xmlns:a="http://schemas.openxmlformats.org/drawingml/2006/main" xmlns:r="http://schemas.openxmlformats.org/officeDocument/2006/relationships" xmlns:p="http://schemas.openxmlformats.org/presentationml/2006/main">
  <p:tag name="DVSHAPEID" val="4JgOYAwQH0RzeI2MRCU7Jf"/>
</p:tagLst>
</file>

<file path=ppt/tags/tag12.xml><?xml version="1.0" encoding="utf-8"?>
<p:tagLst xmlns:a="http://schemas.openxmlformats.org/drawingml/2006/main" xmlns:r="http://schemas.openxmlformats.org/officeDocument/2006/relationships" xmlns:p="http://schemas.openxmlformats.org/presentationml/2006/main">
  <p:tag name="DVSHAPEID" val="5HwKKXSvGpQ3V5gAcvGhzB"/>
</p:tagLst>
</file>

<file path=ppt/tags/tag13.xml><?xml version="1.0" encoding="utf-8"?>
<p:tagLst xmlns:a="http://schemas.openxmlformats.org/drawingml/2006/main" xmlns:r="http://schemas.openxmlformats.org/officeDocument/2006/relationships" xmlns:p="http://schemas.openxmlformats.org/presentationml/2006/main">
  <p:tag name="DVSHAPEID" val="Qr3FoiZKDZZPEzieQyXbjs"/>
</p:tagLst>
</file>

<file path=ppt/tags/tag14.xml><?xml version="1.0" encoding="utf-8"?>
<p:tagLst xmlns:a="http://schemas.openxmlformats.org/drawingml/2006/main" xmlns:r="http://schemas.openxmlformats.org/officeDocument/2006/relationships" xmlns:p="http://schemas.openxmlformats.org/presentationml/2006/main">
  <p:tag name="DVSHAPEID" val="RnXnfZzjIpADCQvVueTagM"/>
</p:tagLst>
</file>

<file path=ppt/tags/tag15.xml><?xml version="1.0" encoding="utf-8"?>
<p:tagLst xmlns:a="http://schemas.openxmlformats.org/drawingml/2006/main" xmlns:r="http://schemas.openxmlformats.org/officeDocument/2006/relationships" xmlns:p="http://schemas.openxmlformats.org/presentationml/2006/main">
  <p:tag name="DVSHAPEID" val="Sxzgd1M737769DtjVzXq1y"/>
</p:tagLst>
</file>

<file path=ppt/tags/tag16.xml><?xml version="1.0" encoding="utf-8"?>
<p:tagLst xmlns:a="http://schemas.openxmlformats.org/drawingml/2006/main" xmlns:r="http://schemas.openxmlformats.org/officeDocument/2006/relationships" xmlns:p="http://schemas.openxmlformats.org/presentationml/2006/main">
  <p:tag name="DVSHAPEID" val="qb0ZruVEm5i4upOYMxxBlt"/>
</p:tagLst>
</file>

<file path=ppt/tags/tag17.xml><?xml version="1.0" encoding="utf-8"?>
<p:tagLst xmlns:a="http://schemas.openxmlformats.org/drawingml/2006/main" xmlns:r="http://schemas.openxmlformats.org/officeDocument/2006/relationships" xmlns:p="http://schemas.openxmlformats.org/presentationml/2006/main">
  <p:tag name="DVSHAPEID" val="wvHRrbjjcPLj7nfdAicpK1"/>
</p:tagLst>
</file>

<file path=ppt/tags/tag18.xml><?xml version="1.0" encoding="utf-8"?>
<p:tagLst xmlns:a="http://schemas.openxmlformats.org/drawingml/2006/main" xmlns:r="http://schemas.openxmlformats.org/officeDocument/2006/relationships" xmlns:p="http://schemas.openxmlformats.org/presentationml/2006/main">
  <p:tag name="DVSHAPEID" val="O483uWMpTqdWFviz2Kl3Ss"/>
</p:tagLst>
</file>

<file path=ppt/tags/tag19.xml><?xml version="1.0" encoding="utf-8"?>
<p:tagLst xmlns:a="http://schemas.openxmlformats.org/drawingml/2006/main" xmlns:r="http://schemas.openxmlformats.org/officeDocument/2006/relationships" xmlns:p="http://schemas.openxmlformats.org/presentationml/2006/main">
  <p:tag name="DVSECTIONID" val="uvSDacbgDaDqi2GWPqMHNv"/>
</p:tagLst>
</file>

<file path=ppt/tags/tag20.xml><?xml version="1.0" encoding="utf-8"?>
<p:tagLst xmlns:a="http://schemas.openxmlformats.org/drawingml/2006/main" xmlns:r="http://schemas.openxmlformats.org/officeDocument/2006/relationships" xmlns:p="http://schemas.openxmlformats.org/presentationml/2006/main">
  <p:tag name="DVSHAPEID" val="iMz4w40FhLCvONUxfCC5za"/>
</p:tagLst>
</file>

<file path=ppt/tags/tag21.xml><?xml version="1.0" encoding="utf-8"?>
<p:tagLst xmlns:a="http://schemas.openxmlformats.org/drawingml/2006/main" xmlns:r="http://schemas.openxmlformats.org/officeDocument/2006/relationships" xmlns:p="http://schemas.openxmlformats.org/presentationml/2006/main">
  <p:tag name="DVSECTIONID" val="XesIVNVWRJTbP8HE12qUov"/>
</p:tagLst>
</file>

<file path=ppt/tags/tag22.xml><?xml version="1.0" encoding="utf-8"?>
<p:tagLst xmlns:a="http://schemas.openxmlformats.org/drawingml/2006/main" xmlns:r="http://schemas.openxmlformats.org/officeDocument/2006/relationships" xmlns:p="http://schemas.openxmlformats.org/presentationml/2006/main">
  <p:tag name="DVSHAPEID" val="yf6uloPDUKmc071tqOUuTM"/>
</p:tagLst>
</file>

<file path=ppt/tags/tag23.xml><?xml version="1.0" encoding="utf-8"?>
<p:tagLst xmlns:a="http://schemas.openxmlformats.org/drawingml/2006/main" xmlns:r="http://schemas.openxmlformats.org/officeDocument/2006/relationships" xmlns:p="http://schemas.openxmlformats.org/presentationml/2006/main">
  <p:tag name="DVSHAPEID" val="vHo7b7RLr4k7gNQeiYWTrc"/>
</p:tagLst>
</file>

<file path=ppt/tags/tag24.xml><?xml version="1.0" encoding="utf-8"?>
<p:tagLst xmlns:a="http://schemas.openxmlformats.org/drawingml/2006/main" xmlns:r="http://schemas.openxmlformats.org/officeDocument/2006/relationships" xmlns:p="http://schemas.openxmlformats.org/presentationml/2006/main">
  <p:tag name="DVSHAPEID" val="9D3zL3mVO6hMJo5edHM8jh"/>
</p:tagLst>
</file>

<file path=ppt/tags/tag25.xml><?xml version="1.0" encoding="utf-8"?>
<p:tagLst xmlns:a="http://schemas.openxmlformats.org/drawingml/2006/main" xmlns:r="http://schemas.openxmlformats.org/officeDocument/2006/relationships" xmlns:p="http://schemas.openxmlformats.org/presentationml/2006/main">
  <p:tag name="DVSHAPEID" val="RTReDcvWxZliyL3CmNpwfe"/>
</p:tagLst>
</file>

<file path=ppt/tags/tag26.xml><?xml version="1.0" encoding="utf-8"?>
<p:tagLst xmlns:a="http://schemas.openxmlformats.org/drawingml/2006/main" xmlns:r="http://schemas.openxmlformats.org/officeDocument/2006/relationships" xmlns:p="http://schemas.openxmlformats.org/presentationml/2006/main">
  <p:tag name="DVSHAPEID" val="Pu3r84Kf7jTSLaHxq9pSyh"/>
</p:tagLst>
</file>

<file path=ppt/tags/tag27.xml><?xml version="1.0" encoding="utf-8"?>
<p:tagLst xmlns:a="http://schemas.openxmlformats.org/drawingml/2006/main" xmlns:r="http://schemas.openxmlformats.org/officeDocument/2006/relationships" xmlns:p="http://schemas.openxmlformats.org/presentationml/2006/main">
  <p:tag name="DVSHAPEID" val="rqQkaBlZIM1D3nbb4rbiS1"/>
</p:tagLst>
</file>

<file path=ppt/tags/tag28.xml><?xml version="1.0" encoding="utf-8"?>
<p:tagLst xmlns:a="http://schemas.openxmlformats.org/drawingml/2006/main" xmlns:r="http://schemas.openxmlformats.org/officeDocument/2006/relationships" xmlns:p="http://schemas.openxmlformats.org/presentationml/2006/main">
  <p:tag name="DVSHAPEID" val="oFZTUOmf6nFy2CBNT9T7A6"/>
</p:tagLst>
</file>

<file path=ppt/tags/tag29.xml><?xml version="1.0" encoding="utf-8"?>
<p:tagLst xmlns:a="http://schemas.openxmlformats.org/drawingml/2006/main" xmlns:r="http://schemas.openxmlformats.org/officeDocument/2006/relationships" xmlns:p="http://schemas.openxmlformats.org/presentationml/2006/main">
  <p:tag name="DVSECTIONID" val="NG4HXlDWkXfBoiInY5bD1r"/>
</p:tagLst>
</file>

<file path=ppt/tags/tag30.xml><?xml version="1.0" encoding="utf-8"?>
<p:tagLst xmlns:a="http://schemas.openxmlformats.org/drawingml/2006/main" xmlns:r="http://schemas.openxmlformats.org/officeDocument/2006/relationships" xmlns:p="http://schemas.openxmlformats.org/presentationml/2006/main">
  <p:tag name="DVSHAPEID" val="wbULSwp2XMBfVo5yXwz5kg"/>
</p:tagLst>
</file>

<file path=ppt/tags/tag31.xml><?xml version="1.0" encoding="utf-8"?>
<p:tagLst xmlns:a="http://schemas.openxmlformats.org/drawingml/2006/main" xmlns:r="http://schemas.openxmlformats.org/officeDocument/2006/relationships" xmlns:p="http://schemas.openxmlformats.org/presentationml/2006/main">
  <p:tag name="DVSHAPEID" val="5jvJVSczuYS7gn9KcuffNP"/>
</p:tagLst>
</file>

<file path=ppt/tags/tag32.xml><?xml version="1.0" encoding="utf-8"?>
<p:tagLst xmlns:a="http://schemas.openxmlformats.org/drawingml/2006/main" xmlns:r="http://schemas.openxmlformats.org/officeDocument/2006/relationships" xmlns:p="http://schemas.openxmlformats.org/presentationml/2006/main">
  <p:tag name="DVSHAPEID" val="UzSvsHF5wtPf5Af8AxPniD"/>
</p:tagLst>
</file>

<file path=ppt/tags/tag33.xml><?xml version="1.0" encoding="utf-8"?>
<p:tagLst xmlns:a="http://schemas.openxmlformats.org/drawingml/2006/main" xmlns:r="http://schemas.openxmlformats.org/officeDocument/2006/relationships" xmlns:p="http://schemas.openxmlformats.org/presentationml/2006/main">
  <p:tag name="DVSHAPEID" val="mN8Hock4Q5tgpVQppuUoro"/>
</p:tagLst>
</file>

<file path=ppt/tags/tag34.xml><?xml version="1.0" encoding="utf-8"?>
<p:tagLst xmlns:a="http://schemas.openxmlformats.org/drawingml/2006/main" xmlns:r="http://schemas.openxmlformats.org/officeDocument/2006/relationships" xmlns:p="http://schemas.openxmlformats.org/presentationml/2006/main">
  <p:tag name="DVSHAPEID" val="h0iyu3UIppxgd4nKisLsDK"/>
</p:tagLst>
</file>

<file path=ppt/tags/tag35.xml><?xml version="1.0" encoding="utf-8"?>
<p:tagLst xmlns:a="http://schemas.openxmlformats.org/drawingml/2006/main" xmlns:r="http://schemas.openxmlformats.org/officeDocument/2006/relationships" xmlns:p="http://schemas.openxmlformats.org/presentationml/2006/main">
  <p:tag name="DVSHAPEID" val="MPbjib7ktUbXw7pQHha7G3"/>
</p:tagLst>
</file>

<file path=ppt/tags/tag36.xml><?xml version="1.0" encoding="utf-8"?>
<p:tagLst xmlns:a="http://schemas.openxmlformats.org/drawingml/2006/main" xmlns:r="http://schemas.openxmlformats.org/officeDocument/2006/relationships" xmlns:p="http://schemas.openxmlformats.org/presentationml/2006/main">
  <p:tag name="DVSHAPEID" val="I8IM1EcrDZLxesnaLJA4WC"/>
</p:tagLst>
</file>

<file path=ppt/tags/tag37.xml><?xml version="1.0" encoding="utf-8"?>
<p:tagLst xmlns:a="http://schemas.openxmlformats.org/drawingml/2006/main" xmlns:r="http://schemas.openxmlformats.org/officeDocument/2006/relationships" xmlns:p="http://schemas.openxmlformats.org/presentationml/2006/main">
  <p:tag name="DVSHAPEID" val="5fyglsLuhv3J62Bv9s82hc"/>
</p:tagLst>
</file>

<file path=ppt/tags/tag38.xml><?xml version="1.0" encoding="utf-8"?>
<p:tagLst xmlns:a="http://schemas.openxmlformats.org/drawingml/2006/main" xmlns:r="http://schemas.openxmlformats.org/officeDocument/2006/relationships" xmlns:p="http://schemas.openxmlformats.org/presentationml/2006/main">
  <p:tag name="DVSHAPEID" val="cYSWtxvrxB763seLjJG9Hf"/>
</p:tagLst>
</file>

<file path=ppt/tags/tag39.xml><?xml version="1.0" encoding="utf-8"?>
<p:tagLst xmlns:a="http://schemas.openxmlformats.org/drawingml/2006/main" xmlns:r="http://schemas.openxmlformats.org/officeDocument/2006/relationships" xmlns:p="http://schemas.openxmlformats.org/presentationml/2006/main">
  <p:tag name="DVSHAPEID" val="tvlkzfz7VTlS2znpZdYQYs"/>
</p:tagLst>
</file>

<file path=ppt/tags/tag40.xml><?xml version="1.0" encoding="utf-8"?>
<p:tagLst xmlns:a="http://schemas.openxmlformats.org/drawingml/2006/main" xmlns:r="http://schemas.openxmlformats.org/officeDocument/2006/relationships" xmlns:p="http://schemas.openxmlformats.org/presentationml/2006/main">
  <p:tag name="DVSHAPEID" val="B0Z8hn9om8uXvnB8XgRpFd"/>
</p:tagLst>
</file>

<file path=ppt/tags/tag41.xml><?xml version="1.0" encoding="utf-8"?>
<p:tagLst xmlns:a="http://schemas.openxmlformats.org/drawingml/2006/main" xmlns:r="http://schemas.openxmlformats.org/officeDocument/2006/relationships" xmlns:p="http://schemas.openxmlformats.org/presentationml/2006/main">
  <p:tag name="DVSHAPEID" val="KapEnTKsaQh1TklqYcXxwd"/>
</p:tagLst>
</file>

<file path=ppt/tags/tag42.xml><?xml version="1.0" encoding="utf-8"?>
<p:tagLst xmlns:a="http://schemas.openxmlformats.org/drawingml/2006/main" xmlns:r="http://schemas.openxmlformats.org/officeDocument/2006/relationships" xmlns:p="http://schemas.openxmlformats.org/presentationml/2006/main">
  <p:tag name="DVSHAPEID" val="o540NQgIZyMogOICZfEUXD"/>
</p:tagLst>
</file>

<file path=ppt/tags/tag43.xml><?xml version="1.0" encoding="utf-8"?>
<p:tagLst xmlns:a="http://schemas.openxmlformats.org/drawingml/2006/main" xmlns:r="http://schemas.openxmlformats.org/officeDocument/2006/relationships" xmlns:p="http://schemas.openxmlformats.org/presentationml/2006/main">
  <p:tag name="DVSHAPEID" val="GttgNwhFs8GwMkAn6TbsRI"/>
</p:tagLst>
</file>

<file path=ppt/tags/tag44.xml><?xml version="1.0" encoding="utf-8"?>
<p:tagLst xmlns:a="http://schemas.openxmlformats.org/drawingml/2006/main" xmlns:r="http://schemas.openxmlformats.org/officeDocument/2006/relationships" xmlns:p="http://schemas.openxmlformats.org/presentationml/2006/main">
  <p:tag name="DVSHAPEID" val="ev4wIlcHSCgKpAwx3Jqk5D"/>
</p:tagLst>
</file>

<file path=ppt/tags/tag45.xml><?xml version="1.0" encoding="utf-8"?>
<p:tagLst xmlns:a="http://schemas.openxmlformats.org/drawingml/2006/main" xmlns:r="http://schemas.openxmlformats.org/officeDocument/2006/relationships" xmlns:p="http://schemas.openxmlformats.org/presentationml/2006/main">
  <p:tag name="DVSHAPEID" val="HJ2o2B9KIvMXeYchOWsKf4"/>
</p:tagLst>
</file>

<file path=ppt/tags/tag46.xml><?xml version="1.0" encoding="utf-8"?>
<p:tagLst xmlns:a="http://schemas.openxmlformats.org/drawingml/2006/main" xmlns:r="http://schemas.openxmlformats.org/officeDocument/2006/relationships" xmlns:p="http://schemas.openxmlformats.org/presentationml/2006/main">
  <p:tag name="DVSHAPEID" val="g2UZRzQs1xCAOktjiAx7UK"/>
</p:tagLst>
</file>

<file path=ppt/tags/tag47.xml><?xml version="1.0" encoding="utf-8"?>
<p:tagLst xmlns:a="http://schemas.openxmlformats.org/drawingml/2006/main" xmlns:r="http://schemas.openxmlformats.org/officeDocument/2006/relationships" xmlns:p="http://schemas.openxmlformats.org/presentationml/2006/main">
  <p:tag name="DVSHAPEID" val="XslxkMUuRlnDs0u3KAUfte"/>
</p:tagLst>
</file>

<file path=ppt/tags/tag48.xml><?xml version="1.0" encoding="utf-8"?>
<p:tagLst xmlns:a="http://schemas.openxmlformats.org/drawingml/2006/main" xmlns:r="http://schemas.openxmlformats.org/officeDocument/2006/relationships" xmlns:p="http://schemas.openxmlformats.org/presentationml/2006/main">
  <p:tag name="DVSHAPEID" val="kEaRNvDSc79v4rDje3yxGh"/>
</p:tagLst>
</file>

<file path=ppt/tags/tag49.xml><?xml version="1.0" encoding="utf-8"?>
<p:tagLst xmlns:a="http://schemas.openxmlformats.org/drawingml/2006/main" xmlns:r="http://schemas.openxmlformats.org/officeDocument/2006/relationships" xmlns:p="http://schemas.openxmlformats.org/presentationml/2006/main">
  <p:tag name="DVSHAPEID" val="caRsPfQXdEhJ8HnsYoQY8f"/>
</p:tagLst>
</file>

<file path=ppt/tags/tag50.xml><?xml version="1.0" encoding="utf-8"?>
<p:tagLst xmlns:a="http://schemas.openxmlformats.org/drawingml/2006/main" xmlns:r="http://schemas.openxmlformats.org/officeDocument/2006/relationships" xmlns:p="http://schemas.openxmlformats.org/presentationml/2006/main">
  <p:tag name="DVSHAPEID" val="tXW2qqmQHVy2rZ0kGo2fUv"/>
</p:tagLst>
</file>

<file path=ppt/tags/tag51.xml><?xml version="1.0" encoding="utf-8"?>
<p:tagLst xmlns:a="http://schemas.openxmlformats.org/drawingml/2006/main" xmlns:r="http://schemas.openxmlformats.org/officeDocument/2006/relationships" xmlns:p="http://schemas.openxmlformats.org/presentationml/2006/main">
  <p:tag name="DVSHAPEID" val="eljVWL59HH9WHUwMPpAmWm"/>
</p:tagLst>
</file>

<file path=ppt/tags/tag52.xml><?xml version="1.0" encoding="utf-8"?>
<p:tagLst xmlns:a="http://schemas.openxmlformats.org/drawingml/2006/main" xmlns:r="http://schemas.openxmlformats.org/officeDocument/2006/relationships" xmlns:p="http://schemas.openxmlformats.org/presentationml/2006/main">
  <p:tag name="DVSHAPEID" val="a6gnsDIrWSlYJBIuuALyeQ"/>
</p:tagLst>
</file>

<file path=ppt/tags/tag53.xml><?xml version="1.0" encoding="utf-8"?>
<p:tagLst xmlns:a="http://schemas.openxmlformats.org/drawingml/2006/main" xmlns:r="http://schemas.openxmlformats.org/officeDocument/2006/relationships" xmlns:p="http://schemas.openxmlformats.org/presentationml/2006/main">
  <p:tag name="DVSHAPEID" val="Sui5OTzCExyRadFyjrqfLg"/>
</p:tagLst>
</file>

<file path=ppt/tags/tag54.xml><?xml version="1.0" encoding="utf-8"?>
<p:tagLst xmlns:a="http://schemas.openxmlformats.org/drawingml/2006/main" xmlns:r="http://schemas.openxmlformats.org/officeDocument/2006/relationships" xmlns:p="http://schemas.openxmlformats.org/presentationml/2006/main">
  <p:tag name="DVSHAPEID" val="BJbU3kV0Bo7kdM5mPPSjdN"/>
</p:tagLst>
</file>

<file path=ppt/tags/tag55.xml><?xml version="1.0" encoding="utf-8"?>
<p:tagLst xmlns:a="http://schemas.openxmlformats.org/drawingml/2006/main" xmlns:r="http://schemas.openxmlformats.org/officeDocument/2006/relationships" xmlns:p="http://schemas.openxmlformats.org/presentationml/2006/main">
  <p:tag name="DVSHAPEID" val="qRrvOVgj7Z5CSyUTPeHEW9"/>
</p:tagLst>
</file>

<file path=ppt/tags/tag56.xml><?xml version="1.0" encoding="utf-8"?>
<p:tagLst xmlns:a="http://schemas.openxmlformats.org/drawingml/2006/main" xmlns:r="http://schemas.openxmlformats.org/officeDocument/2006/relationships" xmlns:p="http://schemas.openxmlformats.org/presentationml/2006/main">
  <p:tag name="DVSHAPEID" val="KQ0SsWCBmr3NjjtywZJig8"/>
</p:tagLst>
</file>

<file path=ppt/tags/tag57.xml><?xml version="1.0" encoding="utf-8"?>
<p:tagLst xmlns:a="http://schemas.openxmlformats.org/drawingml/2006/main" xmlns:r="http://schemas.openxmlformats.org/officeDocument/2006/relationships" xmlns:p="http://schemas.openxmlformats.org/presentationml/2006/main">
  <p:tag name="DVSHAPEID" val="eATwrVZEBzRg6AvVskHwCD"/>
</p:tagLst>
</file>

<file path=ppt/tags/tag58.xml><?xml version="1.0" encoding="utf-8"?>
<p:tagLst xmlns:a="http://schemas.openxmlformats.org/drawingml/2006/main" xmlns:r="http://schemas.openxmlformats.org/officeDocument/2006/relationships" xmlns:p="http://schemas.openxmlformats.org/presentationml/2006/main">
  <p:tag name="DVSHAPEID" val="y4fAphIIUETCBpZVuGBIQt"/>
</p:tagLst>
</file>

<file path=ppt/tags/tag59.xml><?xml version="1.0" encoding="utf-8"?>
<p:tagLst xmlns:a="http://schemas.openxmlformats.org/drawingml/2006/main" xmlns:r="http://schemas.openxmlformats.org/officeDocument/2006/relationships" xmlns:p="http://schemas.openxmlformats.org/presentationml/2006/main">
  <p:tag name="DVSHAPEID" val="W2dT3AwpAJvB2OhRvIVTEd"/>
</p:tagLst>
</file>

<file path=ppt/tags/tag60.xml><?xml version="1.0" encoding="utf-8"?>
<p:tagLst xmlns:a="http://schemas.openxmlformats.org/drawingml/2006/main" xmlns:r="http://schemas.openxmlformats.org/officeDocument/2006/relationships" xmlns:p="http://schemas.openxmlformats.org/presentationml/2006/main">
  <p:tag name="DVSHAPEID" val="muZ5WwP0UUN48cnwd8bv39"/>
</p:tagLst>
</file>

<file path=ppt/tags/tag61.xml><?xml version="1.0" encoding="utf-8"?>
<p:tagLst xmlns:a="http://schemas.openxmlformats.org/drawingml/2006/main" xmlns:r="http://schemas.openxmlformats.org/officeDocument/2006/relationships" xmlns:p="http://schemas.openxmlformats.org/presentationml/2006/main">
  <p:tag name="DVSHAPEID" val="60naEDbTMWPIFITXDZAAPB"/>
</p:tagLst>
</file>

<file path=ppt/tags/tag62.xml><?xml version="1.0" encoding="utf-8"?>
<p:tagLst xmlns:a="http://schemas.openxmlformats.org/drawingml/2006/main" xmlns:r="http://schemas.openxmlformats.org/officeDocument/2006/relationships" xmlns:p="http://schemas.openxmlformats.org/presentationml/2006/main">
  <p:tag name="DVSHAPEID" val="NXG4tZuNH9adnYIMSbP17Q"/>
</p:tagLst>
</file>

<file path=ppt/tags/tag63.xml><?xml version="1.0" encoding="utf-8"?>
<p:tagLst xmlns:a="http://schemas.openxmlformats.org/drawingml/2006/main" xmlns:r="http://schemas.openxmlformats.org/officeDocument/2006/relationships" xmlns:p="http://schemas.openxmlformats.org/presentationml/2006/main">
  <p:tag name="DVSECTIONID" val="aGEnersGv9umMAgbF3wBVy"/>
</p:tagLst>
</file>

<file path=ppt/tags/tag64.xml><?xml version="1.0" encoding="utf-8"?>
<p:tagLst xmlns:a="http://schemas.openxmlformats.org/drawingml/2006/main" xmlns:r="http://schemas.openxmlformats.org/officeDocument/2006/relationships" xmlns:p="http://schemas.openxmlformats.org/presentationml/2006/main">
  <p:tag name="DVSHAPEID" val="cIZyg3F5dG6MQKbZ40AvZ6"/>
</p:tagLst>
</file>

<file path=ppt/tags/tag65.xml><?xml version="1.0" encoding="utf-8"?>
<p:tagLst xmlns:a="http://schemas.openxmlformats.org/drawingml/2006/main" xmlns:r="http://schemas.openxmlformats.org/officeDocument/2006/relationships" xmlns:p="http://schemas.openxmlformats.org/presentationml/2006/main">
  <p:tag name="DVSHAPEID" val="gRYI8YTd1Zz0fbbcXH37ru"/>
</p:tagLst>
</file>

<file path=ppt/tags/tag66.xml><?xml version="1.0" encoding="utf-8"?>
<p:tagLst xmlns:a="http://schemas.openxmlformats.org/drawingml/2006/main" xmlns:r="http://schemas.openxmlformats.org/officeDocument/2006/relationships" xmlns:p="http://schemas.openxmlformats.org/presentationml/2006/main">
  <p:tag name="DVSHAPEID" val="C9oqX5oNgLs5s8AxVHcZF6"/>
</p:tagLst>
</file>

<file path=ppt/tags/tag67.xml><?xml version="1.0" encoding="utf-8"?>
<p:tagLst xmlns:a="http://schemas.openxmlformats.org/drawingml/2006/main" xmlns:r="http://schemas.openxmlformats.org/officeDocument/2006/relationships" xmlns:p="http://schemas.openxmlformats.org/presentationml/2006/main">
  <p:tag name="DVSHAPEID" val="dPu0NS2TrRFMeOjH0OOeJN"/>
</p:tagLst>
</file>

<file path=ppt/tags/tag68.xml><?xml version="1.0" encoding="utf-8"?>
<p:tagLst xmlns:a="http://schemas.openxmlformats.org/drawingml/2006/main" xmlns:r="http://schemas.openxmlformats.org/officeDocument/2006/relationships" xmlns:p="http://schemas.openxmlformats.org/presentationml/2006/main">
  <p:tag name="DVSHAPEID" val="y9I3BqMmVrOvWyVXhvKmjA"/>
</p:tagLst>
</file>

<file path=ppt/tags/tag69.xml><?xml version="1.0" encoding="utf-8"?>
<p:tagLst xmlns:a="http://schemas.openxmlformats.org/drawingml/2006/main" xmlns:r="http://schemas.openxmlformats.org/officeDocument/2006/relationships" xmlns:p="http://schemas.openxmlformats.org/presentationml/2006/main">
  <p:tag name="DVSHAPEID" val="qGTLddGoaqnphlhKgC75Wd"/>
</p:tagLst>
</file>

<file path=ppt/tags/tag70.xml><?xml version="1.0" encoding="utf-8"?>
<p:tagLst xmlns:a="http://schemas.openxmlformats.org/drawingml/2006/main" xmlns:r="http://schemas.openxmlformats.org/officeDocument/2006/relationships" xmlns:p="http://schemas.openxmlformats.org/presentationml/2006/main">
  <p:tag name="DVSHAPEID" val="XISKM3wiunuXJ2aQcyFxgo"/>
</p:tagLst>
</file>

<file path=ppt/tags/tag71.xml><?xml version="1.0" encoding="utf-8"?>
<p:tagLst xmlns:a="http://schemas.openxmlformats.org/drawingml/2006/main" xmlns:r="http://schemas.openxmlformats.org/officeDocument/2006/relationships" xmlns:p="http://schemas.openxmlformats.org/presentationml/2006/main">
  <p:tag name="DVSHAPEID" val="8whAFxf7feEcJaSsrDRSWZ"/>
</p:tagLst>
</file>

<file path=ppt/tags/tag72.xml><?xml version="1.0" encoding="utf-8"?>
<p:tagLst xmlns:a="http://schemas.openxmlformats.org/drawingml/2006/main" xmlns:r="http://schemas.openxmlformats.org/officeDocument/2006/relationships" xmlns:p="http://schemas.openxmlformats.org/presentationml/2006/main">
  <p:tag name="DVSHAPEID" val="VkBfzqqyqpXyzmtboZ3m7g"/>
</p:tagLst>
</file>

<file path=ppt/tags/tag73.xml><?xml version="1.0" encoding="utf-8"?>
<p:tagLst xmlns:a="http://schemas.openxmlformats.org/drawingml/2006/main" xmlns:r="http://schemas.openxmlformats.org/officeDocument/2006/relationships" xmlns:p="http://schemas.openxmlformats.org/presentationml/2006/main">
  <p:tag name="DVSHAPEID" val="iwiZXJ72Gor8BWYpXOHHNf"/>
</p:tagLst>
</file>

<file path=ppt/tags/tag74.xml><?xml version="1.0" encoding="utf-8"?>
<p:tagLst xmlns:a="http://schemas.openxmlformats.org/drawingml/2006/main" xmlns:r="http://schemas.openxmlformats.org/officeDocument/2006/relationships" xmlns:p="http://schemas.openxmlformats.org/presentationml/2006/main">
  <p:tag name="DVSHAPEID" val="faBwZfeROzSF15WAtGqnIy"/>
</p:tagLst>
</file>

<file path=ppt/tags/tag75.xml><?xml version="1.0" encoding="utf-8"?>
<p:tagLst xmlns:a="http://schemas.openxmlformats.org/drawingml/2006/main" xmlns:r="http://schemas.openxmlformats.org/officeDocument/2006/relationships" xmlns:p="http://schemas.openxmlformats.org/presentationml/2006/main">
  <p:tag name="DVSHAPEID" val="7qLxcY2fFqs3g8nrKRNOAS"/>
</p:tagLst>
</file>

<file path=ppt/tags/tag76.xml><?xml version="1.0" encoding="utf-8"?>
<p:tagLst xmlns:a="http://schemas.openxmlformats.org/drawingml/2006/main" xmlns:r="http://schemas.openxmlformats.org/officeDocument/2006/relationships" xmlns:p="http://schemas.openxmlformats.org/presentationml/2006/main">
  <p:tag name="DVSHAPEID" val="gVUTtml0gqwH3aLs2fPyTr"/>
</p:tagLst>
</file>

<file path=ppt/tags/tag77.xml><?xml version="1.0" encoding="utf-8"?>
<p:tagLst xmlns:a="http://schemas.openxmlformats.org/drawingml/2006/main" xmlns:r="http://schemas.openxmlformats.org/officeDocument/2006/relationships" xmlns:p="http://schemas.openxmlformats.org/presentationml/2006/main">
  <p:tag name="DVSHAPEID" val="dYOOc1WzzUYeaPCivFUFa1"/>
</p:tagLst>
</file>

<file path=ppt/tags/tag78.xml><?xml version="1.0" encoding="utf-8"?>
<p:tagLst xmlns:a="http://schemas.openxmlformats.org/drawingml/2006/main" xmlns:r="http://schemas.openxmlformats.org/officeDocument/2006/relationships" xmlns:p="http://schemas.openxmlformats.org/presentationml/2006/main">
  <p:tag name="DVSHAPEID" val="wz4dFiOyZ1YOIW5E9j4HQC"/>
</p:tagLst>
</file>

<file path=ppt/tags/tag79.xml><?xml version="1.0" encoding="utf-8"?>
<p:tagLst xmlns:a="http://schemas.openxmlformats.org/drawingml/2006/main" xmlns:r="http://schemas.openxmlformats.org/officeDocument/2006/relationships" xmlns:p="http://schemas.openxmlformats.org/presentationml/2006/main">
  <p:tag name="DVSHAPEID" val="IO0WPKJ9EehbseJZmDK1VW"/>
</p:tagLst>
</file>

<file path=ppt/tags/tag80.xml><?xml version="1.0" encoding="utf-8"?>
<p:tagLst xmlns:a="http://schemas.openxmlformats.org/drawingml/2006/main" xmlns:r="http://schemas.openxmlformats.org/officeDocument/2006/relationships" xmlns:p="http://schemas.openxmlformats.org/presentationml/2006/main">
  <p:tag name="DVSHAPEID" val="gl6GdRwABtbUQgdJs4OPmJ"/>
</p:tagLst>
</file>

<file path=ppt/tags/tag81.xml><?xml version="1.0" encoding="utf-8"?>
<p:tagLst xmlns:a="http://schemas.openxmlformats.org/drawingml/2006/main" xmlns:r="http://schemas.openxmlformats.org/officeDocument/2006/relationships" xmlns:p="http://schemas.openxmlformats.org/presentationml/2006/main">
  <p:tag name="DVSHAPEID" val="xxtRVaXqXPGLxEP9wSD3CO"/>
</p:tagLst>
</file>

<file path=ppt/tags/tag82.xml><?xml version="1.0" encoding="utf-8"?>
<p:tagLst xmlns:a="http://schemas.openxmlformats.org/drawingml/2006/main" xmlns:r="http://schemas.openxmlformats.org/officeDocument/2006/relationships" xmlns:p="http://schemas.openxmlformats.org/presentationml/2006/main">
  <p:tag name="DVSHAPEID" val="0xntLCbFd5AwOycmWlDbwl"/>
</p:tagLst>
</file>

<file path=ppt/tags/tag83.xml><?xml version="1.0" encoding="utf-8"?>
<p:tagLst xmlns:a="http://schemas.openxmlformats.org/drawingml/2006/main" xmlns:r="http://schemas.openxmlformats.org/officeDocument/2006/relationships" xmlns:p="http://schemas.openxmlformats.org/presentationml/2006/main">
  <p:tag name="DVSECTIONID" val="WpAvOvQm0jCdjK7ilYhkbv"/>
</p:tagLst>
</file>

<file path=ppt/tags/tag84.xml><?xml version="1.0" encoding="utf-8"?>
<p:tagLst xmlns:a="http://schemas.openxmlformats.org/drawingml/2006/main" xmlns:r="http://schemas.openxmlformats.org/officeDocument/2006/relationships" xmlns:p="http://schemas.openxmlformats.org/presentationml/2006/main">
  <p:tag name="DVSHAPEID" val="d5IyTjxVci6IxWtrokfhBB"/>
</p:tagLst>
</file>

<file path=ppt/tags/tag85.xml><?xml version="1.0" encoding="utf-8"?>
<p:tagLst xmlns:a="http://schemas.openxmlformats.org/drawingml/2006/main" xmlns:r="http://schemas.openxmlformats.org/officeDocument/2006/relationships" xmlns:p="http://schemas.openxmlformats.org/presentationml/2006/main">
  <p:tag name="DVSHAPEID" val="b1QhXaWhqriEjiLdIS7iSh"/>
</p:tagLst>
</file>

<file path=ppt/tags/tag86.xml><?xml version="1.0" encoding="utf-8"?>
<p:tagLst xmlns:a="http://schemas.openxmlformats.org/drawingml/2006/main" xmlns:r="http://schemas.openxmlformats.org/officeDocument/2006/relationships" xmlns:p="http://schemas.openxmlformats.org/presentationml/2006/main">
  <p:tag name="DVSECTIONID" val="vlpZd39zaeKCJfNICXQ89a"/>
</p:tagLst>
</file>

<file path=ppt/tags/tag87.xml><?xml version="1.0" encoding="utf-8"?>
<p:tagLst xmlns:a="http://schemas.openxmlformats.org/drawingml/2006/main" xmlns:r="http://schemas.openxmlformats.org/officeDocument/2006/relationships" xmlns:p="http://schemas.openxmlformats.org/presentationml/2006/main">
  <p:tag name="DVSHAPEID" val="p50fSuXiVeJCTHIClnYUSF"/>
</p:tagLst>
</file>

<file path=ppt/tags/tag88.xml><?xml version="1.0" encoding="utf-8"?>
<p:tagLst xmlns:a="http://schemas.openxmlformats.org/drawingml/2006/main" xmlns:r="http://schemas.openxmlformats.org/officeDocument/2006/relationships" xmlns:p="http://schemas.openxmlformats.org/presentationml/2006/main">
  <p:tag name="DVSHAPEID" val="qTCaFbCnajITBKgHisk7w3"/>
</p:tagLst>
</file>

<file path=ppt/tags/tag89.xml><?xml version="1.0" encoding="utf-8"?>
<p:tagLst xmlns:a="http://schemas.openxmlformats.org/drawingml/2006/main" xmlns:r="http://schemas.openxmlformats.org/officeDocument/2006/relationships" xmlns:p="http://schemas.openxmlformats.org/presentationml/2006/main">
  <p:tag name="DVSHAPEID" val="UHo4u6wKjXpKE7DHOLGy3q"/>
</p:tagLst>
</file>

<file path=ppt/tags/tag90.xml><?xml version="1.0" encoding="utf-8"?>
<p:tagLst xmlns:a="http://schemas.openxmlformats.org/drawingml/2006/main" xmlns:r="http://schemas.openxmlformats.org/officeDocument/2006/relationships" xmlns:p="http://schemas.openxmlformats.org/presentationml/2006/main">
  <p:tag name="DVSHAPEID" val="TZ5YlE4wAK8nYVMBGwQq0K"/>
</p:tagLst>
</file>

<file path=ppt/tags/tag91.xml><?xml version="1.0" encoding="utf-8"?>
<p:tagLst xmlns:a="http://schemas.openxmlformats.org/drawingml/2006/main" xmlns:r="http://schemas.openxmlformats.org/officeDocument/2006/relationships" xmlns:p="http://schemas.openxmlformats.org/presentationml/2006/main">
  <p:tag name="DVSHAPEID" val="uQ584ADyrXZuOpYwKSFNnE"/>
</p:tagLst>
</file>

<file path=ppt/tags/tag92.xml><?xml version="1.0" encoding="utf-8"?>
<p:tagLst xmlns:a="http://schemas.openxmlformats.org/drawingml/2006/main" xmlns:r="http://schemas.openxmlformats.org/officeDocument/2006/relationships" xmlns:p="http://schemas.openxmlformats.org/presentationml/2006/main">
  <p:tag name="DVSHAPEID" val="Bh8IVd5aHDp8ufSdztT1jb"/>
</p:tagLst>
</file>

<file path=ppt/tags/tag93.xml><?xml version="1.0" encoding="utf-8"?>
<p:tagLst xmlns:a="http://schemas.openxmlformats.org/drawingml/2006/main" xmlns:r="http://schemas.openxmlformats.org/officeDocument/2006/relationships" xmlns:p="http://schemas.openxmlformats.org/presentationml/2006/main">
  <p:tag name="DVSHAPEID" val="nu6mD9LYKcnQeN0mFqtggm"/>
</p:tagLst>
</file>

<file path=ppt/tags/tag94.xml><?xml version="1.0" encoding="utf-8"?>
<p:tagLst xmlns:a="http://schemas.openxmlformats.org/drawingml/2006/main" xmlns:r="http://schemas.openxmlformats.org/officeDocument/2006/relationships" xmlns:p="http://schemas.openxmlformats.org/presentationml/2006/main">
  <p:tag name="DVSECTIONID" val="Kzgv3nIykBmrUf6PiNcq9n"/>
</p:tagLst>
</file>

<file path=ppt/tags/tag95.xml><?xml version="1.0" encoding="utf-8"?>
<p:tagLst xmlns:a="http://schemas.openxmlformats.org/drawingml/2006/main" xmlns:r="http://schemas.openxmlformats.org/officeDocument/2006/relationships" xmlns:p="http://schemas.openxmlformats.org/presentationml/2006/main">
  <p:tag name="DVSHAPEID" val="4FUIExibUmkqUEByAVoISc"/>
</p:tagLst>
</file>

<file path=ppt/tags/tag96.xml><?xml version="1.0" encoding="utf-8"?>
<p:tagLst xmlns:a="http://schemas.openxmlformats.org/drawingml/2006/main" xmlns:r="http://schemas.openxmlformats.org/officeDocument/2006/relationships" xmlns:p="http://schemas.openxmlformats.org/presentationml/2006/main">
  <p:tag name="DVSHAPEID" val="xzxbcVTCbRcfh08B0a7Hwa"/>
</p:tagLst>
</file>

<file path=ppt/tags/tag97.xml><?xml version="1.0" encoding="utf-8"?>
<p:tagLst xmlns:a="http://schemas.openxmlformats.org/drawingml/2006/main" xmlns:r="http://schemas.openxmlformats.org/officeDocument/2006/relationships" xmlns:p="http://schemas.openxmlformats.org/presentationml/2006/main">
  <p:tag name="DVSHAPEID" val="xEiYiJTTDU0SnSlnQZBlL6"/>
</p:tagLst>
</file>

<file path=ppt/tags/tag98.xml><?xml version="1.0" encoding="utf-8"?>
<p:tagLst xmlns:a="http://schemas.openxmlformats.org/drawingml/2006/main" xmlns:r="http://schemas.openxmlformats.org/officeDocument/2006/relationships" xmlns:p="http://schemas.openxmlformats.org/presentationml/2006/main">
  <p:tag name="DVSHAPEID" val="AxYVIgGGCsmy3YBQmcfoLI"/>
</p:tagLst>
</file>

<file path=ppt/tags/tag99.xml><?xml version="1.0" encoding="utf-8"?>
<p:tagLst xmlns:a="http://schemas.openxmlformats.org/drawingml/2006/main" xmlns:r="http://schemas.openxmlformats.org/officeDocument/2006/relationships" xmlns:p="http://schemas.openxmlformats.org/presentationml/2006/main">
  <p:tag name="DVSHAPEID" val="65orKr1VNTaq3LZn0CcWhy"/>
</p:tagLst>
</file>

<file path=ppt/tags/tag100.xml><?xml version="1.0" encoding="utf-8"?>
<p:tagLst xmlns:a="http://schemas.openxmlformats.org/drawingml/2006/main" xmlns:r="http://schemas.openxmlformats.org/officeDocument/2006/relationships" xmlns:p="http://schemas.openxmlformats.org/presentationml/2006/main">
  <p:tag name="DVSECTIONID" val="uADUPFV8ipD7XMk6PSUofV"/>
</p:tagLst>
</file>

<file path=ppt/tags/tag101.xml><?xml version="1.0" encoding="utf-8"?>
<p:tagLst xmlns:a="http://schemas.openxmlformats.org/drawingml/2006/main" xmlns:r="http://schemas.openxmlformats.org/officeDocument/2006/relationships" xmlns:p="http://schemas.openxmlformats.org/presentationml/2006/main">
  <p:tag name="DVSHAPEID" val="4FUIExibUmkqUEByAVoISc"/>
</p:tagLst>
</file>

<file path=ppt/tags/tag102.xml><?xml version="1.0" encoding="utf-8"?>
<p:tagLst xmlns:a="http://schemas.openxmlformats.org/drawingml/2006/main" xmlns:r="http://schemas.openxmlformats.org/officeDocument/2006/relationships" xmlns:p="http://schemas.openxmlformats.org/presentationml/2006/main">
  <p:tag name="DVSHAPEID" val="wNTlL6QxRxtRUgHzk4nrOg"/>
</p:tagLst>
</file>

<file path=ppt/tags/tag103.xml><?xml version="1.0" encoding="utf-8"?>
<p:tagLst xmlns:a="http://schemas.openxmlformats.org/drawingml/2006/main" xmlns:r="http://schemas.openxmlformats.org/officeDocument/2006/relationships" xmlns:p="http://schemas.openxmlformats.org/presentationml/2006/main">
  <p:tag name="DVSHAPEID" val="wTd96Fqa1jUK7daRsHCZbn"/>
</p:tagLst>
</file>

<file path=ppt/tags/tag104.xml><?xml version="1.0" encoding="utf-8"?>
<p:tagLst xmlns:a="http://schemas.openxmlformats.org/drawingml/2006/main" xmlns:r="http://schemas.openxmlformats.org/officeDocument/2006/relationships" xmlns:p="http://schemas.openxmlformats.org/presentationml/2006/main">
  <p:tag name="DVSHAPEID" val="xzxbcVTCbRcfh08B0a7Hwa"/>
</p:tagLst>
</file>

<file path=ppt/tags/tag105.xml><?xml version="1.0" encoding="utf-8"?>
<p:tagLst xmlns:a="http://schemas.openxmlformats.org/drawingml/2006/main" xmlns:r="http://schemas.openxmlformats.org/officeDocument/2006/relationships" xmlns:p="http://schemas.openxmlformats.org/presentationml/2006/main">
  <p:tag name="DVSHAPEID" val="X99totBGOO59mECUsugp82"/>
</p:tagLst>
</file>

<file path=ppt/tags/tag106.xml><?xml version="1.0" encoding="utf-8"?>
<p:tagLst xmlns:a="http://schemas.openxmlformats.org/drawingml/2006/main" xmlns:r="http://schemas.openxmlformats.org/officeDocument/2006/relationships" xmlns:p="http://schemas.openxmlformats.org/presentationml/2006/main">
  <p:tag name="DVSHAPEID" val="yRWaJRHsSuQmCn2Jxq0v2n"/>
</p:tagLst>
</file>

<file path=ppt/tags/tag107.xml><?xml version="1.0" encoding="utf-8"?>
<p:tagLst xmlns:a="http://schemas.openxmlformats.org/drawingml/2006/main" xmlns:r="http://schemas.openxmlformats.org/officeDocument/2006/relationships" xmlns:p="http://schemas.openxmlformats.org/presentationml/2006/main">
  <p:tag name="DVSECTIONID" val="8PEieTMICzBx25Ibmrc44t"/>
</p:tagLst>
</file>

<file path=ppt/tags/tag108.xml><?xml version="1.0" encoding="utf-8"?>
<p:tagLst xmlns:a="http://schemas.openxmlformats.org/drawingml/2006/main" xmlns:r="http://schemas.openxmlformats.org/officeDocument/2006/relationships" xmlns:p="http://schemas.openxmlformats.org/presentationml/2006/main">
  <p:tag name="DVSHAPEID" val="zavO7Ik7QnVV4ihdS6uf5C"/>
</p:tagLst>
</file>

<file path=ppt/tags/tag109.xml><?xml version="1.0" encoding="utf-8"?>
<p:tagLst xmlns:a="http://schemas.openxmlformats.org/drawingml/2006/main" xmlns:r="http://schemas.openxmlformats.org/officeDocument/2006/relationships" xmlns:p="http://schemas.openxmlformats.org/presentationml/2006/main">
  <p:tag name="DVSHAPEID" val="xzxbcVTCbRcfh08B0a7Hwa"/>
</p:tagLst>
</file>

<file path=ppt/tags/tag110.xml><?xml version="1.0" encoding="utf-8"?>
<p:tagLst xmlns:a="http://schemas.openxmlformats.org/drawingml/2006/main" xmlns:r="http://schemas.openxmlformats.org/officeDocument/2006/relationships" xmlns:p="http://schemas.openxmlformats.org/presentationml/2006/main">
  <p:tag name="DVSECTIONID" val="yHxZhcAuebnZ426tn6bT6l"/>
</p:tagLst>
</file>

<file path=ppt/tags/tag111.xml><?xml version="1.0" encoding="utf-8"?>
<p:tagLst xmlns:a="http://schemas.openxmlformats.org/drawingml/2006/main" xmlns:r="http://schemas.openxmlformats.org/officeDocument/2006/relationships" xmlns:p="http://schemas.openxmlformats.org/presentationml/2006/main">
  <p:tag name="DVSHAPEID" val="PrJrlGRIASbQDI4QkERBTr"/>
</p:tagLst>
</file>

<file path=ppt/tags/tag112.xml><?xml version="1.0" encoding="utf-8"?>
<p:tagLst xmlns:a="http://schemas.openxmlformats.org/drawingml/2006/main" xmlns:r="http://schemas.openxmlformats.org/officeDocument/2006/relationships" xmlns:p="http://schemas.openxmlformats.org/presentationml/2006/main">
  <p:tag name="DVSHAPEID" val="xzxbcVTCbRcfh08B0a7Hwa"/>
</p:tagLst>
</file>

<file path=ppt/tags/tag113.xml><?xml version="1.0" encoding="utf-8"?>
<p:tagLst xmlns:a="http://schemas.openxmlformats.org/drawingml/2006/main" xmlns:r="http://schemas.openxmlformats.org/officeDocument/2006/relationships" xmlns:p="http://schemas.openxmlformats.org/presentationml/2006/main">
  <p:tag name="DVSECTIONID" val="NPyrnEliEYkEgWLeCz87lq"/>
</p:tagLst>
</file>

<file path=ppt/tags/tag114.xml><?xml version="1.0" encoding="utf-8"?>
<p:tagLst xmlns:a="http://schemas.openxmlformats.org/drawingml/2006/main" xmlns:r="http://schemas.openxmlformats.org/officeDocument/2006/relationships" xmlns:p="http://schemas.openxmlformats.org/presentationml/2006/main">
  <p:tag name="DVSHAPEID" val="EveZlCPFC5PWl34FmDg8N3"/>
</p:tagLst>
</file>

<file path=ppt/tags/tag115.xml><?xml version="1.0" encoding="utf-8"?>
<p:tagLst xmlns:a="http://schemas.openxmlformats.org/drawingml/2006/main" xmlns:r="http://schemas.openxmlformats.org/officeDocument/2006/relationships" xmlns:p="http://schemas.openxmlformats.org/presentationml/2006/main">
  <p:tag name="DVSHAPEID" val="JeFy92LPntJoNedmleSVf6"/>
</p:tagLst>
</file>

<file path=ppt/tags/tag116.xml><?xml version="1.0" encoding="utf-8"?>
<p:tagLst xmlns:a="http://schemas.openxmlformats.org/drawingml/2006/main" xmlns:r="http://schemas.openxmlformats.org/officeDocument/2006/relationships" xmlns:p="http://schemas.openxmlformats.org/presentationml/2006/main">
  <p:tag name="DVSHAPEID" val="1Gn0LEielKDAMZjNtNTMHl"/>
</p:tagLst>
</file>

<file path=ppt/tags/tag117.xml><?xml version="1.0" encoding="utf-8"?>
<p:tagLst xmlns:a="http://schemas.openxmlformats.org/drawingml/2006/main" xmlns:r="http://schemas.openxmlformats.org/officeDocument/2006/relationships" xmlns:p="http://schemas.openxmlformats.org/presentationml/2006/main">
  <p:tag name="DVSHAPEID" val="dXgQs0i2fSNCdZa8h7x98Y"/>
</p:tagLst>
</file>

<file path=ppt/tags/tag118.xml><?xml version="1.0" encoding="utf-8"?>
<p:tagLst xmlns:a="http://schemas.openxmlformats.org/drawingml/2006/main" xmlns:r="http://schemas.openxmlformats.org/officeDocument/2006/relationships" xmlns:p="http://schemas.openxmlformats.org/presentationml/2006/main">
  <p:tag name="DVSHAPEID" val="Kdrd2xK42tpFsqKUchViuL"/>
</p:tagLst>
</file>

<file path=ppt/tags/tag119.xml><?xml version="1.0" encoding="utf-8"?>
<p:tagLst xmlns:a="http://schemas.openxmlformats.org/drawingml/2006/main" xmlns:r="http://schemas.openxmlformats.org/officeDocument/2006/relationships" xmlns:p="http://schemas.openxmlformats.org/presentationml/2006/main">
  <p:tag name="DVSHAPEID" val="dxwKnmUfdQtYqirJVoygeR"/>
</p:tagLst>
</file>

<file path=ppt/tags/tag120.xml><?xml version="1.0" encoding="utf-8"?>
<p:tagLst xmlns:a="http://schemas.openxmlformats.org/drawingml/2006/main" xmlns:r="http://schemas.openxmlformats.org/officeDocument/2006/relationships" xmlns:p="http://schemas.openxmlformats.org/presentationml/2006/main">
  <p:tag name="DVSHAPEID" val="xzxbcVTCbRcfh08B0a7Hwa"/>
</p:tagLst>
</file>

<file path=ppt/tags/tag121.xml><?xml version="1.0" encoding="utf-8"?>
<p:tagLst xmlns:a="http://schemas.openxmlformats.org/drawingml/2006/main" xmlns:r="http://schemas.openxmlformats.org/officeDocument/2006/relationships" xmlns:p="http://schemas.openxmlformats.org/presentationml/2006/main">
  <p:tag name="DVSECTIONID" val="a21G4T35TamdTIqQOV9Vxo"/>
</p:tagLst>
</file>

<file path=ppt/tags/tag122.xml><?xml version="1.0" encoding="utf-8"?>
<p:tagLst xmlns:a="http://schemas.openxmlformats.org/drawingml/2006/main" xmlns:r="http://schemas.openxmlformats.org/officeDocument/2006/relationships" xmlns:p="http://schemas.openxmlformats.org/presentationml/2006/main">
  <p:tag name="DVSHAPEID" val="LdC6NeOTCA6l4jwFRWV2P9"/>
</p:tagLst>
</file>

<file path=ppt/tags/tag123.xml><?xml version="1.0" encoding="utf-8"?>
<p:tagLst xmlns:a="http://schemas.openxmlformats.org/drawingml/2006/main" xmlns:r="http://schemas.openxmlformats.org/officeDocument/2006/relationships" xmlns:p="http://schemas.openxmlformats.org/presentationml/2006/main">
  <p:tag name="DVSHAPEID" val="3YlbW3ppofy6s05pa6m6Hl"/>
</p:tagLst>
</file>

<file path=ppt/tags/tag124.xml><?xml version="1.0" encoding="utf-8"?>
<p:tagLst xmlns:a="http://schemas.openxmlformats.org/drawingml/2006/main" xmlns:r="http://schemas.openxmlformats.org/officeDocument/2006/relationships" xmlns:p="http://schemas.openxmlformats.org/presentationml/2006/main">
  <p:tag name="DVSHAPEID" val="xzxbcVTCbRcfh08B0a7Hwa"/>
</p:tagLst>
</file>

<file path=ppt/tags/tag125.xml><?xml version="1.0" encoding="utf-8"?>
<p:tagLst xmlns:a="http://schemas.openxmlformats.org/drawingml/2006/main" xmlns:r="http://schemas.openxmlformats.org/officeDocument/2006/relationships" xmlns:p="http://schemas.openxmlformats.org/presentationml/2006/main">
  <p:tag name="DVSECTIONID" val="sH1SuClju3mkAPIH0MRBT8"/>
</p:tagLst>
</file>

<file path=ppt/tags/tag126.xml><?xml version="1.0" encoding="utf-8"?>
<p:tagLst xmlns:a="http://schemas.openxmlformats.org/drawingml/2006/main" xmlns:r="http://schemas.openxmlformats.org/officeDocument/2006/relationships" xmlns:p="http://schemas.openxmlformats.org/presentationml/2006/main">
  <p:tag name="DVSHAPEID" val="a8EtY5HDq72UBhxeKKYmWB"/>
</p:tagLst>
</file>

<file path=ppt/tags/tag127.xml><?xml version="1.0" encoding="utf-8"?>
<p:tagLst xmlns:a="http://schemas.openxmlformats.org/drawingml/2006/main" xmlns:r="http://schemas.openxmlformats.org/officeDocument/2006/relationships" xmlns:p="http://schemas.openxmlformats.org/presentationml/2006/main">
  <p:tag name="DVSHAPEID" val="iZ2fRJXPoC0aGOwfSBKe3J"/>
</p:tagLst>
</file>

<file path=ppt/tags/tag128.xml><?xml version="1.0" encoding="utf-8"?>
<p:tagLst xmlns:a="http://schemas.openxmlformats.org/drawingml/2006/main" xmlns:r="http://schemas.openxmlformats.org/officeDocument/2006/relationships" xmlns:p="http://schemas.openxmlformats.org/presentationml/2006/main">
  <p:tag name="DVSHAPEID" val="kHMLciGgwGrzPFrJeYFBIp"/>
</p:tagLst>
</file>

<file path=ppt/tags/tag129.xml><?xml version="1.0" encoding="utf-8"?>
<p:tagLst xmlns:a="http://schemas.openxmlformats.org/drawingml/2006/main" xmlns:r="http://schemas.openxmlformats.org/officeDocument/2006/relationships" xmlns:p="http://schemas.openxmlformats.org/presentationml/2006/main">
  <p:tag name="DVSHAPEID" val="UqAIHuRnCHxyEks6xE976j"/>
</p:tagLst>
</file>

<file path=ppt/tags/tag130.xml><?xml version="1.0" encoding="utf-8"?>
<p:tagLst xmlns:a="http://schemas.openxmlformats.org/drawingml/2006/main" xmlns:r="http://schemas.openxmlformats.org/officeDocument/2006/relationships" xmlns:p="http://schemas.openxmlformats.org/presentationml/2006/main">
  <p:tag name="DVSHAPEID" val="J7YRN9mMyr1UNmatAbp83J"/>
</p:tagLst>
</file>

<file path=ppt/tags/tag131.xml><?xml version="1.0" encoding="utf-8"?>
<p:tagLst xmlns:a="http://schemas.openxmlformats.org/drawingml/2006/main" xmlns:r="http://schemas.openxmlformats.org/officeDocument/2006/relationships" xmlns:p="http://schemas.openxmlformats.org/presentationml/2006/main">
  <p:tag name="DVSECTIONID" val="tRtZiFFxu4weEWH2nwzxRB"/>
</p:tagLst>
</file>

<file path=ppt/tags/tag132.xml><?xml version="1.0" encoding="utf-8"?>
<p:tagLst xmlns:a="http://schemas.openxmlformats.org/drawingml/2006/main" xmlns:r="http://schemas.openxmlformats.org/officeDocument/2006/relationships" xmlns:p="http://schemas.openxmlformats.org/presentationml/2006/main">
  <p:tag name="DVSHAPEID" val="BdEHJJuI7dBVKgAacnXuTm"/>
</p:tagLst>
</file>

<file path=ppt/tags/tag133.xml><?xml version="1.0" encoding="utf-8"?>
<p:tagLst xmlns:a="http://schemas.openxmlformats.org/drawingml/2006/main" xmlns:r="http://schemas.openxmlformats.org/officeDocument/2006/relationships" xmlns:p="http://schemas.openxmlformats.org/presentationml/2006/main">
  <p:tag name="DVSHAPEID" val="vPPnMZCo6nlRrTxhweEHFt"/>
</p:tagLst>
</file>

<file path=ppt/tags/tag134.xml><?xml version="1.0" encoding="utf-8"?>
<p:tagLst xmlns:a="http://schemas.openxmlformats.org/drawingml/2006/main" xmlns:r="http://schemas.openxmlformats.org/officeDocument/2006/relationships" xmlns:p="http://schemas.openxmlformats.org/presentationml/2006/main">
  <p:tag name="DVSHAPEID" val="oDUQRZbCbOqxzzCnF2ioMN"/>
</p:tagLst>
</file>

<file path=ppt/tags/tag135.xml><?xml version="1.0" encoding="utf-8"?>
<p:tagLst xmlns:a="http://schemas.openxmlformats.org/drawingml/2006/main" xmlns:r="http://schemas.openxmlformats.org/officeDocument/2006/relationships" xmlns:p="http://schemas.openxmlformats.org/presentationml/2006/main">
  <p:tag name="DVSHAPEID" val="xKw6V33XHXgZ5GQGSekxZp"/>
</p:tagLst>
</file>

<file path=ppt/tags/tag136.xml><?xml version="1.0" encoding="utf-8"?>
<p:tagLst xmlns:a="http://schemas.openxmlformats.org/drawingml/2006/main" xmlns:r="http://schemas.openxmlformats.org/officeDocument/2006/relationships" xmlns:p="http://schemas.openxmlformats.org/presentationml/2006/main">
  <p:tag name="DVSHAPEID" val="4bj5PJ6XiAT2rcsV7Dctbw"/>
</p:tagLst>
</file>

<file path=ppt/tags/tag137.xml><?xml version="1.0" encoding="utf-8"?>
<p:tagLst xmlns:a="http://schemas.openxmlformats.org/drawingml/2006/main" xmlns:r="http://schemas.openxmlformats.org/officeDocument/2006/relationships" xmlns:p="http://schemas.openxmlformats.org/presentationml/2006/main">
  <p:tag name="DVSHAPEID" val="BdEHJJuI7dBVKgAacnXuTm"/>
</p:tagLst>
</file>

<file path=ppt/tags/tag138.xml><?xml version="1.0" encoding="utf-8"?>
<p:tagLst xmlns:a="http://schemas.openxmlformats.org/drawingml/2006/main" xmlns:r="http://schemas.openxmlformats.org/officeDocument/2006/relationships" xmlns:p="http://schemas.openxmlformats.org/presentationml/2006/main">
  <p:tag name="DVSHAPEID" val="87wK88Yzc2pkEwDg95GuIC"/>
</p:tagLst>
</file>

<file path=ppt/tags/tag139.xml><?xml version="1.0" encoding="utf-8"?>
<p:tagLst xmlns:a="http://schemas.openxmlformats.org/drawingml/2006/main" xmlns:r="http://schemas.openxmlformats.org/officeDocument/2006/relationships" xmlns:p="http://schemas.openxmlformats.org/presentationml/2006/main">
  <p:tag name="DVSHAPEID" val="87wK88Yzc2pkEwDg95GuIC"/>
</p:tagLst>
</file>

<file path=ppt/tags/tag140.xml><?xml version="1.0" encoding="utf-8"?>
<p:tagLst xmlns:a="http://schemas.openxmlformats.org/drawingml/2006/main" xmlns:r="http://schemas.openxmlformats.org/officeDocument/2006/relationships" xmlns:p="http://schemas.openxmlformats.org/presentationml/2006/main">
  <p:tag name="DVSHAPEID" val="87wK88Yzc2pkEwDg95GuIC"/>
</p:tagLst>
</file>

<file path=ppt/tags/tag141.xml><?xml version="1.0" encoding="utf-8"?>
<p:tagLst xmlns:a="http://schemas.openxmlformats.org/drawingml/2006/main" xmlns:r="http://schemas.openxmlformats.org/officeDocument/2006/relationships" xmlns:p="http://schemas.openxmlformats.org/presentationml/2006/main">
  <p:tag name="DVSHAPEID" val="87wK88Yzc2pkEwDg95GuIC"/>
</p:tagLst>
</file>

<file path=ppt/tags/tag142.xml><?xml version="1.0" encoding="utf-8"?>
<p:tagLst xmlns:a="http://schemas.openxmlformats.org/drawingml/2006/main" xmlns:r="http://schemas.openxmlformats.org/officeDocument/2006/relationships" xmlns:p="http://schemas.openxmlformats.org/presentationml/2006/main">
  <p:tag name="DVSECTIONID" val="ieI8ePTLoT1WdLTmF4gw9u"/>
</p:tagLst>
</file>

<file path=ppt/tags/tag143.xml><?xml version="1.0" encoding="utf-8"?>
<p:tagLst xmlns:a="http://schemas.openxmlformats.org/drawingml/2006/main" xmlns:r="http://schemas.openxmlformats.org/officeDocument/2006/relationships" xmlns:p="http://schemas.openxmlformats.org/presentationml/2006/main">
  <p:tag name="DVSHAPEID" val="5Y21mbfNIwbPzQuI5jE4eL"/>
</p:tagLst>
</file>

<file path=ppt/tags/tag144.xml><?xml version="1.0" encoding="utf-8"?>
<p:tagLst xmlns:a="http://schemas.openxmlformats.org/drawingml/2006/main" xmlns:r="http://schemas.openxmlformats.org/officeDocument/2006/relationships" xmlns:p="http://schemas.openxmlformats.org/presentationml/2006/main">
  <p:tag name="DVSHAPEID" val="fvcbInUOAUAuYlbXpQi3Ef"/>
</p:tagLst>
</file>

<file path=ppt/tags/tag145.xml><?xml version="1.0" encoding="utf-8"?>
<p:tagLst xmlns:a="http://schemas.openxmlformats.org/drawingml/2006/main" xmlns:r="http://schemas.openxmlformats.org/officeDocument/2006/relationships" xmlns:p="http://schemas.openxmlformats.org/presentationml/2006/main">
  <p:tag name="DVSHAPEID" val="tN6ifDroitFkIxOasSTUWg"/>
</p:tagLst>
</file>

<file path=ppt/tags/tag146.xml><?xml version="1.0" encoding="utf-8"?>
<p:tagLst xmlns:a="http://schemas.openxmlformats.org/drawingml/2006/main" xmlns:r="http://schemas.openxmlformats.org/officeDocument/2006/relationships" xmlns:p="http://schemas.openxmlformats.org/presentationml/2006/main">
  <p:tag name="DVSHAPEID" val="e4R8w7TOMb602o5q7gnbC6"/>
</p:tagLst>
</file>

<file path=ppt/tags/tag147.xml><?xml version="1.0" encoding="utf-8"?>
<p:tagLst xmlns:a="http://schemas.openxmlformats.org/drawingml/2006/main" xmlns:r="http://schemas.openxmlformats.org/officeDocument/2006/relationships" xmlns:p="http://schemas.openxmlformats.org/presentationml/2006/main">
  <p:tag name="DVSHAPEID" val="OECE8fop9Kjcy1q76juuGu"/>
</p:tagLst>
</file>

<file path=ppt/tags/tag148.xml><?xml version="1.0" encoding="utf-8"?>
<p:tagLst xmlns:a="http://schemas.openxmlformats.org/drawingml/2006/main" xmlns:r="http://schemas.openxmlformats.org/officeDocument/2006/relationships" xmlns:p="http://schemas.openxmlformats.org/presentationml/2006/main">
  <p:tag name="DVSHAPEID" val="eIvp51KDwKE7gdvSZEpm1l"/>
</p:tagLst>
</file>

<file path=ppt/tags/tag149.xml><?xml version="1.0" encoding="utf-8"?>
<p:tagLst xmlns:a="http://schemas.openxmlformats.org/drawingml/2006/main" xmlns:r="http://schemas.openxmlformats.org/officeDocument/2006/relationships" xmlns:p="http://schemas.openxmlformats.org/presentationml/2006/main">
  <p:tag name="DVSHAPEID" val="GPQ30093H8qkpT9IamFvdy"/>
</p:tagLst>
</file>

<file path=ppt/tags/tag150.xml><?xml version="1.0" encoding="utf-8"?>
<p:tagLst xmlns:a="http://schemas.openxmlformats.org/drawingml/2006/main" xmlns:r="http://schemas.openxmlformats.org/officeDocument/2006/relationships" xmlns:p="http://schemas.openxmlformats.org/presentationml/2006/main">
  <p:tag name="DVSHAPEID" val="yrLdBekQ4ksT1Fz21Kut3v"/>
</p:tagLst>
</file>

<file path=ppt/tags/tag151.xml><?xml version="1.0" encoding="utf-8"?>
<p:tagLst xmlns:a="http://schemas.openxmlformats.org/drawingml/2006/main" xmlns:r="http://schemas.openxmlformats.org/officeDocument/2006/relationships" xmlns:p="http://schemas.openxmlformats.org/presentationml/2006/main">
  <p:tag name="DVSHAPEID" val="HVNCIgt3Hv78hohMoUIQ36"/>
</p:tagLst>
</file>

<file path=ppt/tags/tag152.xml><?xml version="1.0" encoding="utf-8"?>
<p:tagLst xmlns:a="http://schemas.openxmlformats.org/drawingml/2006/main" xmlns:r="http://schemas.openxmlformats.org/officeDocument/2006/relationships" xmlns:p="http://schemas.openxmlformats.org/presentationml/2006/main">
  <p:tag name="DVSHAPEID" val="SwSu97lV1Jv2JQpZw4m1CW"/>
</p:tagLst>
</file>

<file path=ppt/tags/tag153.xml><?xml version="1.0" encoding="utf-8"?>
<p:tagLst xmlns:a="http://schemas.openxmlformats.org/drawingml/2006/main" xmlns:r="http://schemas.openxmlformats.org/officeDocument/2006/relationships" xmlns:p="http://schemas.openxmlformats.org/presentationml/2006/main">
  <p:tag name="DVSHAPEID" val="LToaKelzLcrB3hJe7lHMuo"/>
</p:tagLst>
</file>

<file path=ppt/tags/tag154.xml><?xml version="1.0" encoding="utf-8"?>
<p:tagLst xmlns:a="http://schemas.openxmlformats.org/drawingml/2006/main" xmlns:r="http://schemas.openxmlformats.org/officeDocument/2006/relationships" xmlns:p="http://schemas.openxmlformats.org/presentationml/2006/main">
  <p:tag name="DVSECTIONID" val="5zEg7AMqzxujrJxW0yFq6D"/>
</p:tagLst>
</file>

<file path=ppt/tags/tag155.xml><?xml version="1.0" encoding="utf-8"?>
<p:tagLst xmlns:a="http://schemas.openxmlformats.org/drawingml/2006/main" xmlns:r="http://schemas.openxmlformats.org/officeDocument/2006/relationships" xmlns:p="http://schemas.openxmlformats.org/presentationml/2006/main">
  <p:tag name="DVSHAPEID" val="PC7hIY2E2Uwhke7qT5Jx1B"/>
</p:tagLst>
</file>

<file path=ppt/tags/tag156.xml><?xml version="1.0" encoding="utf-8"?>
<p:tagLst xmlns:a="http://schemas.openxmlformats.org/drawingml/2006/main" xmlns:r="http://schemas.openxmlformats.org/officeDocument/2006/relationships" xmlns:p="http://schemas.openxmlformats.org/presentationml/2006/main">
  <p:tag name="DVSHAPEID" val="CTquVFzX5tjnjjsP04VVsA"/>
</p:tagLst>
</file>

<file path=ppt/tags/tag157.xml><?xml version="1.0" encoding="utf-8"?>
<p:tagLst xmlns:a="http://schemas.openxmlformats.org/drawingml/2006/main" xmlns:r="http://schemas.openxmlformats.org/officeDocument/2006/relationships" xmlns:p="http://schemas.openxmlformats.org/presentationml/2006/main">
  <p:tag name="DVSHAPEID" val="IBC3xjBNCaZeZdQd2n44O3"/>
</p:tagLst>
</file>

<file path=ppt/tags/tag158.xml><?xml version="1.0" encoding="utf-8"?>
<p:tagLst xmlns:a="http://schemas.openxmlformats.org/drawingml/2006/main" xmlns:r="http://schemas.openxmlformats.org/officeDocument/2006/relationships" xmlns:p="http://schemas.openxmlformats.org/presentationml/2006/main">
  <p:tag name="DVSHAPEID" val="YWVNX45FC581bPRR7gmiR8"/>
</p:tagLst>
</file>

<file path=ppt/tags/tag159.xml><?xml version="1.0" encoding="utf-8"?>
<p:tagLst xmlns:a="http://schemas.openxmlformats.org/drawingml/2006/main" xmlns:r="http://schemas.openxmlformats.org/officeDocument/2006/relationships" xmlns:p="http://schemas.openxmlformats.org/presentationml/2006/main">
  <p:tag name="DVSHAPEID" val="n4jeYM1xRnMFCF8KmxHWyT"/>
</p:tagLst>
</file>

<file path=ppt/tags/tag160.xml><?xml version="1.0" encoding="utf-8"?>
<p:tagLst xmlns:a="http://schemas.openxmlformats.org/drawingml/2006/main" xmlns:r="http://schemas.openxmlformats.org/officeDocument/2006/relationships" xmlns:p="http://schemas.openxmlformats.org/presentationml/2006/main">
  <p:tag name="DVSECTIONID" val="SN8KCW5ElGcrgqxYmWwN8A"/>
</p:tagLst>
</file>

<file path=ppt/tags/tag161.xml><?xml version="1.0" encoding="utf-8"?>
<p:tagLst xmlns:a="http://schemas.openxmlformats.org/drawingml/2006/main" xmlns:r="http://schemas.openxmlformats.org/officeDocument/2006/relationships" xmlns:p="http://schemas.openxmlformats.org/presentationml/2006/main">
  <p:tag name="DVSHAPEID" val="DeFqnpnDu2tVLY5Yn7zrYi"/>
</p:tagLst>
</file>

<file path=ppt/tags/tag162.xml><?xml version="1.0" encoding="utf-8"?>
<p:tagLst xmlns:a="http://schemas.openxmlformats.org/drawingml/2006/main" xmlns:r="http://schemas.openxmlformats.org/officeDocument/2006/relationships" xmlns:p="http://schemas.openxmlformats.org/presentationml/2006/main">
  <p:tag name="DVSHAPEID" val="A8N7fiX0kQsnf9vkQWc7Hp"/>
</p:tagLst>
</file>

<file path=ppt/tags/tag163.xml><?xml version="1.0" encoding="utf-8"?>
<p:tagLst xmlns:a="http://schemas.openxmlformats.org/drawingml/2006/main" xmlns:r="http://schemas.openxmlformats.org/officeDocument/2006/relationships" xmlns:p="http://schemas.openxmlformats.org/presentationml/2006/main">
  <p:tag name="DVSHAPEID" val="87wK88Yzc2pkEwDg95GuIC"/>
</p:tagLst>
</file>

<file path=ppt/tags/tag164.xml><?xml version="1.0" encoding="utf-8"?>
<p:tagLst xmlns:a="http://schemas.openxmlformats.org/drawingml/2006/main" xmlns:r="http://schemas.openxmlformats.org/officeDocument/2006/relationships" xmlns:p="http://schemas.openxmlformats.org/presentationml/2006/main">
  <p:tag name="DVSECTIONID" val="uvSDacbgDaDqi2GWPqMHNv"/>
</p:tagLst>
</file>

<file path=ppt/tags/tag165.xml><?xml version="1.0" encoding="utf-8"?>
<p:tagLst xmlns:a="http://schemas.openxmlformats.org/drawingml/2006/main" xmlns:r="http://schemas.openxmlformats.org/officeDocument/2006/relationships" xmlns:p="http://schemas.openxmlformats.org/presentationml/2006/main">
  <p:tag name="DVSHAPEID" val="cIZyg3F5dG6MQKbZ40AvZ6"/>
</p:tagLst>
</file>

<file path=ppt/tags/tag166.xml><?xml version="1.0" encoding="utf-8"?>
<p:tagLst xmlns:a="http://schemas.openxmlformats.org/drawingml/2006/main" xmlns:r="http://schemas.openxmlformats.org/officeDocument/2006/relationships" xmlns:p="http://schemas.openxmlformats.org/presentationml/2006/main">
  <p:tag name="DVSHAPEID" val="eTMo1QeYIeYTO7eabtmAuT"/>
</p:tagLst>
</file>

<file path=ppt/tags/tag167.xml><?xml version="1.0" encoding="utf-8"?>
<p:tagLst xmlns:a="http://schemas.openxmlformats.org/drawingml/2006/main" xmlns:r="http://schemas.openxmlformats.org/officeDocument/2006/relationships" xmlns:p="http://schemas.openxmlformats.org/presentationml/2006/main">
  <p:tag name="DVSECTIONID" val="bt4up7WSBDxeTcqNe6m6kl"/>
</p:tagLst>
</file>

<file path=ppt/tags/tag168.xml><?xml version="1.0" encoding="utf-8"?>
<p:tagLst xmlns:a="http://schemas.openxmlformats.org/drawingml/2006/main" xmlns:r="http://schemas.openxmlformats.org/officeDocument/2006/relationships" xmlns:p="http://schemas.openxmlformats.org/presentationml/2006/main">
  <p:tag name="DVSHAPEID" val="z2iY47qNCdAHFXpcpO0sKE"/>
</p:tagLst>
</file>

<file path=ppt/tags/tag169.xml><?xml version="1.0" encoding="utf-8"?>
<p:tagLst xmlns:a="http://schemas.openxmlformats.org/drawingml/2006/main" xmlns:r="http://schemas.openxmlformats.org/officeDocument/2006/relationships" xmlns:p="http://schemas.openxmlformats.org/presentationml/2006/main">
  <p:tag name="DVSHAPEID" val="ISUuIUl8m1ARGd28pcxrX5"/>
</p:tagLst>
</file>

<file path=ppt/tags/tag170.xml><?xml version="1.0" encoding="utf-8"?>
<p:tagLst xmlns:a="http://schemas.openxmlformats.org/drawingml/2006/main" xmlns:r="http://schemas.openxmlformats.org/officeDocument/2006/relationships" xmlns:p="http://schemas.openxmlformats.org/presentationml/2006/main">
  <p:tag name="DVSHAPEID" val="2Lowok9J3og7q1csSW7xJF"/>
</p:tagLst>
</file>

<file path=ppt/tags/tag171.xml><?xml version="1.0" encoding="utf-8"?>
<p:tagLst xmlns:a="http://schemas.openxmlformats.org/drawingml/2006/main" xmlns:r="http://schemas.openxmlformats.org/officeDocument/2006/relationships" xmlns:p="http://schemas.openxmlformats.org/presentationml/2006/main">
  <p:tag name="DVSECTIONID" val="aBUd9Cs3gcVvQTtLMGAlV7"/>
</p:tagLst>
</file>

<file path=ppt/tags/tag172.xml><?xml version="1.0" encoding="utf-8"?>
<p:tagLst xmlns:a="http://schemas.openxmlformats.org/drawingml/2006/main" xmlns:r="http://schemas.openxmlformats.org/officeDocument/2006/relationships" xmlns:p="http://schemas.openxmlformats.org/presentationml/2006/main">
  <p:tag name="DVSHAPEID" val="Ii2TmX2SUCIRtglp9biQX9"/>
</p:tagLst>
</file>

<file path=ppt/tags/tag173.xml><?xml version="1.0" encoding="utf-8"?>
<p:tagLst xmlns:a="http://schemas.openxmlformats.org/drawingml/2006/main" xmlns:r="http://schemas.openxmlformats.org/officeDocument/2006/relationships" xmlns:p="http://schemas.openxmlformats.org/presentationml/2006/main">
  <p:tag name="DVSHAPEID" val="eTMo1QeYIeYTO7eabtmAuT"/>
</p:tagLst>
</file>

<file path=ppt/tags/tag174.xml><?xml version="1.0" encoding="utf-8"?>
<p:tagLst xmlns:a="http://schemas.openxmlformats.org/drawingml/2006/main" xmlns:r="http://schemas.openxmlformats.org/officeDocument/2006/relationships" xmlns:p="http://schemas.openxmlformats.org/presentationml/2006/main">
  <p:tag name="DVSECTIONID" val="umxkKbe2YFcqpqwKgKWNyA"/>
</p:tagLst>
</file>

<file path=ppt/tags/tag175.xml><?xml version="1.0" encoding="utf-8"?>
<p:tagLst xmlns:a="http://schemas.openxmlformats.org/drawingml/2006/main" xmlns:r="http://schemas.openxmlformats.org/officeDocument/2006/relationships" xmlns:p="http://schemas.openxmlformats.org/presentationml/2006/main">
  <p:tag name="DVSHAPEID" val="nkOll2BWttxw9rospF13KU"/>
</p:tagLst>
</file>

<file path=ppt/tags/tag176.xml><?xml version="1.0" encoding="utf-8"?>
<p:tagLst xmlns:a="http://schemas.openxmlformats.org/drawingml/2006/main" xmlns:r="http://schemas.openxmlformats.org/officeDocument/2006/relationships" xmlns:p="http://schemas.openxmlformats.org/presentationml/2006/main">
  <p:tag name="DVSHAPEID" val="PC0IgDxk325QSynLqz7EV0"/>
</p:tagLst>
</file>

<file path=ppt/tags/tag177.xml><?xml version="1.0" encoding="utf-8"?>
<p:tagLst xmlns:a="http://schemas.openxmlformats.org/drawingml/2006/main" xmlns:r="http://schemas.openxmlformats.org/officeDocument/2006/relationships" xmlns:p="http://schemas.openxmlformats.org/presentationml/2006/main">
  <p:tag name="DVSHAPEID" val="CaXTCcZeYpKsvbkCMYp8pv"/>
</p:tagLst>
</file>

<file path=ppt/tags/tag178.xml><?xml version="1.0" encoding="utf-8"?>
<p:tagLst xmlns:a="http://schemas.openxmlformats.org/drawingml/2006/main" xmlns:r="http://schemas.openxmlformats.org/officeDocument/2006/relationships" xmlns:p="http://schemas.openxmlformats.org/presentationml/2006/main">
  <p:tag name="DVSHAPEID" val="qjzP5DesV6YO0QKm0klP3F"/>
</p:tagLst>
</file>

<file path=ppt/tags/tag179.xml><?xml version="1.0" encoding="utf-8"?>
<p:tagLst xmlns:a="http://schemas.openxmlformats.org/drawingml/2006/main" xmlns:r="http://schemas.openxmlformats.org/officeDocument/2006/relationships" xmlns:p="http://schemas.openxmlformats.org/presentationml/2006/main">
  <p:tag name="DVSHAPEID" val="5p3brNN9fMA6JEjN6l0wuE"/>
</p:tagLst>
</file>

<file path=ppt/tags/tag180.xml><?xml version="1.0" encoding="utf-8"?>
<p:tagLst xmlns:a="http://schemas.openxmlformats.org/drawingml/2006/main" xmlns:r="http://schemas.openxmlformats.org/officeDocument/2006/relationships" xmlns:p="http://schemas.openxmlformats.org/presentationml/2006/main">
  <p:tag name="DVSECTIONID" val="cRYkFXtV4hiTsyX937sNGv"/>
</p:tagLst>
</file>

<file path=ppt/tags/tag181.xml><?xml version="1.0" encoding="utf-8"?>
<p:tagLst xmlns:a="http://schemas.openxmlformats.org/drawingml/2006/main" xmlns:r="http://schemas.openxmlformats.org/officeDocument/2006/relationships" xmlns:p="http://schemas.openxmlformats.org/presentationml/2006/main">
  <p:tag name="DVSHAPEID" val="xt48tgK6yVGCiD8kmcPy5h"/>
</p:tagLst>
</file>

<file path=ppt/tags/tag182.xml><?xml version="1.0" encoding="utf-8"?>
<p:tagLst xmlns:a="http://schemas.openxmlformats.org/drawingml/2006/main" xmlns:r="http://schemas.openxmlformats.org/officeDocument/2006/relationships" xmlns:p="http://schemas.openxmlformats.org/presentationml/2006/main">
  <p:tag name="DVSHAPEID" val="PC0IgDxk325QSynLqz7EV0"/>
</p:tagLst>
</file>

<file path=ppt/tags/tag183.xml><?xml version="1.0" encoding="utf-8"?>
<p:tagLst xmlns:a="http://schemas.openxmlformats.org/drawingml/2006/main" xmlns:r="http://schemas.openxmlformats.org/officeDocument/2006/relationships" xmlns:p="http://schemas.openxmlformats.org/presentationml/2006/main">
  <p:tag name="DVSECTIONID" val="JXuUZ0ao0qmbad9k1IzjBX"/>
</p:tagLst>
</file>

<file path=ppt/tags/tag184.xml><?xml version="1.0" encoding="utf-8"?>
<p:tagLst xmlns:a="http://schemas.openxmlformats.org/drawingml/2006/main" xmlns:r="http://schemas.openxmlformats.org/officeDocument/2006/relationships" xmlns:p="http://schemas.openxmlformats.org/presentationml/2006/main">
  <p:tag name="DVSHAPEID" val="NnxcLvxXdcIuJUGRfPZ7OY"/>
</p:tagLst>
</file>

<file path=ppt/tags/tag185.xml><?xml version="1.0" encoding="utf-8"?>
<p:tagLst xmlns:a="http://schemas.openxmlformats.org/drawingml/2006/main" xmlns:r="http://schemas.openxmlformats.org/officeDocument/2006/relationships" xmlns:p="http://schemas.openxmlformats.org/presentationml/2006/main">
  <p:tag name="DVSHAPEID" val="PC0IgDxk325QSynLqz7EV0"/>
</p:tagLst>
</file>

<file path=ppt/tags/tag186.xml><?xml version="1.0" encoding="utf-8"?>
<p:tagLst xmlns:a="http://schemas.openxmlformats.org/drawingml/2006/main" xmlns:r="http://schemas.openxmlformats.org/officeDocument/2006/relationships" xmlns:p="http://schemas.openxmlformats.org/presentationml/2006/main">
  <p:tag name="DVSECTIONID" val="WkUt3wel7s7MLp819YZwy6"/>
</p:tagLst>
</file>

<file path=ppt/tags/tag187.xml><?xml version="1.0" encoding="utf-8"?>
<p:tagLst xmlns:a="http://schemas.openxmlformats.org/drawingml/2006/main" xmlns:r="http://schemas.openxmlformats.org/officeDocument/2006/relationships" xmlns:p="http://schemas.openxmlformats.org/presentationml/2006/main">
  <p:tag name="DVSHAPEID" val="zc1vMfZKnNfR3g8lLmuhTJ"/>
</p:tagLst>
</file>

<file path=ppt/tags/tag188.xml><?xml version="1.0" encoding="utf-8"?>
<p:tagLst xmlns:a="http://schemas.openxmlformats.org/drawingml/2006/main" xmlns:r="http://schemas.openxmlformats.org/officeDocument/2006/relationships" xmlns:p="http://schemas.openxmlformats.org/presentationml/2006/main">
  <p:tag name="DVSHAPEID" val="n5iKHrLY7BzPaQh3ceeiT4"/>
</p:tagLst>
</file>

<file path=ppt/tags/tag189.xml><?xml version="1.0" encoding="utf-8"?>
<p:tagLst xmlns:a="http://schemas.openxmlformats.org/drawingml/2006/main" xmlns:r="http://schemas.openxmlformats.org/officeDocument/2006/relationships" xmlns:p="http://schemas.openxmlformats.org/presentationml/2006/main">
  <p:tag name="DVSHAPEID" val="JhzddjFLGs8DiHsd859BEN"/>
</p:tagLst>
</file>

<file path=ppt/tags/tag190.xml><?xml version="1.0" encoding="utf-8"?>
<p:tagLst xmlns:a="http://schemas.openxmlformats.org/drawingml/2006/main" xmlns:r="http://schemas.openxmlformats.org/officeDocument/2006/relationships" xmlns:p="http://schemas.openxmlformats.org/presentationml/2006/main">
  <p:tag name="DVSHAPEID" val="BP9L03qaXFcPtJVy2F5C7M"/>
</p:tagLst>
</file>

<file path=ppt/tags/tag191.xml><?xml version="1.0" encoding="utf-8"?>
<p:tagLst xmlns:a="http://schemas.openxmlformats.org/drawingml/2006/main" xmlns:r="http://schemas.openxmlformats.org/officeDocument/2006/relationships" xmlns:p="http://schemas.openxmlformats.org/presentationml/2006/main">
  <p:tag name="DVSHAPEID" val="fREkDKpqzXUwJHG74r70J5"/>
</p:tagLst>
</file>

<file path=ppt/tags/tag192.xml><?xml version="1.0" encoding="utf-8"?>
<p:tagLst xmlns:a="http://schemas.openxmlformats.org/drawingml/2006/main" xmlns:r="http://schemas.openxmlformats.org/officeDocument/2006/relationships" xmlns:p="http://schemas.openxmlformats.org/presentationml/2006/main">
  <p:tag name="DVSHAPEID" val="o3quBTuvVR3dtgzTzwFimm"/>
</p:tagLst>
</file>

<file path=ppt/tags/tag193.xml><?xml version="1.0" encoding="utf-8"?>
<p:tagLst xmlns:a="http://schemas.openxmlformats.org/drawingml/2006/main" xmlns:r="http://schemas.openxmlformats.org/officeDocument/2006/relationships" xmlns:p="http://schemas.openxmlformats.org/presentationml/2006/main">
  <p:tag name="DVSHAPEID" val="E8bTPA0XTkwS0LkgTMTO37"/>
</p:tagLst>
</file>

<file path=ppt/tags/tag194.xml><?xml version="1.0" encoding="utf-8"?>
<p:tagLst xmlns:a="http://schemas.openxmlformats.org/drawingml/2006/main" xmlns:r="http://schemas.openxmlformats.org/officeDocument/2006/relationships" xmlns:p="http://schemas.openxmlformats.org/presentationml/2006/main">
  <p:tag name="DVSHAPEID" val="F2XKmAoyLCFKse8QDdfGyk"/>
</p:tagLst>
</file>

<file path=ppt/tags/tag195.xml><?xml version="1.0" encoding="utf-8"?>
<p:tagLst xmlns:a="http://schemas.openxmlformats.org/drawingml/2006/main" xmlns:r="http://schemas.openxmlformats.org/officeDocument/2006/relationships" xmlns:p="http://schemas.openxmlformats.org/presentationml/2006/main">
  <p:tag name="DVSHAPEID" val="vQiRA3XtjYhxs9V5dqylyT"/>
</p:tagLst>
</file>

<file path=ppt/tags/tag196.xml><?xml version="1.0" encoding="utf-8"?>
<p:tagLst xmlns:a="http://schemas.openxmlformats.org/drawingml/2006/main" xmlns:r="http://schemas.openxmlformats.org/officeDocument/2006/relationships" xmlns:p="http://schemas.openxmlformats.org/presentationml/2006/main">
  <p:tag name="DVSHAPEID" val="c3KbCWybw5mVRaPlxIGN5T"/>
</p:tagLst>
</file>

<file path=ppt/tags/tag197.xml><?xml version="1.0" encoding="utf-8"?>
<p:tagLst xmlns:a="http://schemas.openxmlformats.org/drawingml/2006/main" xmlns:r="http://schemas.openxmlformats.org/officeDocument/2006/relationships" xmlns:p="http://schemas.openxmlformats.org/presentationml/2006/main">
  <p:tag name="DVSHAPEID" val="4Pcw1kmTxqOhV4Yo59gX9w"/>
</p:tagLst>
</file>

<file path=ppt/tags/tag198.xml><?xml version="1.0" encoding="utf-8"?>
<p:tagLst xmlns:a="http://schemas.openxmlformats.org/drawingml/2006/main" xmlns:r="http://schemas.openxmlformats.org/officeDocument/2006/relationships" xmlns:p="http://schemas.openxmlformats.org/presentationml/2006/main">
  <p:tag name="DVSHAPEID" val="tP0Zf6zcD2NiZVZ5VeOCxW"/>
</p:tagLst>
</file>

<file path=ppt/tags/tag199.xml><?xml version="1.0" encoding="utf-8"?>
<p:tagLst xmlns:a="http://schemas.openxmlformats.org/drawingml/2006/main" xmlns:r="http://schemas.openxmlformats.org/officeDocument/2006/relationships" xmlns:p="http://schemas.openxmlformats.org/presentationml/2006/main">
  <p:tag name="DVSHAPEID" val="6AfLm9Dxw8Kxmmw15fklML"/>
</p:tagLst>
</file>

<file path=ppt/tags/tag200.xml><?xml version="1.0" encoding="utf-8"?>
<p:tagLst xmlns:a="http://schemas.openxmlformats.org/drawingml/2006/main" xmlns:r="http://schemas.openxmlformats.org/officeDocument/2006/relationships" xmlns:p="http://schemas.openxmlformats.org/presentationml/2006/main">
  <p:tag name="DVSHAPEID" val="rvVLB1sx43RSlFs1fhyyKK"/>
</p:tagLst>
</file>

<file path=ppt/tags/tag201.xml><?xml version="1.0" encoding="utf-8"?>
<p:tagLst xmlns:a="http://schemas.openxmlformats.org/drawingml/2006/main" xmlns:r="http://schemas.openxmlformats.org/officeDocument/2006/relationships" xmlns:p="http://schemas.openxmlformats.org/presentationml/2006/main">
  <p:tag name="DVSHAPEID" val="bk3Sly39mZcMe2pmVlXRXV"/>
</p:tagLst>
</file>

<file path=ppt/tags/tag202.xml><?xml version="1.0" encoding="utf-8"?>
<p:tagLst xmlns:a="http://schemas.openxmlformats.org/drawingml/2006/main" xmlns:r="http://schemas.openxmlformats.org/officeDocument/2006/relationships" xmlns:p="http://schemas.openxmlformats.org/presentationml/2006/main">
  <p:tag name="DVSHAPEID" val="QBiVLM8bipw7UszD0SKjmE"/>
</p:tagLst>
</file>

<file path=ppt/tags/tag203.xml><?xml version="1.0" encoding="utf-8"?>
<p:tagLst xmlns:a="http://schemas.openxmlformats.org/drawingml/2006/main" xmlns:r="http://schemas.openxmlformats.org/officeDocument/2006/relationships" xmlns:p="http://schemas.openxmlformats.org/presentationml/2006/main">
  <p:tag name="DVSHAPEID" val="XhuBBaYXJljG9qUSxT1xsL"/>
</p:tagLst>
</file>

<file path=ppt/tags/tag204.xml><?xml version="1.0" encoding="utf-8"?>
<p:tagLst xmlns:a="http://schemas.openxmlformats.org/drawingml/2006/main" xmlns:r="http://schemas.openxmlformats.org/officeDocument/2006/relationships" xmlns:p="http://schemas.openxmlformats.org/presentationml/2006/main">
  <p:tag name="DVSHAPEID" val="ZIAVbAVl1MCiz0oTkVfdG8"/>
</p:tagLst>
</file>

<file path=ppt/tags/tag205.xml><?xml version="1.0" encoding="utf-8"?>
<p:tagLst xmlns:a="http://schemas.openxmlformats.org/drawingml/2006/main" xmlns:r="http://schemas.openxmlformats.org/officeDocument/2006/relationships" xmlns:p="http://schemas.openxmlformats.org/presentationml/2006/main">
  <p:tag name="DVSECTIONID" val="GecCpOiG7nEZmxa2eU83j0"/>
</p:tagLst>
</file>

<file path=ppt/tags/tag206.xml><?xml version="1.0" encoding="utf-8"?>
<p:tagLst xmlns:a="http://schemas.openxmlformats.org/drawingml/2006/main" xmlns:r="http://schemas.openxmlformats.org/officeDocument/2006/relationships" xmlns:p="http://schemas.openxmlformats.org/presentationml/2006/main">
  <p:tag name="DVSHAPEID" val="2m0zgplPGcD0yKbWptxm8H"/>
</p:tagLst>
</file>

<file path=ppt/tags/tag207.xml><?xml version="1.0" encoding="utf-8"?>
<p:tagLst xmlns:a="http://schemas.openxmlformats.org/drawingml/2006/main" xmlns:r="http://schemas.openxmlformats.org/officeDocument/2006/relationships" xmlns:p="http://schemas.openxmlformats.org/presentationml/2006/main">
  <p:tag name="DVSHAPEID" val="4EWMcU6RnMWrQXDygvkhpo"/>
</p:tagLst>
</file>

<file path=ppt/tags/tag208.xml><?xml version="1.0" encoding="utf-8"?>
<p:tagLst xmlns:a="http://schemas.openxmlformats.org/drawingml/2006/main" xmlns:r="http://schemas.openxmlformats.org/officeDocument/2006/relationships" xmlns:p="http://schemas.openxmlformats.org/presentationml/2006/main">
  <p:tag name="DVSHAPEID" val="bpa6ETWvnGLlhlCtdqJPPR"/>
</p:tagLst>
</file>

<file path=ppt/tags/tag209.xml><?xml version="1.0" encoding="utf-8"?>
<p:tagLst xmlns:a="http://schemas.openxmlformats.org/drawingml/2006/main" xmlns:r="http://schemas.openxmlformats.org/officeDocument/2006/relationships" xmlns:p="http://schemas.openxmlformats.org/presentationml/2006/main">
  <p:tag name="DVSHAPEID" val="46TeiRd22RhGswB6gcVRog"/>
</p:tagLst>
</file>

<file path=ppt/tags/tag210.xml><?xml version="1.0" encoding="utf-8"?>
<p:tagLst xmlns:a="http://schemas.openxmlformats.org/drawingml/2006/main" xmlns:r="http://schemas.openxmlformats.org/officeDocument/2006/relationships" xmlns:p="http://schemas.openxmlformats.org/presentationml/2006/main">
  <p:tag name="DVSHAPEID" val="GvFhVMiTxAzkl4dpA4ilDT"/>
</p:tagLst>
</file>

<file path=ppt/tags/tag211.xml><?xml version="1.0" encoding="utf-8"?>
<p:tagLst xmlns:a="http://schemas.openxmlformats.org/drawingml/2006/main" xmlns:r="http://schemas.openxmlformats.org/officeDocument/2006/relationships" xmlns:p="http://schemas.openxmlformats.org/presentationml/2006/main">
  <p:tag name="DVSHAPEID" val="3BT6S69xTXsOpny1VrJ9kG"/>
</p:tagLst>
</file>

<file path=ppt/tags/tag212.xml><?xml version="1.0" encoding="utf-8"?>
<p:tagLst xmlns:a="http://schemas.openxmlformats.org/drawingml/2006/main" xmlns:r="http://schemas.openxmlformats.org/officeDocument/2006/relationships" xmlns:p="http://schemas.openxmlformats.org/presentationml/2006/main">
  <p:tag name="DVSHAPEID" val="RxEPRz9QBuznuKUkdjV3np"/>
</p:tagLst>
</file>

<file path=ppt/tags/tag213.xml><?xml version="1.0" encoding="utf-8"?>
<p:tagLst xmlns:a="http://schemas.openxmlformats.org/drawingml/2006/main" xmlns:r="http://schemas.openxmlformats.org/officeDocument/2006/relationships" xmlns:p="http://schemas.openxmlformats.org/presentationml/2006/main">
  <p:tag name="DVSHAPEID" val="F00rGazwKKY1PDQWppSffy"/>
</p:tagLst>
</file>

<file path=ppt/tags/tag214.xml><?xml version="1.0" encoding="utf-8"?>
<p:tagLst xmlns:a="http://schemas.openxmlformats.org/drawingml/2006/main" xmlns:r="http://schemas.openxmlformats.org/officeDocument/2006/relationships" xmlns:p="http://schemas.openxmlformats.org/presentationml/2006/main">
  <p:tag name="DVSHAPEID" val="ZIAVbAVl1MCiz0oTkVfdG8"/>
</p:tagLst>
</file>

<file path=ppt/tags/tag215.xml><?xml version="1.0" encoding="utf-8"?>
<p:tagLst xmlns:a="http://schemas.openxmlformats.org/drawingml/2006/main" xmlns:r="http://schemas.openxmlformats.org/officeDocument/2006/relationships" xmlns:p="http://schemas.openxmlformats.org/presentationml/2006/main">
  <p:tag name="DVSHAPEID" val="QuMzIIfspm45swP2R2g6AW"/>
</p:tagLst>
</file>

<file path=ppt/tags/tag216.xml><?xml version="1.0" encoding="utf-8"?>
<p:tagLst xmlns:a="http://schemas.openxmlformats.org/drawingml/2006/main" xmlns:r="http://schemas.openxmlformats.org/officeDocument/2006/relationships" xmlns:p="http://schemas.openxmlformats.org/presentationml/2006/main">
  <p:tag name="DVSHAPEID" val="68bxTQBQz3CNs4oPUbJ0GB"/>
</p:tagLst>
</file>

<file path=ppt/tags/tag217.xml><?xml version="1.0" encoding="utf-8"?>
<p:tagLst xmlns:a="http://schemas.openxmlformats.org/drawingml/2006/main" xmlns:r="http://schemas.openxmlformats.org/officeDocument/2006/relationships" xmlns:p="http://schemas.openxmlformats.org/presentationml/2006/main">
  <p:tag name="DVSHAPEID" val="G1A5i2YHf4SPRZ7YmxwpbO"/>
</p:tagLst>
</file>

<file path=ppt/tags/tag218.xml><?xml version="1.0" encoding="utf-8"?>
<p:tagLst xmlns:a="http://schemas.openxmlformats.org/drawingml/2006/main" xmlns:r="http://schemas.openxmlformats.org/officeDocument/2006/relationships" xmlns:p="http://schemas.openxmlformats.org/presentationml/2006/main">
  <p:tag name="DVSHAPEID" val="srBIhtwenh2q5Ce4FXeo7Q"/>
</p:tagLst>
</file>

<file path=ppt/tags/tag219.xml><?xml version="1.0" encoding="utf-8"?>
<p:tagLst xmlns:a="http://schemas.openxmlformats.org/drawingml/2006/main" xmlns:r="http://schemas.openxmlformats.org/officeDocument/2006/relationships" xmlns:p="http://schemas.openxmlformats.org/presentationml/2006/main">
  <p:tag name="DVSHAPEID" val="X63r6JJjJxqFPXPEEADIbC"/>
</p:tagLst>
</file>

<file path=ppt/tags/tag220.xml><?xml version="1.0" encoding="utf-8"?>
<p:tagLst xmlns:a="http://schemas.openxmlformats.org/drawingml/2006/main" xmlns:r="http://schemas.openxmlformats.org/officeDocument/2006/relationships" xmlns:p="http://schemas.openxmlformats.org/presentationml/2006/main">
  <p:tag name="DVSHAPEID" val="gCVC3wQuTs7HhkVPO3xUtH"/>
</p:tagLst>
</file>

<file path=ppt/tags/tag221.xml><?xml version="1.0" encoding="utf-8"?>
<p:tagLst xmlns:a="http://schemas.openxmlformats.org/drawingml/2006/main" xmlns:r="http://schemas.openxmlformats.org/officeDocument/2006/relationships" xmlns:p="http://schemas.openxmlformats.org/presentationml/2006/main">
  <p:tag name="DVSHAPEID" val="EMUUGC9UwquBWdNIrK1Hnt"/>
</p:tagLst>
</file>

<file path=ppt/tags/tag222.xml><?xml version="1.0" encoding="utf-8"?>
<p:tagLst xmlns:a="http://schemas.openxmlformats.org/drawingml/2006/main" xmlns:r="http://schemas.openxmlformats.org/officeDocument/2006/relationships" xmlns:p="http://schemas.openxmlformats.org/presentationml/2006/main">
  <p:tag name="DVSHAPEID" val="vQ02MHsDUsmcpYRSqz782x"/>
</p:tagLst>
</file>

<file path=ppt/tags/tag223.xml><?xml version="1.0" encoding="utf-8"?>
<p:tagLst xmlns:a="http://schemas.openxmlformats.org/drawingml/2006/main" xmlns:r="http://schemas.openxmlformats.org/officeDocument/2006/relationships" xmlns:p="http://schemas.openxmlformats.org/presentationml/2006/main">
  <p:tag name="DVSHAPEID" val="ZpNge0iEKpFl7uPbuapabo"/>
</p:tagLst>
</file>

<file path=ppt/tags/tag224.xml><?xml version="1.0" encoding="utf-8"?>
<p:tagLst xmlns:a="http://schemas.openxmlformats.org/drawingml/2006/main" xmlns:r="http://schemas.openxmlformats.org/officeDocument/2006/relationships" xmlns:p="http://schemas.openxmlformats.org/presentationml/2006/main">
  <p:tag name="DVSHAPEID" val="uetkZPeQd74uyc8XkUgIhM"/>
</p:tagLst>
</file>

<file path=ppt/tags/tag225.xml><?xml version="1.0" encoding="utf-8"?>
<p:tagLst xmlns:a="http://schemas.openxmlformats.org/drawingml/2006/main" xmlns:r="http://schemas.openxmlformats.org/officeDocument/2006/relationships" xmlns:p="http://schemas.openxmlformats.org/presentationml/2006/main">
  <p:tag name="DVSHAPEID" val="QBiVLM8bipw7UszD0SKjmE"/>
</p:tagLst>
</file>

<file path=ppt/tags/tag226.xml><?xml version="1.0" encoding="utf-8"?>
<p:tagLst xmlns:a="http://schemas.openxmlformats.org/drawingml/2006/main" xmlns:r="http://schemas.openxmlformats.org/officeDocument/2006/relationships" xmlns:p="http://schemas.openxmlformats.org/presentationml/2006/main">
  <p:tag name="DVSHAPEID" val="IPinqzySKp8nLSOqJXY5M2"/>
</p:tagLst>
</file>

<file path=ppt/tags/tag227.xml><?xml version="1.0" encoding="utf-8"?>
<p:tagLst xmlns:a="http://schemas.openxmlformats.org/drawingml/2006/main" xmlns:r="http://schemas.openxmlformats.org/officeDocument/2006/relationships" xmlns:p="http://schemas.openxmlformats.org/presentationml/2006/main">
  <p:tag name="DVSHAPEID" val="bk3Sly39mZcMe2pmVlXRXV"/>
</p:tagLst>
</file>

<file path=ppt/tags/tag228.xml><?xml version="1.0" encoding="utf-8"?>
<p:tagLst xmlns:a="http://schemas.openxmlformats.org/drawingml/2006/main" xmlns:r="http://schemas.openxmlformats.org/officeDocument/2006/relationships" xmlns:p="http://schemas.openxmlformats.org/presentationml/2006/main">
  <p:tag name="DVSHAPEID" val="8XUPdK3HkWiYHLLsSSy4EH"/>
</p:tagLst>
</file>

<file path=ppt/tags/tag229.xml><?xml version="1.0" encoding="utf-8"?>
<p:tagLst xmlns:a="http://schemas.openxmlformats.org/drawingml/2006/main" xmlns:r="http://schemas.openxmlformats.org/officeDocument/2006/relationships" xmlns:p="http://schemas.openxmlformats.org/presentationml/2006/main">
  <p:tag name="DVSHAPEID" val="wJjJTiZVsjR3KJ6DOphosm"/>
</p:tagLst>
</file>

<file path=ppt/tags/tag230.xml><?xml version="1.0" encoding="utf-8"?>
<p:tagLst xmlns:a="http://schemas.openxmlformats.org/drawingml/2006/main" xmlns:r="http://schemas.openxmlformats.org/officeDocument/2006/relationships" xmlns:p="http://schemas.openxmlformats.org/presentationml/2006/main">
  <p:tag name="DVSHAPEID" val="cgLs7aCqU0mRjIJq7JBgyb"/>
</p:tagLst>
</file>

<file path=ppt/tags/tag231.xml><?xml version="1.0" encoding="utf-8"?>
<p:tagLst xmlns:a="http://schemas.openxmlformats.org/drawingml/2006/main" xmlns:r="http://schemas.openxmlformats.org/officeDocument/2006/relationships" xmlns:p="http://schemas.openxmlformats.org/presentationml/2006/main">
  <p:tag name="DVSHAPEID" val="YhprnW4aWyU0YHxtDzwBqi"/>
</p:tagLst>
</file>

<file path=ppt/tags/tag232.xml><?xml version="1.0" encoding="utf-8"?>
<p:tagLst xmlns:a="http://schemas.openxmlformats.org/drawingml/2006/main" xmlns:r="http://schemas.openxmlformats.org/officeDocument/2006/relationships" xmlns:p="http://schemas.openxmlformats.org/presentationml/2006/main">
  <p:tag name="DVSHAPEID" val="KAAs5RCyHnh1DTC62RPww6"/>
</p:tagLst>
</file>

<file path=ppt/tags/tag233.xml><?xml version="1.0" encoding="utf-8"?>
<p:tagLst xmlns:a="http://schemas.openxmlformats.org/drawingml/2006/main" xmlns:r="http://schemas.openxmlformats.org/officeDocument/2006/relationships" xmlns:p="http://schemas.openxmlformats.org/presentationml/2006/main">
  <p:tag name="DVSHAPEID" val="DAYGCKXnHkaDyCiklR19DC"/>
</p:tagLst>
</file>

<file path=ppt/tags/tag234.xml><?xml version="1.0" encoding="utf-8"?>
<p:tagLst xmlns:a="http://schemas.openxmlformats.org/drawingml/2006/main" xmlns:r="http://schemas.openxmlformats.org/officeDocument/2006/relationships" xmlns:p="http://schemas.openxmlformats.org/presentationml/2006/main">
  <p:tag name="DVSHAPEID" val="n7WUjg3VVhZBkzMP8MAmWj"/>
</p:tagLst>
</file>

<file path=ppt/tags/tag235.xml><?xml version="1.0" encoding="utf-8"?>
<p:tagLst xmlns:a="http://schemas.openxmlformats.org/drawingml/2006/main" xmlns:r="http://schemas.openxmlformats.org/officeDocument/2006/relationships" xmlns:p="http://schemas.openxmlformats.org/presentationml/2006/main">
  <p:tag name="DVSHAPEID" val="w02YhnhjLhNDmoJiViaWE4"/>
</p:tagLst>
</file>

<file path=ppt/tags/tag236.xml><?xml version="1.0" encoding="utf-8"?>
<p:tagLst xmlns:a="http://schemas.openxmlformats.org/drawingml/2006/main" xmlns:r="http://schemas.openxmlformats.org/officeDocument/2006/relationships" xmlns:p="http://schemas.openxmlformats.org/presentationml/2006/main">
  <p:tag name="DVSHAPEID" val="nLunSwG5ohkrv5YUHxE9qx"/>
</p:tagLst>
</file>

<file path=ppt/tags/tag237.xml><?xml version="1.0" encoding="utf-8"?>
<p:tagLst xmlns:a="http://schemas.openxmlformats.org/drawingml/2006/main" xmlns:r="http://schemas.openxmlformats.org/officeDocument/2006/relationships" xmlns:p="http://schemas.openxmlformats.org/presentationml/2006/main">
  <p:tag name="DVSHAPEID" val="tn6dyWg33IPJzhMEYOnz3E"/>
</p:tagLst>
</file>

<file path=ppt/tags/tag238.xml><?xml version="1.0" encoding="utf-8"?>
<p:tagLst xmlns:a="http://schemas.openxmlformats.org/drawingml/2006/main" xmlns:r="http://schemas.openxmlformats.org/officeDocument/2006/relationships" xmlns:p="http://schemas.openxmlformats.org/presentationml/2006/main">
  <p:tag name="DVSHAPEID" val="vWZmGKFBRfECndOeXiSzA5"/>
</p:tagLst>
</file>

<file path=ppt/tags/tag239.xml><?xml version="1.0" encoding="utf-8"?>
<p:tagLst xmlns:a="http://schemas.openxmlformats.org/drawingml/2006/main" xmlns:r="http://schemas.openxmlformats.org/officeDocument/2006/relationships" xmlns:p="http://schemas.openxmlformats.org/presentationml/2006/main">
  <p:tag name="DVSHAPEID" val="YJ0wtHlR44tqyeSjR8VMRm"/>
</p:tagLst>
</file>

<file path=ppt/tags/tag240.xml><?xml version="1.0" encoding="utf-8"?>
<p:tagLst xmlns:a="http://schemas.openxmlformats.org/drawingml/2006/main" xmlns:r="http://schemas.openxmlformats.org/officeDocument/2006/relationships" xmlns:p="http://schemas.openxmlformats.org/presentationml/2006/main">
  <p:tag name="DVSHAPEID" val="iVHIf3BlVrFPMLmm2ZKxdf"/>
</p:tagLst>
</file>

<file path=ppt/tags/tag241.xml><?xml version="1.0" encoding="utf-8"?>
<p:tagLst xmlns:a="http://schemas.openxmlformats.org/drawingml/2006/main" xmlns:r="http://schemas.openxmlformats.org/officeDocument/2006/relationships" xmlns:p="http://schemas.openxmlformats.org/presentationml/2006/main">
  <p:tag name="DVSHAPEID" val="X5wK1oFveDGCq4PKrhgJ92"/>
</p:tagLst>
</file>

<file path=ppt/tags/tag242.xml><?xml version="1.0" encoding="utf-8"?>
<p:tagLst xmlns:a="http://schemas.openxmlformats.org/drawingml/2006/main" xmlns:r="http://schemas.openxmlformats.org/officeDocument/2006/relationships" xmlns:p="http://schemas.openxmlformats.org/presentationml/2006/main">
  <p:tag name="DVSHAPEID" val="LIr7Wv5V1k83YBcu1cFqd1"/>
</p:tagLst>
</file>

<file path=ppt/tags/tag243.xml><?xml version="1.0" encoding="utf-8"?>
<p:tagLst xmlns:a="http://schemas.openxmlformats.org/drawingml/2006/main" xmlns:r="http://schemas.openxmlformats.org/officeDocument/2006/relationships" xmlns:p="http://schemas.openxmlformats.org/presentationml/2006/main">
  <p:tag name="DVSHAPEID" val="9akhxhysgu6VkNiUrapiCm"/>
</p:tagLst>
</file>

<file path=ppt/tags/tag244.xml><?xml version="1.0" encoding="utf-8"?>
<p:tagLst xmlns:a="http://schemas.openxmlformats.org/drawingml/2006/main" xmlns:r="http://schemas.openxmlformats.org/officeDocument/2006/relationships" xmlns:p="http://schemas.openxmlformats.org/presentationml/2006/main">
  <p:tag name="DVSHAPEID" val="tn6dyWg33IPJzhMEYOnz3E"/>
</p:tagLst>
</file>

<file path=ppt/tags/tag245.xml><?xml version="1.0" encoding="utf-8"?>
<p:tagLst xmlns:a="http://schemas.openxmlformats.org/drawingml/2006/main" xmlns:r="http://schemas.openxmlformats.org/officeDocument/2006/relationships" xmlns:p="http://schemas.openxmlformats.org/presentationml/2006/main">
  <p:tag name="DVSHAPEID" val="q2Cru2UnKOSXVSOftOFu5R"/>
</p:tagLst>
</file>

<file path=ppt/tags/tag246.xml><?xml version="1.0" encoding="utf-8"?>
<p:tagLst xmlns:a="http://schemas.openxmlformats.org/drawingml/2006/main" xmlns:r="http://schemas.openxmlformats.org/officeDocument/2006/relationships" xmlns:p="http://schemas.openxmlformats.org/presentationml/2006/main">
  <p:tag name="DVSHAPEID" val="qSG1s1ak5NiCd4YTcjQgGn"/>
</p:tagLst>
</file>

<file path=ppt/tags/tag247.xml><?xml version="1.0" encoding="utf-8"?>
<p:tagLst xmlns:a="http://schemas.openxmlformats.org/drawingml/2006/main" xmlns:r="http://schemas.openxmlformats.org/officeDocument/2006/relationships" xmlns:p="http://schemas.openxmlformats.org/presentationml/2006/main">
  <p:tag name="DVSHAPEID" val="W9oa0aijEnjAVyNU0tpUbx"/>
</p:tagLst>
</file>

<file path=ppt/tags/tag248.xml><?xml version="1.0" encoding="utf-8"?>
<p:tagLst xmlns:a="http://schemas.openxmlformats.org/drawingml/2006/main" xmlns:r="http://schemas.openxmlformats.org/officeDocument/2006/relationships" xmlns:p="http://schemas.openxmlformats.org/presentationml/2006/main">
  <p:tag name="DVSHAPEID" val="vQ02MHsDUsmcpYRSqz782x"/>
</p:tagLst>
</file>

<file path=ppt/tags/tag249.xml><?xml version="1.0" encoding="utf-8"?>
<p:tagLst xmlns:a="http://schemas.openxmlformats.org/drawingml/2006/main" xmlns:r="http://schemas.openxmlformats.org/officeDocument/2006/relationships" xmlns:p="http://schemas.openxmlformats.org/presentationml/2006/main">
  <p:tag name="DVSHAPEID" val="ZpNge0iEKpFl7uPbuapabo"/>
</p:tagLst>
</file>

<file path=ppt/tags/tag250.xml><?xml version="1.0" encoding="utf-8"?>
<p:tagLst xmlns:a="http://schemas.openxmlformats.org/drawingml/2006/main" xmlns:r="http://schemas.openxmlformats.org/officeDocument/2006/relationships" xmlns:p="http://schemas.openxmlformats.org/presentationml/2006/main">
  <p:tag name="DVSHAPEID" val="uetkZPeQd74uyc8XkUgIhM"/>
</p:tagLst>
</file>

<file path=ppt/tags/tag251.xml><?xml version="1.0" encoding="utf-8"?>
<p:tagLst xmlns:a="http://schemas.openxmlformats.org/drawingml/2006/main" xmlns:r="http://schemas.openxmlformats.org/officeDocument/2006/relationships" xmlns:p="http://schemas.openxmlformats.org/presentationml/2006/main">
  <p:tag name="DVSHAPEID" val="kfmc8JqYHCIrqbwtRLHpuY"/>
</p:tagLst>
</file>

<file path=ppt/tags/tag252.xml><?xml version="1.0" encoding="utf-8"?>
<p:tagLst xmlns:a="http://schemas.openxmlformats.org/drawingml/2006/main" xmlns:r="http://schemas.openxmlformats.org/officeDocument/2006/relationships" xmlns:p="http://schemas.openxmlformats.org/presentationml/2006/main">
  <p:tag name="DVSHAPEID" val="U7dweEXpmuGfPdSjMlGJ4J"/>
</p:tagLst>
</file>

<file path=ppt/tags/tag253.xml><?xml version="1.0" encoding="utf-8"?>
<p:tagLst xmlns:a="http://schemas.openxmlformats.org/drawingml/2006/main" xmlns:r="http://schemas.openxmlformats.org/officeDocument/2006/relationships" xmlns:p="http://schemas.openxmlformats.org/presentationml/2006/main">
  <p:tag name="DVSHAPEID" val="v98E07MLrjsaGbUNaVvZJR"/>
</p:tagLst>
</file>

<file path=ppt/tags/tag254.xml><?xml version="1.0" encoding="utf-8"?>
<p:tagLst xmlns:a="http://schemas.openxmlformats.org/drawingml/2006/main" xmlns:r="http://schemas.openxmlformats.org/officeDocument/2006/relationships" xmlns:p="http://schemas.openxmlformats.org/presentationml/2006/main">
  <p:tag name="DVSHAPEID" val="6E12me49Mfeap3mH9gutBf"/>
</p:tagLst>
</file>

<file path=ppt/tags/tag255.xml><?xml version="1.0" encoding="utf-8"?>
<p:tagLst xmlns:a="http://schemas.openxmlformats.org/drawingml/2006/main" xmlns:r="http://schemas.openxmlformats.org/officeDocument/2006/relationships" xmlns:p="http://schemas.openxmlformats.org/presentationml/2006/main">
  <p:tag name="DVSHAPEID" val="kjiV7kxvH3Sl9Ia6mbUyPs"/>
</p:tagLst>
</file>

<file path=ppt/tags/tag256.xml><?xml version="1.0" encoding="utf-8"?>
<p:tagLst xmlns:a="http://schemas.openxmlformats.org/drawingml/2006/main" xmlns:r="http://schemas.openxmlformats.org/officeDocument/2006/relationships" xmlns:p="http://schemas.openxmlformats.org/presentationml/2006/main">
  <p:tag name="DVSHAPEID" val="YyCVeyUzm2bBuvFPmNu3xu"/>
</p:tagLst>
</file>

<file path=ppt/tags/tag257.xml><?xml version="1.0" encoding="utf-8"?>
<p:tagLst xmlns:a="http://schemas.openxmlformats.org/drawingml/2006/main" xmlns:r="http://schemas.openxmlformats.org/officeDocument/2006/relationships" xmlns:p="http://schemas.openxmlformats.org/presentationml/2006/main">
  <p:tag name="DVSECTIONID" val="wgnKZJ6JdmTLtE0sVNs482"/>
</p:tagLst>
</file>

<file path=ppt/tags/tag258.xml><?xml version="1.0" encoding="utf-8"?>
<p:tagLst xmlns:a="http://schemas.openxmlformats.org/drawingml/2006/main" xmlns:r="http://schemas.openxmlformats.org/officeDocument/2006/relationships" xmlns:p="http://schemas.openxmlformats.org/presentationml/2006/main">
  <p:tag name="DVSHAPEID" val="wteYfYlKydfBYwt5WUjf1Z"/>
</p:tagLst>
</file>

<file path=ppt/tags/tag259.xml><?xml version="1.0" encoding="utf-8"?>
<p:tagLst xmlns:a="http://schemas.openxmlformats.org/drawingml/2006/main" xmlns:r="http://schemas.openxmlformats.org/officeDocument/2006/relationships" xmlns:p="http://schemas.openxmlformats.org/presentationml/2006/main">
  <p:tag name="DVSHAPEID" val="PC0IgDxk325QSynLqz7EV0"/>
</p:tagLst>
</file>

<file path=ppt/tags/tag260.xml><?xml version="1.0" encoding="utf-8"?>
<p:tagLst xmlns:a="http://schemas.openxmlformats.org/drawingml/2006/main" xmlns:r="http://schemas.openxmlformats.org/officeDocument/2006/relationships" xmlns:p="http://schemas.openxmlformats.org/presentationml/2006/main">
  <p:tag name="DVSECTIONID" val="NQu86f5KYPGIyj2cKd7iVy"/>
</p:tagLst>
</file>

<file path=ppt/tags/tag261.xml><?xml version="1.0" encoding="utf-8"?>
<p:tagLst xmlns:a="http://schemas.openxmlformats.org/drawingml/2006/main" xmlns:r="http://schemas.openxmlformats.org/officeDocument/2006/relationships" xmlns:p="http://schemas.openxmlformats.org/presentationml/2006/main">
  <p:tag name="DVSHAPEID" val="rQD7eCAvY8dGQ7pt0IKdCG"/>
</p:tagLst>
</file>

<file path=ppt/tags/tag262.xml><?xml version="1.0" encoding="utf-8"?>
<p:tagLst xmlns:a="http://schemas.openxmlformats.org/drawingml/2006/main" xmlns:r="http://schemas.openxmlformats.org/officeDocument/2006/relationships" xmlns:p="http://schemas.openxmlformats.org/presentationml/2006/main">
  <p:tag name="DVSHAPEID" val="hdKP2rr7vhcWPPUJFOn4x4"/>
</p:tagLst>
</file>

<file path=ppt/tags/tag263.xml><?xml version="1.0" encoding="utf-8"?>
<p:tagLst xmlns:a="http://schemas.openxmlformats.org/drawingml/2006/main" xmlns:r="http://schemas.openxmlformats.org/officeDocument/2006/relationships" xmlns:p="http://schemas.openxmlformats.org/presentationml/2006/main">
  <p:tag name="DVSHAPEID" val="l944XgTLocOB7ZmAqhRFev"/>
</p:tagLst>
</file>

<file path=ppt/tags/tag264.xml><?xml version="1.0" encoding="utf-8"?>
<p:tagLst xmlns:a="http://schemas.openxmlformats.org/drawingml/2006/main" xmlns:r="http://schemas.openxmlformats.org/officeDocument/2006/relationships" xmlns:p="http://schemas.openxmlformats.org/presentationml/2006/main">
  <p:tag name="DVSHAPEID" val="E15RnlAI7HgQ0L3pYP82ZI"/>
</p:tagLst>
</file>

<file path=ppt/tags/tag265.xml><?xml version="1.0" encoding="utf-8"?>
<p:tagLst xmlns:a="http://schemas.openxmlformats.org/drawingml/2006/main" xmlns:r="http://schemas.openxmlformats.org/officeDocument/2006/relationships" xmlns:p="http://schemas.openxmlformats.org/presentationml/2006/main">
  <p:tag name="DVSECTIONID" val="FkOGbtnOUmsfsiMVG8oJTb"/>
</p:tagLst>
</file>

<file path=ppt/tags/tag266.xml><?xml version="1.0" encoding="utf-8"?>
<p:tagLst xmlns:a="http://schemas.openxmlformats.org/drawingml/2006/main" xmlns:r="http://schemas.openxmlformats.org/officeDocument/2006/relationships" xmlns:p="http://schemas.openxmlformats.org/presentationml/2006/main">
  <p:tag name="DVSHAPEID" val="AnsSir97EZ4m5BlQJQ2tMH"/>
</p:tagLst>
</file>

<file path=ppt/tags/tag267.xml><?xml version="1.0" encoding="utf-8"?>
<p:tagLst xmlns:a="http://schemas.openxmlformats.org/drawingml/2006/main" xmlns:r="http://schemas.openxmlformats.org/officeDocument/2006/relationships" xmlns:p="http://schemas.openxmlformats.org/presentationml/2006/main">
  <p:tag name="DVSHAPEID" val="BhnCyHYp1rf19uq8ivfLVn"/>
</p:tagLst>
</file>

<file path=ppt/tags/tag268.xml><?xml version="1.0" encoding="utf-8"?>
<p:tagLst xmlns:a="http://schemas.openxmlformats.org/drawingml/2006/main" xmlns:r="http://schemas.openxmlformats.org/officeDocument/2006/relationships" xmlns:p="http://schemas.openxmlformats.org/presentationml/2006/main">
  <p:tag name="DVSHAPEID" val="O4n9zON1pAQTLavGSr9eXC"/>
</p:tagLst>
</file>

<file path=ppt/tags/tag269.xml><?xml version="1.0" encoding="utf-8"?>
<p:tagLst xmlns:a="http://schemas.openxmlformats.org/drawingml/2006/main" xmlns:r="http://schemas.openxmlformats.org/officeDocument/2006/relationships" xmlns:p="http://schemas.openxmlformats.org/presentationml/2006/main">
  <p:tag name="DVSHAPEID" val="63sRpBxwe0Letieo8aCZ2F"/>
</p:tagLst>
</file>

<file path=ppt/tags/tag270.xml><?xml version="1.0" encoding="utf-8"?>
<p:tagLst xmlns:a="http://schemas.openxmlformats.org/drawingml/2006/main" xmlns:r="http://schemas.openxmlformats.org/officeDocument/2006/relationships" xmlns:p="http://schemas.openxmlformats.org/presentationml/2006/main">
  <p:tag name="DVSHAPEID" val="bfIgDCDNCHpbYkHHoctSmP"/>
</p:tagLst>
</file>

<file path=ppt/tags/tag271.xml><?xml version="1.0" encoding="utf-8"?>
<p:tagLst xmlns:a="http://schemas.openxmlformats.org/drawingml/2006/main" xmlns:r="http://schemas.openxmlformats.org/officeDocument/2006/relationships" xmlns:p="http://schemas.openxmlformats.org/presentationml/2006/main">
  <p:tag name="DVSHAPEID" val="7wHcrujYCXArRc89XVTqo4"/>
</p:tagLst>
</file>

<file path=ppt/tags/tag272.xml><?xml version="1.0" encoding="utf-8"?>
<p:tagLst xmlns:a="http://schemas.openxmlformats.org/drawingml/2006/main" xmlns:r="http://schemas.openxmlformats.org/officeDocument/2006/relationships" xmlns:p="http://schemas.openxmlformats.org/presentationml/2006/main">
  <p:tag name="DVSHAPEID" val="OhkUHqMpw9im8byrb8tD5s"/>
</p:tagLst>
</file>

<file path=ppt/tags/tag273.xml><?xml version="1.0" encoding="utf-8"?>
<p:tagLst xmlns:a="http://schemas.openxmlformats.org/drawingml/2006/main" xmlns:r="http://schemas.openxmlformats.org/officeDocument/2006/relationships" xmlns:p="http://schemas.openxmlformats.org/presentationml/2006/main">
  <p:tag name="DVSHAPEID" val="BwsuzeeyZVr3IpRwNTccrr"/>
</p:tagLst>
</file>

<file path=ppt/tags/tag274.xml><?xml version="1.0" encoding="utf-8"?>
<p:tagLst xmlns:a="http://schemas.openxmlformats.org/drawingml/2006/main" xmlns:r="http://schemas.openxmlformats.org/officeDocument/2006/relationships" xmlns:p="http://schemas.openxmlformats.org/presentationml/2006/main">
  <p:tag name="DVSHAPEID" val="9v4WAwJLWKZmGOscRxbXam"/>
</p:tagLst>
</file>

<file path=ppt/tags/tag275.xml><?xml version="1.0" encoding="utf-8"?>
<p:tagLst xmlns:a="http://schemas.openxmlformats.org/drawingml/2006/main" xmlns:r="http://schemas.openxmlformats.org/officeDocument/2006/relationships" xmlns:p="http://schemas.openxmlformats.org/presentationml/2006/main">
  <p:tag name="DVSHAPEID" val="V4t9zElAqS0anWqCDIPeZG"/>
</p:tagLst>
</file>

<file path=ppt/tags/tag276.xml><?xml version="1.0" encoding="utf-8"?>
<p:tagLst xmlns:a="http://schemas.openxmlformats.org/drawingml/2006/main" xmlns:r="http://schemas.openxmlformats.org/officeDocument/2006/relationships" xmlns:p="http://schemas.openxmlformats.org/presentationml/2006/main">
  <p:tag name="DVSHAPEID" val="4lI34B2F0ugMAZsrW5pmk6"/>
</p:tagLst>
</file>

<file path=ppt/tags/tag277.xml><?xml version="1.0" encoding="utf-8"?>
<p:tagLst xmlns:a="http://schemas.openxmlformats.org/drawingml/2006/main" xmlns:r="http://schemas.openxmlformats.org/officeDocument/2006/relationships" xmlns:p="http://schemas.openxmlformats.org/presentationml/2006/main">
  <p:tag name="DVSHAPEID" val="lwqvLeTs8Wne08qvzKyLSw"/>
</p:tagLst>
</file>

<file path=ppt/tags/tag278.xml><?xml version="1.0" encoding="utf-8"?>
<p:tagLst xmlns:a="http://schemas.openxmlformats.org/drawingml/2006/main" xmlns:r="http://schemas.openxmlformats.org/officeDocument/2006/relationships" xmlns:p="http://schemas.openxmlformats.org/presentationml/2006/main">
  <p:tag name="DVSHAPEID" val="TAmr9cLKOCmXZcCzPNLxmk"/>
</p:tagLst>
</file>

<file path=ppt/tags/tag279.xml><?xml version="1.0" encoding="utf-8"?>
<p:tagLst xmlns:a="http://schemas.openxmlformats.org/drawingml/2006/main" xmlns:r="http://schemas.openxmlformats.org/officeDocument/2006/relationships" xmlns:p="http://schemas.openxmlformats.org/presentationml/2006/main">
  <p:tag name="DVSHAPEID" val="plYk0qvFNyePCP9j4GHn7K"/>
</p:tagLst>
</file>

<file path=ppt/tags/tag280.xml><?xml version="1.0" encoding="utf-8"?>
<p:tagLst xmlns:a="http://schemas.openxmlformats.org/drawingml/2006/main" xmlns:r="http://schemas.openxmlformats.org/officeDocument/2006/relationships" xmlns:p="http://schemas.openxmlformats.org/presentationml/2006/main">
  <p:tag name="DVSHAPEID" val="S28dT0UKZkayb0tObke8ON"/>
</p:tagLst>
</file>

<file path=ppt/tags/tag281.xml><?xml version="1.0" encoding="utf-8"?>
<p:tagLst xmlns:a="http://schemas.openxmlformats.org/drawingml/2006/main" xmlns:r="http://schemas.openxmlformats.org/officeDocument/2006/relationships" xmlns:p="http://schemas.openxmlformats.org/presentationml/2006/main">
  <p:tag name="DVSHAPEID" val="JazMqwI5QYcEtVcMxvL3zU"/>
</p:tagLst>
</file>

<file path=ppt/tags/tag282.xml><?xml version="1.0" encoding="utf-8"?>
<p:tagLst xmlns:a="http://schemas.openxmlformats.org/drawingml/2006/main" xmlns:r="http://schemas.openxmlformats.org/officeDocument/2006/relationships" xmlns:p="http://schemas.openxmlformats.org/presentationml/2006/main">
  <p:tag name="DVSHAPEID" val="F4E8Pgum9YV5jXE6zn1Utb"/>
</p:tagLst>
</file>

<file path=ppt/tags/tag283.xml><?xml version="1.0" encoding="utf-8"?>
<p:tagLst xmlns:a="http://schemas.openxmlformats.org/drawingml/2006/main" xmlns:r="http://schemas.openxmlformats.org/officeDocument/2006/relationships" xmlns:p="http://schemas.openxmlformats.org/presentationml/2006/main">
  <p:tag name="DVSHAPEID" val="lwxyCoMJnLePvv8iGsAtOe"/>
</p:tagLst>
</file>

<file path=ppt/tags/tag284.xml><?xml version="1.0" encoding="utf-8"?>
<p:tagLst xmlns:a="http://schemas.openxmlformats.org/drawingml/2006/main" xmlns:r="http://schemas.openxmlformats.org/officeDocument/2006/relationships" xmlns:p="http://schemas.openxmlformats.org/presentationml/2006/main">
  <p:tag name="DVSHAPEID" val="JnCe8rVn1EqtI7BhD5AqB9"/>
</p:tagLst>
</file>

<file path=ppt/tags/tag285.xml><?xml version="1.0" encoding="utf-8"?>
<p:tagLst xmlns:a="http://schemas.openxmlformats.org/drawingml/2006/main" xmlns:r="http://schemas.openxmlformats.org/officeDocument/2006/relationships" xmlns:p="http://schemas.openxmlformats.org/presentationml/2006/main">
  <p:tag name="DVSHAPEID" val="Rts8XhGzkZm7N9VogkNZJz"/>
</p:tagLst>
</file>

<file path=ppt/tags/tag286.xml><?xml version="1.0" encoding="utf-8"?>
<p:tagLst xmlns:a="http://schemas.openxmlformats.org/drawingml/2006/main" xmlns:r="http://schemas.openxmlformats.org/officeDocument/2006/relationships" xmlns:p="http://schemas.openxmlformats.org/presentationml/2006/main">
  <p:tag name="DVSHAPEID" val="p1M0HoOuToCzw8L0uEGskq"/>
</p:tagLst>
</file>

<file path=ppt/tags/tag287.xml><?xml version="1.0" encoding="utf-8"?>
<p:tagLst xmlns:a="http://schemas.openxmlformats.org/drawingml/2006/main" xmlns:r="http://schemas.openxmlformats.org/officeDocument/2006/relationships" xmlns:p="http://schemas.openxmlformats.org/presentationml/2006/main">
  <p:tag name="DVSHAPEID" val="6AkrlfPfCBqh3qlXAhKP6Y"/>
</p:tagLst>
</file>

<file path=ppt/tags/tag288.xml><?xml version="1.0" encoding="utf-8"?>
<p:tagLst xmlns:a="http://schemas.openxmlformats.org/drawingml/2006/main" xmlns:r="http://schemas.openxmlformats.org/officeDocument/2006/relationships" xmlns:p="http://schemas.openxmlformats.org/presentationml/2006/main">
  <p:tag name="DVSHAPEID" val="vdDNCgQ8iheYVcFf3zEEL0"/>
</p:tagLst>
</file>

<file path=ppt/tags/tag289.xml><?xml version="1.0" encoding="utf-8"?>
<p:tagLst xmlns:a="http://schemas.openxmlformats.org/drawingml/2006/main" xmlns:r="http://schemas.openxmlformats.org/officeDocument/2006/relationships" xmlns:p="http://schemas.openxmlformats.org/presentationml/2006/main">
  <p:tag name="DVSHAPEID" val="9e4kEw4pIuj857NyDzouj8"/>
</p:tagLst>
</file>

<file path=ppt/tags/tag290.xml><?xml version="1.0" encoding="utf-8"?>
<p:tagLst xmlns:a="http://schemas.openxmlformats.org/drawingml/2006/main" xmlns:r="http://schemas.openxmlformats.org/officeDocument/2006/relationships" xmlns:p="http://schemas.openxmlformats.org/presentationml/2006/main">
  <p:tag name="DVSHAPEID" val="25v9hkeabscu4pIhBk4TyK"/>
</p:tagLst>
</file>

<file path=ppt/tags/tag291.xml><?xml version="1.0" encoding="utf-8"?>
<p:tagLst xmlns:a="http://schemas.openxmlformats.org/drawingml/2006/main" xmlns:r="http://schemas.openxmlformats.org/officeDocument/2006/relationships" xmlns:p="http://schemas.openxmlformats.org/presentationml/2006/main">
  <p:tag name="DVSHAPEID" val="FM6ysuW4fhH0bZOufJaxjR"/>
</p:tagLst>
</file>

<file path=ppt/tags/tag292.xml><?xml version="1.0" encoding="utf-8"?>
<p:tagLst xmlns:a="http://schemas.openxmlformats.org/drawingml/2006/main" xmlns:r="http://schemas.openxmlformats.org/officeDocument/2006/relationships" xmlns:p="http://schemas.openxmlformats.org/presentationml/2006/main">
  <p:tag name="DVSHAPEID" val="VB2nQlY4ppAiqI3ISKe6cU"/>
</p:tagLst>
</file>

<file path=ppt/tags/tag293.xml><?xml version="1.0" encoding="utf-8"?>
<p:tagLst xmlns:a="http://schemas.openxmlformats.org/drawingml/2006/main" xmlns:r="http://schemas.openxmlformats.org/officeDocument/2006/relationships" xmlns:p="http://schemas.openxmlformats.org/presentationml/2006/main">
  <p:tag name="DVSHAPEID" val="N3eIs64lJ1rNRuw4EB6bSh"/>
</p:tagLst>
</file>

<file path=ppt/tags/tag294.xml><?xml version="1.0" encoding="utf-8"?>
<p:tagLst xmlns:a="http://schemas.openxmlformats.org/drawingml/2006/main" xmlns:r="http://schemas.openxmlformats.org/officeDocument/2006/relationships" xmlns:p="http://schemas.openxmlformats.org/presentationml/2006/main">
  <p:tag name="DVSHAPEID" val="qSz6rxRqicE0OY98SRZ3Gy"/>
</p:tagLst>
</file>

<file path=ppt/tags/tag295.xml><?xml version="1.0" encoding="utf-8"?>
<p:tagLst xmlns:a="http://schemas.openxmlformats.org/drawingml/2006/main" xmlns:r="http://schemas.openxmlformats.org/officeDocument/2006/relationships" xmlns:p="http://schemas.openxmlformats.org/presentationml/2006/main">
  <p:tag name="DVSHAPEID" val="QCRycN6DZ12vDl8mFxtiIe"/>
</p:tagLst>
</file>

<file path=ppt/tags/tag296.xml><?xml version="1.0" encoding="utf-8"?>
<p:tagLst xmlns:a="http://schemas.openxmlformats.org/drawingml/2006/main" xmlns:r="http://schemas.openxmlformats.org/officeDocument/2006/relationships" xmlns:p="http://schemas.openxmlformats.org/presentationml/2006/main">
  <p:tag name="DVSHAPEID" val="9QGxUvIfbOAR1XeSk3kFdC"/>
</p:tagLst>
</file>

<file path=ppt/tags/tag297.xml><?xml version="1.0" encoding="utf-8"?>
<p:tagLst xmlns:a="http://schemas.openxmlformats.org/drawingml/2006/main" xmlns:r="http://schemas.openxmlformats.org/officeDocument/2006/relationships" xmlns:p="http://schemas.openxmlformats.org/presentationml/2006/main">
  <p:tag name="DVSHAPEID" val="YilOZvbsAnQCs0SESAUJPe"/>
</p:tagLst>
</file>

<file path=ppt/tags/tag298.xml><?xml version="1.0" encoding="utf-8"?>
<p:tagLst xmlns:a="http://schemas.openxmlformats.org/drawingml/2006/main" xmlns:r="http://schemas.openxmlformats.org/officeDocument/2006/relationships" xmlns:p="http://schemas.openxmlformats.org/presentationml/2006/main">
  <p:tag name="DVSHAPEID" val="VMjb7NcpY21wSnc6wd4Ied"/>
</p:tagLst>
</file>

<file path=ppt/tags/tag299.xml><?xml version="1.0" encoding="utf-8"?>
<p:tagLst xmlns:a="http://schemas.openxmlformats.org/drawingml/2006/main" xmlns:r="http://schemas.openxmlformats.org/officeDocument/2006/relationships" xmlns:p="http://schemas.openxmlformats.org/presentationml/2006/main">
  <p:tag name="DVSHAPEID" val="0pueZFbJKtMJnyuOnogaoN"/>
</p:tagLst>
</file>

<file path=ppt/tags/tag300.xml><?xml version="1.0" encoding="utf-8"?>
<p:tagLst xmlns:a="http://schemas.openxmlformats.org/drawingml/2006/main" xmlns:r="http://schemas.openxmlformats.org/officeDocument/2006/relationships" xmlns:p="http://schemas.openxmlformats.org/presentationml/2006/main">
  <p:tag name="DVSHAPEID" val="AW8usL3HF70HLTGTNweeix"/>
</p:tagLst>
</file>

<file path=ppt/tags/tag301.xml><?xml version="1.0" encoding="utf-8"?>
<p:tagLst xmlns:a="http://schemas.openxmlformats.org/drawingml/2006/main" xmlns:r="http://schemas.openxmlformats.org/officeDocument/2006/relationships" xmlns:p="http://schemas.openxmlformats.org/presentationml/2006/main">
  <p:tag name="DVSHAPEID" val="J80DCIPGs4OcPy5udpG2OF"/>
</p:tagLst>
</file>

<file path=ppt/tags/tag302.xml><?xml version="1.0" encoding="utf-8"?>
<p:tagLst xmlns:a="http://schemas.openxmlformats.org/drawingml/2006/main" xmlns:r="http://schemas.openxmlformats.org/officeDocument/2006/relationships" xmlns:p="http://schemas.openxmlformats.org/presentationml/2006/main">
  <p:tag name="DVSHAPEID" val="JFNA7tAKV9v2cZuP9lSZEV"/>
</p:tagLst>
</file>

<file path=ppt/tags/tag303.xml><?xml version="1.0" encoding="utf-8"?>
<p:tagLst xmlns:a="http://schemas.openxmlformats.org/drawingml/2006/main" xmlns:r="http://schemas.openxmlformats.org/officeDocument/2006/relationships" xmlns:p="http://schemas.openxmlformats.org/presentationml/2006/main">
  <p:tag name="DVSHAPEID" val="Ty48NijOyfJ3pkP1Al5I8E"/>
</p:tagLst>
</file>

<file path=ppt/tags/tag304.xml><?xml version="1.0" encoding="utf-8"?>
<p:tagLst xmlns:a="http://schemas.openxmlformats.org/drawingml/2006/main" xmlns:r="http://schemas.openxmlformats.org/officeDocument/2006/relationships" xmlns:p="http://schemas.openxmlformats.org/presentationml/2006/main">
  <p:tag name="DVSHAPEID" val="HMl60ngkaP1NMewZFhr6Bg"/>
</p:tagLst>
</file>

<file path=ppt/tags/tag305.xml><?xml version="1.0" encoding="utf-8"?>
<p:tagLst xmlns:a="http://schemas.openxmlformats.org/drawingml/2006/main" xmlns:r="http://schemas.openxmlformats.org/officeDocument/2006/relationships" xmlns:p="http://schemas.openxmlformats.org/presentationml/2006/main">
  <p:tag name="DVSHAPEID" val="j8A907KwTWNeRhMHiVye4U"/>
</p:tagLst>
</file>

<file path=ppt/tags/tag306.xml><?xml version="1.0" encoding="utf-8"?>
<p:tagLst xmlns:a="http://schemas.openxmlformats.org/drawingml/2006/main" xmlns:r="http://schemas.openxmlformats.org/officeDocument/2006/relationships" xmlns:p="http://schemas.openxmlformats.org/presentationml/2006/main">
  <p:tag name="DVSHAPEID" val="2ByBvBFOg13qtdwQn8ADV4"/>
</p:tagLst>
</file>

<file path=ppt/tags/tag307.xml><?xml version="1.0" encoding="utf-8"?>
<p:tagLst xmlns:a="http://schemas.openxmlformats.org/drawingml/2006/main" xmlns:r="http://schemas.openxmlformats.org/officeDocument/2006/relationships" xmlns:p="http://schemas.openxmlformats.org/presentationml/2006/main">
  <p:tag name="DVSHAPEID" val="0xmecYYvynbp6YBoC8R5FL"/>
</p:tagLst>
</file>

<file path=ppt/tags/tag308.xml><?xml version="1.0" encoding="utf-8"?>
<p:tagLst xmlns:a="http://schemas.openxmlformats.org/drawingml/2006/main" xmlns:r="http://schemas.openxmlformats.org/officeDocument/2006/relationships" xmlns:p="http://schemas.openxmlformats.org/presentationml/2006/main">
  <p:tag name="DVSHAPEID" val="brOzbsypDrYXB1egpGPLtG"/>
</p:tagLst>
</file>

<file path=ppt/tags/tag309.xml><?xml version="1.0" encoding="utf-8"?>
<p:tagLst xmlns:a="http://schemas.openxmlformats.org/drawingml/2006/main" xmlns:r="http://schemas.openxmlformats.org/officeDocument/2006/relationships" xmlns:p="http://schemas.openxmlformats.org/presentationml/2006/main">
  <p:tag name="DVSHAPEID" val="f46xfYvrLQpelVqDNwW8JK"/>
</p:tagLst>
</file>

<file path=ppt/tags/tag310.xml><?xml version="1.0" encoding="utf-8"?>
<p:tagLst xmlns:a="http://schemas.openxmlformats.org/drawingml/2006/main" xmlns:r="http://schemas.openxmlformats.org/officeDocument/2006/relationships" xmlns:p="http://schemas.openxmlformats.org/presentationml/2006/main">
  <p:tag name="DVSHAPEID" val="q8nz9mJagTivcJsDdATcF8"/>
</p:tagLst>
</file>

<file path=ppt/tags/tag311.xml><?xml version="1.0" encoding="utf-8"?>
<p:tagLst xmlns:a="http://schemas.openxmlformats.org/drawingml/2006/main" xmlns:r="http://schemas.openxmlformats.org/officeDocument/2006/relationships" xmlns:p="http://schemas.openxmlformats.org/presentationml/2006/main">
  <p:tag name="DVSECTIONID" val="YLa1WEyG454Qi8wunfhIXE"/>
</p:tagLst>
</file>

<file path=ppt/tags/tag312.xml><?xml version="1.0" encoding="utf-8"?>
<p:tagLst xmlns:a="http://schemas.openxmlformats.org/drawingml/2006/main" xmlns:r="http://schemas.openxmlformats.org/officeDocument/2006/relationships" xmlns:p="http://schemas.openxmlformats.org/presentationml/2006/main">
  <p:tag name="DVSHAPEID" val="fKfsRAUnQdrcEkCDHhQBDW"/>
</p:tagLst>
</file>

<file path=ppt/tags/tag313.xml><?xml version="1.0" encoding="utf-8"?>
<p:tagLst xmlns:a="http://schemas.openxmlformats.org/drawingml/2006/main" xmlns:r="http://schemas.openxmlformats.org/officeDocument/2006/relationships" xmlns:p="http://schemas.openxmlformats.org/presentationml/2006/main">
  <p:tag name="DVSHAPEID" val="UojWlmDkhDxic1PvY8yf6I"/>
</p:tagLst>
</file>

<file path=ppt/tags/tag314.xml><?xml version="1.0" encoding="utf-8"?>
<p:tagLst xmlns:a="http://schemas.openxmlformats.org/drawingml/2006/main" xmlns:r="http://schemas.openxmlformats.org/officeDocument/2006/relationships" xmlns:p="http://schemas.openxmlformats.org/presentationml/2006/main">
  <p:tag name="DVSHAPEID" val="20IUmyQOimyZif1FrrXMrw"/>
</p:tagLst>
</file>

<file path=ppt/tags/tag315.xml><?xml version="1.0" encoding="utf-8"?>
<p:tagLst xmlns:a="http://schemas.openxmlformats.org/drawingml/2006/main" xmlns:r="http://schemas.openxmlformats.org/officeDocument/2006/relationships" xmlns:p="http://schemas.openxmlformats.org/presentationml/2006/main">
  <p:tag name="DVSHAPEID" val="KcJAuiG7ikhvUon8fVK6Dp"/>
</p:tagLst>
</file>

<file path=ppt/tags/tag316.xml><?xml version="1.0" encoding="utf-8"?>
<p:tagLst xmlns:a="http://schemas.openxmlformats.org/drawingml/2006/main" xmlns:r="http://schemas.openxmlformats.org/officeDocument/2006/relationships" xmlns:p="http://schemas.openxmlformats.org/presentationml/2006/main">
  <p:tag name="DVSHAPEID" val="y6TIr0rSiYcVzjvJqLvBQ7"/>
</p:tagLst>
</file>

<file path=ppt/tags/tag317.xml><?xml version="1.0" encoding="utf-8"?>
<p:tagLst xmlns:a="http://schemas.openxmlformats.org/drawingml/2006/main" xmlns:r="http://schemas.openxmlformats.org/officeDocument/2006/relationships" xmlns:p="http://schemas.openxmlformats.org/presentationml/2006/main">
  <p:tag name="DVSHAPEID" val="uhLKrrmVL8FtbjlDOSllfK"/>
</p:tagLst>
</file>

<file path=ppt/tags/tag318.xml><?xml version="1.0" encoding="utf-8"?>
<p:tagLst xmlns:a="http://schemas.openxmlformats.org/drawingml/2006/main" xmlns:r="http://schemas.openxmlformats.org/officeDocument/2006/relationships" xmlns:p="http://schemas.openxmlformats.org/presentationml/2006/main">
  <p:tag name="DVSHAPEID" val="n2bWVKD9QAnrljRwhAY7B2"/>
</p:tagLst>
</file>

<file path=ppt/tags/tag319.xml><?xml version="1.0" encoding="utf-8"?>
<p:tagLst xmlns:a="http://schemas.openxmlformats.org/drawingml/2006/main" xmlns:r="http://schemas.openxmlformats.org/officeDocument/2006/relationships" xmlns:p="http://schemas.openxmlformats.org/presentationml/2006/main">
  <p:tag name="DVSHAPEID" val="lGXXhzVKVNOKTJyuwCiCi4"/>
</p:tagLst>
</file>

<file path=ppt/tags/tag320.xml><?xml version="1.0" encoding="utf-8"?>
<p:tagLst xmlns:a="http://schemas.openxmlformats.org/drawingml/2006/main" xmlns:r="http://schemas.openxmlformats.org/officeDocument/2006/relationships" xmlns:p="http://schemas.openxmlformats.org/presentationml/2006/main">
  <p:tag name="DVSHAPEID" val="6JX2MiAKm88lHvYYt3d5Fz"/>
</p:tagLst>
</file>

<file path=ppt/tags/tag321.xml><?xml version="1.0" encoding="utf-8"?>
<p:tagLst xmlns:a="http://schemas.openxmlformats.org/drawingml/2006/main" xmlns:r="http://schemas.openxmlformats.org/officeDocument/2006/relationships" xmlns:p="http://schemas.openxmlformats.org/presentationml/2006/main">
  <p:tag name="DVSHAPEID" val="CBp8XN3mPZKgAdZeNDaaqG"/>
</p:tagLst>
</file>

<file path=ppt/tags/tag322.xml><?xml version="1.0" encoding="utf-8"?>
<p:tagLst xmlns:a="http://schemas.openxmlformats.org/drawingml/2006/main" xmlns:r="http://schemas.openxmlformats.org/officeDocument/2006/relationships" xmlns:p="http://schemas.openxmlformats.org/presentationml/2006/main">
  <p:tag name="DVSHAPEID" val="By13vy9epdpw7mDDkNG0i9"/>
</p:tagLst>
</file>

<file path=ppt/tags/tag323.xml><?xml version="1.0" encoding="utf-8"?>
<p:tagLst xmlns:a="http://schemas.openxmlformats.org/drawingml/2006/main" xmlns:r="http://schemas.openxmlformats.org/officeDocument/2006/relationships" xmlns:p="http://schemas.openxmlformats.org/presentationml/2006/main">
  <p:tag name="DVSHAPEID" val="ArULZegzUv9WZQ6ThvcBAx"/>
</p:tagLst>
</file>

<file path=ppt/tags/tag324.xml><?xml version="1.0" encoding="utf-8"?>
<p:tagLst xmlns:a="http://schemas.openxmlformats.org/drawingml/2006/main" xmlns:r="http://schemas.openxmlformats.org/officeDocument/2006/relationships" xmlns:p="http://schemas.openxmlformats.org/presentationml/2006/main">
  <p:tag name="DVSHAPEID" val="namNxqvbNGz3zQEmD6gx1I"/>
</p:tagLst>
</file>

<file path=ppt/tags/tag325.xml><?xml version="1.0" encoding="utf-8"?>
<p:tagLst xmlns:a="http://schemas.openxmlformats.org/drawingml/2006/main" xmlns:r="http://schemas.openxmlformats.org/officeDocument/2006/relationships" xmlns:p="http://schemas.openxmlformats.org/presentationml/2006/main">
  <p:tag name="DVSHAPEID" val="xyRwLxViCKeXGVfNCSRiCH"/>
</p:tagLst>
</file>

<file path=ppt/tags/tag326.xml><?xml version="1.0" encoding="utf-8"?>
<p:tagLst xmlns:a="http://schemas.openxmlformats.org/drawingml/2006/main" xmlns:r="http://schemas.openxmlformats.org/officeDocument/2006/relationships" xmlns:p="http://schemas.openxmlformats.org/presentationml/2006/main">
  <p:tag name="DVSHAPEID" val="SU0h5cgRzKSEDOV1FYfv3O"/>
</p:tagLst>
</file>

<file path=ppt/tags/tag327.xml><?xml version="1.0" encoding="utf-8"?>
<p:tagLst xmlns:a="http://schemas.openxmlformats.org/drawingml/2006/main" xmlns:r="http://schemas.openxmlformats.org/officeDocument/2006/relationships" xmlns:p="http://schemas.openxmlformats.org/presentationml/2006/main">
  <p:tag name="DVSHAPEID" val="OCaI6QunGJ6QFWvtrJ1Lbu"/>
</p:tagLst>
</file>

<file path=ppt/tags/tag328.xml><?xml version="1.0" encoding="utf-8"?>
<p:tagLst xmlns:a="http://schemas.openxmlformats.org/drawingml/2006/main" xmlns:r="http://schemas.openxmlformats.org/officeDocument/2006/relationships" xmlns:p="http://schemas.openxmlformats.org/presentationml/2006/main">
  <p:tag name="DVSHAPEID" val="52irRBdS26D36o7n6qmb48"/>
</p:tagLst>
</file>

<file path=ppt/tags/tag329.xml><?xml version="1.0" encoding="utf-8"?>
<p:tagLst xmlns:a="http://schemas.openxmlformats.org/drawingml/2006/main" xmlns:r="http://schemas.openxmlformats.org/officeDocument/2006/relationships" xmlns:p="http://schemas.openxmlformats.org/presentationml/2006/main">
  <p:tag name="DVSHAPEID" val="xN9YvbxwuiDkx7qFZTaOH0"/>
</p:tagLst>
</file>

<file path=ppt/tags/tag330.xml><?xml version="1.0" encoding="utf-8"?>
<p:tagLst xmlns:a="http://schemas.openxmlformats.org/drawingml/2006/main" xmlns:r="http://schemas.openxmlformats.org/officeDocument/2006/relationships" xmlns:p="http://schemas.openxmlformats.org/presentationml/2006/main">
  <p:tag name="DVSHAPEID" val="cBQ6l4CBo0qWuviS51kwCl"/>
</p:tagLst>
</file>

<file path=ppt/tags/tag331.xml><?xml version="1.0" encoding="utf-8"?>
<p:tagLst xmlns:a="http://schemas.openxmlformats.org/drawingml/2006/main" xmlns:r="http://schemas.openxmlformats.org/officeDocument/2006/relationships" xmlns:p="http://schemas.openxmlformats.org/presentationml/2006/main">
  <p:tag name="DVSHAPEID" val="UACVm6O9tbnRa4fl7caVZa"/>
</p:tagLst>
</file>

<file path=ppt/tags/tag332.xml><?xml version="1.0" encoding="utf-8"?>
<p:tagLst xmlns:a="http://schemas.openxmlformats.org/drawingml/2006/main" xmlns:r="http://schemas.openxmlformats.org/officeDocument/2006/relationships" xmlns:p="http://schemas.openxmlformats.org/presentationml/2006/main">
  <p:tag name="DVSHAPEID" val="DOuCsFff44g31w7SW12iBi"/>
</p:tagLst>
</file>

<file path=ppt/tags/tag333.xml><?xml version="1.0" encoding="utf-8"?>
<p:tagLst xmlns:a="http://schemas.openxmlformats.org/drawingml/2006/main" xmlns:r="http://schemas.openxmlformats.org/officeDocument/2006/relationships" xmlns:p="http://schemas.openxmlformats.org/presentationml/2006/main">
  <p:tag name="DVSHAPEID" val="wiRpRm9el6MEKiN9dlVy34"/>
</p:tagLst>
</file>

<file path=ppt/tags/tag334.xml><?xml version="1.0" encoding="utf-8"?>
<p:tagLst xmlns:a="http://schemas.openxmlformats.org/drawingml/2006/main" xmlns:r="http://schemas.openxmlformats.org/officeDocument/2006/relationships" xmlns:p="http://schemas.openxmlformats.org/presentationml/2006/main">
  <p:tag name="DVSHAPEID" val="OlKKmfaT3Vc9lAZOMeaSiz"/>
</p:tagLst>
</file>

<file path=ppt/tags/tag335.xml><?xml version="1.0" encoding="utf-8"?>
<p:tagLst xmlns:a="http://schemas.openxmlformats.org/drawingml/2006/main" xmlns:r="http://schemas.openxmlformats.org/officeDocument/2006/relationships" xmlns:p="http://schemas.openxmlformats.org/presentationml/2006/main">
  <p:tag name="DVSHAPEID" val="azlvtWsuPJartvE7ZT3s2Q"/>
</p:tagLst>
</file>

<file path=ppt/tags/tag336.xml><?xml version="1.0" encoding="utf-8"?>
<p:tagLst xmlns:a="http://schemas.openxmlformats.org/drawingml/2006/main" xmlns:r="http://schemas.openxmlformats.org/officeDocument/2006/relationships" xmlns:p="http://schemas.openxmlformats.org/presentationml/2006/main">
  <p:tag name="DVSHAPEID" val="PgLZvZzHkBSlRgxxtbmzok"/>
</p:tagLst>
</file>

<file path=ppt/tags/tag337.xml><?xml version="1.0" encoding="utf-8"?>
<p:tagLst xmlns:a="http://schemas.openxmlformats.org/drawingml/2006/main" xmlns:r="http://schemas.openxmlformats.org/officeDocument/2006/relationships" xmlns:p="http://schemas.openxmlformats.org/presentationml/2006/main">
  <p:tag name="DVSHAPEID" val="FdksI87O1uLYC25GfUs7lW"/>
</p:tagLst>
</file>

<file path=ppt/tags/tag338.xml><?xml version="1.0" encoding="utf-8"?>
<p:tagLst xmlns:a="http://schemas.openxmlformats.org/drawingml/2006/main" xmlns:r="http://schemas.openxmlformats.org/officeDocument/2006/relationships" xmlns:p="http://schemas.openxmlformats.org/presentationml/2006/main">
  <p:tag name="DVSHAPEID" val="IR4EivsnDW7ZeT9GV580O2"/>
</p:tagLst>
</file>

<file path=ppt/tags/tag339.xml><?xml version="1.0" encoding="utf-8"?>
<p:tagLst xmlns:a="http://schemas.openxmlformats.org/drawingml/2006/main" xmlns:r="http://schemas.openxmlformats.org/officeDocument/2006/relationships" xmlns:p="http://schemas.openxmlformats.org/presentationml/2006/main">
  <p:tag name="DVSHAPEID" val="iIXlkMEGdKrvNVwdIu0qcR"/>
</p:tagLst>
</file>

<file path=ppt/tags/tag340.xml><?xml version="1.0" encoding="utf-8"?>
<p:tagLst xmlns:a="http://schemas.openxmlformats.org/drawingml/2006/main" xmlns:r="http://schemas.openxmlformats.org/officeDocument/2006/relationships" xmlns:p="http://schemas.openxmlformats.org/presentationml/2006/main">
  <p:tag name="DVSHAPEID" val="mKSJogDsDqItxKkUKUfINe"/>
</p:tagLst>
</file>

<file path=ppt/tags/tag341.xml><?xml version="1.0" encoding="utf-8"?>
<p:tagLst xmlns:a="http://schemas.openxmlformats.org/drawingml/2006/main" xmlns:r="http://schemas.openxmlformats.org/officeDocument/2006/relationships" xmlns:p="http://schemas.openxmlformats.org/presentationml/2006/main">
  <p:tag name="DVSHAPEID" val="sBWcapzGnaMfbboRLeqy5t"/>
</p:tagLst>
</file>

<file path=ppt/tags/tag342.xml><?xml version="1.0" encoding="utf-8"?>
<p:tagLst xmlns:a="http://schemas.openxmlformats.org/drawingml/2006/main" xmlns:r="http://schemas.openxmlformats.org/officeDocument/2006/relationships" xmlns:p="http://schemas.openxmlformats.org/presentationml/2006/main">
  <p:tag name="DVSHAPEID" val="YU7t9EegPPwj7KygL2U9lZ"/>
</p:tagLst>
</file>

<file path=ppt/tags/tag343.xml><?xml version="1.0" encoding="utf-8"?>
<p:tagLst xmlns:a="http://schemas.openxmlformats.org/drawingml/2006/main" xmlns:r="http://schemas.openxmlformats.org/officeDocument/2006/relationships" xmlns:p="http://schemas.openxmlformats.org/presentationml/2006/main">
  <p:tag name="DVSHAPEID" val="ORtvBiCeEeLmBYhY0lC7eb"/>
</p:tagLst>
</file>

<file path=ppt/tags/tag344.xml><?xml version="1.0" encoding="utf-8"?>
<p:tagLst xmlns:a="http://schemas.openxmlformats.org/drawingml/2006/main" xmlns:r="http://schemas.openxmlformats.org/officeDocument/2006/relationships" xmlns:p="http://schemas.openxmlformats.org/presentationml/2006/main">
  <p:tag name="DVSHAPEID" val="R46CA9jntqorYA8KzUYPiT"/>
</p:tagLst>
</file>

<file path=ppt/tags/tag345.xml><?xml version="1.0" encoding="utf-8"?>
<p:tagLst xmlns:a="http://schemas.openxmlformats.org/drawingml/2006/main" xmlns:r="http://schemas.openxmlformats.org/officeDocument/2006/relationships" xmlns:p="http://schemas.openxmlformats.org/presentationml/2006/main">
  <p:tag name="DVSHAPEID" val="uWUKKGaRCIrNRgn13kEQMg"/>
</p:tagLst>
</file>

<file path=ppt/tags/tag346.xml><?xml version="1.0" encoding="utf-8"?>
<p:tagLst xmlns:a="http://schemas.openxmlformats.org/drawingml/2006/main" xmlns:r="http://schemas.openxmlformats.org/officeDocument/2006/relationships" xmlns:p="http://schemas.openxmlformats.org/presentationml/2006/main">
  <p:tag name="DVSECTIONID" val="kD0ZW2bWWysM8lIRLfNhtZ"/>
</p:tagLst>
</file>

<file path=ppt/tags/tag347.xml><?xml version="1.0" encoding="utf-8"?>
<p:tagLst xmlns:a="http://schemas.openxmlformats.org/drawingml/2006/main" xmlns:r="http://schemas.openxmlformats.org/officeDocument/2006/relationships" xmlns:p="http://schemas.openxmlformats.org/presentationml/2006/main">
  <p:tag name="DVSHAPEID" val="V9XhN5816aZiEPJ0zznI9Z"/>
</p:tagLst>
</file>

<file path=ppt/tags/tag348.xml><?xml version="1.0" encoding="utf-8"?>
<p:tagLst xmlns:a="http://schemas.openxmlformats.org/drawingml/2006/main" xmlns:r="http://schemas.openxmlformats.org/officeDocument/2006/relationships" xmlns:p="http://schemas.openxmlformats.org/presentationml/2006/main">
  <p:tag name="DVSHAPEID" val="UojWlmDkhDxic1PvY8yf6I"/>
</p:tagLst>
</file>

<file path=ppt/tags/tag349.xml><?xml version="1.0" encoding="utf-8"?>
<p:tagLst xmlns:a="http://schemas.openxmlformats.org/drawingml/2006/main" xmlns:r="http://schemas.openxmlformats.org/officeDocument/2006/relationships" xmlns:p="http://schemas.openxmlformats.org/presentationml/2006/main">
  <p:tag name="DVSECTIONID" val="4xIzWExjRhQuS3F3kHvgSn"/>
</p:tagLst>
</file>

<file path=ppt/tags/tag350.xml><?xml version="1.0" encoding="utf-8"?>
<p:tagLst xmlns:a="http://schemas.openxmlformats.org/drawingml/2006/main" xmlns:r="http://schemas.openxmlformats.org/officeDocument/2006/relationships" xmlns:p="http://schemas.openxmlformats.org/presentationml/2006/main">
  <p:tag name="DVSHAPEID" val="V9XhN5816aZiEPJ0zznI9Z"/>
</p:tagLst>
</file>

<file path=ppt/tags/tag351.xml><?xml version="1.0" encoding="utf-8"?>
<p:tagLst xmlns:a="http://schemas.openxmlformats.org/drawingml/2006/main" xmlns:r="http://schemas.openxmlformats.org/officeDocument/2006/relationships" xmlns:p="http://schemas.openxmlformats.org/presentationml/2006/main">
  <p:tag name="DVSHAPEID" val="9QqC1AkWhiM8iTNroG10ev"/>
</p:tagLst>
</file>

<file path=ppt/tags/tag352.xml><?xml version="1.0" encoding="utf-8"?>
<p:tagLst xmlns:a="http://schemas.openxmlformats.org/drawingml/2006/main" xmlns:r="http://schemas.openxmlformats.org/officeDocument/2006/relationships" xmlns:p="http://schemas.openxmlformats.org/presentationml/2006/main">
  <p:tag name="DVSHAPEID" val="JjRjrZt11goDz4wq24iGoV"/>
</p:tagLst>
</file>

<file path=ppt/tags/tag353.xml><?xml version="1.0" encoding="utf-8"?>
<p:tagLst xmlns:a="http://schemas.openxmlformats.org/drawingml/2006/main" xmlns:r="http://schemas.openxmlformats.org/officeDocument/2006/relationships" xmlns:p="http://schemas.openxmlformats.org/presentationml/2006/main">
  <p:tag name="DVSHAPEID" val="UojWlmDkhDxic1PvY8yf6I"/>
</p:tagLst>
</file>

<file path=ppt/tags/tag354.xml><?xml version="1.0" encoding="utf-8"?>
<p:tagLst xmlns:a="http://schemas.openxmlformats.org/drawingml/2006/main" xmlns:r="http://schemas.openxmlformats.org/officeDocument/2006/relationships" xmlns:p="http://schemas.openxmlformats.org/presentationml/2006/main">
  <p:tag name="DVSECTIONID" val="SU7XU3CtAfwtZGXCZttkV7"/>
</p:tagLst>
</file>

<file path=ppt/tags/tag355.xml><?xml version="1.0" encoding="utf-8"?>
<p:tagLst xmlns:a="http://schemas.openxmlformats.org/drawingml/2006/main" xmlns:r="http://schemas.openxmlformats.org/officeDocument/2006/relationships" xmlns:p="http://schemas.openxmlformats.org/presentationml/2006/main">
  <p:tag name="DVSHAPEID" val="OYtkWF2zTJQF5hrrIIy2RE"/>
</p:tagLst>
</file>

<file path=ppt/tags/tag356.xml><?xml version="1.0" encoding="utf-8"?>
<p:tagLst xmlns:a="http://schemas.openxmlformats.org/drawingml/2006/main" xmlns:r="http://schemas.openxmlformats.org/officeDocument/2006/relationships" xmlns:p="http://schemas.openxmlformats.org/presentationml/2006/main">
  <p:tag name="DVSHAPEID" val="5t37eGOSizIGZAj9IusnD2"/>
</p:tagLst>
</file>

<file path=ppt/tags/tag357.xml><?xml version="1.0" encoding="utf-8"?>
<p:tagLst xmlns:a="http://schemas.openxmlformats.org/drawingml/2006/main" xmlns:r="http://schemas.openxmlformats.org/officeDocument/2006/relationships" xmlns:p="http://schemas.openxmlformats.org/presentationml/2006/main">
  <p:tag name="DVSHAPEID" val="wH8bQWRAhzzdkkt9CJ0FD6"/>
</p:tagLst>
</file>

<file path=ppt/tags/tag358.xml><?xml version="1.0" encoding="utf-8"?>
<p:tagLst xmlns:a="http://schemas.openxmlformats.org/drawingml/2006/main" xmlns:r="http://schemas.openxmlformats.org/officeDocument/2006/relationships" xmlns:p="http://schemas.openxmlformats.org/presentationml/2006/main">
  <p:tag name="DVSHAPEID" val="Om5zn7bmskJ3XmY2PS1Hi9"/>
</p:tagLst>
</file>

<file path=ppt/tags/tag359.xml><?xml version="1.0" encoding="utf-8"?>
<p:tagLst xmlns:a="http://schemas.openxmlformats.org/drawingml/2006/main" xmlns:r="http://schemas.openxmlformats.org/officeDocument/2006/relationships" xmlns:p="http://schemas.openxmlformats.org/presentationml/2006/main">
  <p:tag name="DVSHAPEID" val="7MgYGzSImYpqSL5gzJpV6f"/>
</p:tagLst>
</file>

<file path=ppt/tags/tag360.xml><?xml version="1.0" encoding="utf-8"?>
<p:tagLst xmlns:a="http://schemas.openxmlformats.org/drawingml/2006/main" xmlns:r="http://schemas.openxmlformats.org/officeDocument/2006/relationships" xmlns:p="http://schemas.openxmlformats.org/presentationml/2006/main">
  <p:tag name="DVSHAPEID" val="thn6aAU8EWOFfijorCtKXL"/>
</p:tagLst>
</file>

<file path=ppt/tags/tag361.xml><?xml version="1.0" encoding="utf-8"?>
<p:tagLst xmlns:a="http://schemas.openxmlformats.org/drawingml/2006/main" xmlns:r="http://schemas.openxmlformats.org/officeDocument/2006/relationships" xmlns:p="http://schemas.openxmlformats.org/presentationml/2006/main">
  <p:tag name="DVSHAPEID" val="tdI79O2dDXnearFrsvTMnj"/>
</p:tagLst>
</file>

<file path=ppt/tags/tag362.xml><?xml version="1.0" encoding="utf-8"?>
<p:tagLst xmlns:a="http://schemas.openxmlformats.org/drawingml/2006/main" xmlns:r="http://schemas.openxmlformats.org/officeDocument/2006/relationships" xmlns:p="http://schemas.openxmlformats.org/presentationml/2006/main">
  <p:tag name="DVSHAPEID" val="1iRyBVATM3Y96GE5nAuGKS"/>
</p:tagLst>
</file>

<file path=ppt/tags/tag363.xml><?xml version="1.0" encoding="utf-8"?>
<p:tagLst xmlns:a="http://schemas.openxmlformats.org/drawingml/2006/main" xmlns:r="http://schemas.openxmlformats.org/officeDocument/2006/relationships" xmlns:p="http://schemas.openxmlformats.org/presentationml/2006/main">
  <p:tag name="DVSHAPEID" val="mmkYORFSgtDbKoZKQ8C5af"/>
</p:tagLst>
</file>

<file path=ppt/tags/tag364.xml><?xml version="1.0" encoding="utf-8"?>
<p:tagLst xmlns:a="http://schemas.openxmlformats.org/drawingml/2006/main" xmlns:r="http://schemas.openxmlformats.org/officeDocument/2006/relationships" xmlns:p="http://schemas.openxmlformats.org/presentationml/2006/main">
  <p:tag name="DVSHAPEID" val="JMnWcWjbTkW8WudD7IdTMu"/>
</p:tagLst>
</file>

<file path=ppt/tags/tag365.xml><?xml version="1.0" encoding="utf-8"?>
<p:tagLst xmlns:a="http://schemas.openxmlformats.org/drawingml/2006/main" xmlns:r="http://schemas.openxmlformats.org/officeDocument/2006/relationships" xmlns:p="http://schemas.openxmlformats.org/presentationml/2006/main">
  <p:tag name="DVSHAPEID" val="vUWf6DJl4EI6CxARFJz4Aj"/>
</p:tagLst>
</file>

<file path=ppt/tags/tag366.xml><?xml version="1.0" encoding="utf-8"?>
<p:tagLst xmlns:a="http://schemas.openxmlformats.org/drawingml/2006/main" xmlns:r="http://schemas.openxmlformats.org/officeDocument/2006/relationships" xmlns:p="http://schemas.openxmlformats.org/presentationml/2006/main">
  <p:tag name="DVSHAPEID" val="tdI79O2dDXnearFrsvTMnj"/>
</p:tagLst>
</file>

<file path=ppt/tags/tag367.xml><?xml version="1.0" encoding="utf-8"?>
<p:tagLst xmlns:a="http://schemas.openxmlformats.org/drawingml/2006/main" xmlns:r="http://schemas.openxmlformats.org/officeDocument/2006/relationships" xmlns:p="http://schemas.openxmlformats.org/presentationml/2006/main">
  <p:tag name="DVSECTIONID" val="9buXTSauQNVwsa7blUXmMv"/>
</p:tagLst>
</file>

<file path=ppt/tags/tag368.xml><?xml version="1.0" encoding="utf-8"?>
<p:tagLst xmlns:a="http://schemas.openxmlformats.org/drawingml/2006/main" xmlns:r="http://schemas.openxmlformats.org/officeDocument/2006/relationships" xmlns:p="http://schemas.openxmlformats.org/presentationml/2006/main">
  <p:tag name="DVSHAPEID" val="L0Ku7WOUbk140eZg45dM9s"/>
</p:tagLst>
</file>

<file path=ppt/tags/tag369.xml><?xml version="1.0" encoding="utf-8"?>
<p:tagLst xmlns:a="http://schemas.openxmlformats.org/drawingml/2006/main" xmlns:r="http://schemas.openxmlformats.org/officeDocument/2006/relationships" xmlns:p="http://schemas.openxmlformats.org/presentationml/2006/main">
  <p:tag name="DVSHAPEID" val="BcjzFIbBQ3hjjSFIJBBadF"/>
</p:tagLst>
</file>

<file path=ppt/tags/tag370.xml><?xml version="1.0" encoding="utf-8"?>
<p:tagLst xmlns:a="http://schemas.openxmlformats.org/drawingml/2006/main" xmlns:r="http://schemas.openxmlformats.org/officeDocument/2006/relationships" xmlns:p="http://schemas.openxmlformats.org/presentationml/2006/main">
  <p:tag name="DVSHAPEID" val="eh5h3Pj6B1zCfC5CyAOwvM"/>
</p:tagLst>
</file>

<file path=ppt/tags/tag371.xml><?xml version="1.0" encoding="utf-8"?>
<p:tagLst xmlns:a="http://schemas.openxmlformats.org/drawingml/2006/main" xmlns:r="http://schemas.openxmlformats.org/officeDocument/2006/relationships" xmlns:p="http://schemas.openxmlformats.org/presentationml/2006/main">
  <p:tag name="DVSHAPEID" val="mmRMCC9ikgiPWyXfbBo6a2"/>
</p:tagLst>
</file>

<file path=ppt/tags/tag372.xml><?xml version="1.0" encoding="utf-8"?>
<p:tagLst xmlns:a="http://schemas.openxmlformats.org/drawingml/2006/main" xmlns:r="http://schemas.openxmlformats.org/officeDocument/2006/relationships" xmlns:p="http://schemas.openxmlformats.org/presentationml/2006/main">
  <p:tag name="DVSHAPEID" val="OMTDmezvH6pcOqN32rOdLg"/>
</p:tagLst>
</file>

<file path=ppt/tags/tag373.xml><?xml version="1.0" encoding="utf-8"?>
<p:tagLst xmlns:a="http://schemas.openxmlformats.org/drawingml/2006/main" xmlns:r="http://schemas.openxmlformats.org/officeDocument/2006/relationships" xmlns:p="http://schemas.openxmlformats.org/presentationml/2006/main">
  <p:tag name="DVSHAPEID" val="UojWlmDkhDxic1PvY8yf6I"/>
</p:tagLst>
</file>

<file path=ppt/tags/tag374.xml><?xml version="1.0" encoding="utf-8"?>
<p:tagLst xmlns:a="http://schemas.openxmlformats.org/drawingml/2006/main" xmlns:r="http://schemas.openxmlformats.org/officeDocument/2006/relationships" xmlns:p="http://schemas.openxmlformats.org/presentationml/2006/main">
  <p:tag name="DVSECTIONID" val="ZGphNhR9bO2MHPRg8q3BKs"/>
</p:tagLst>
</file>

<file path=ppt/tags/tag375.xml><?xml version="1.0" encoding="utf-8"?>
<p:tagLst xmlns:a="http://schemas.openxmlformats.org/drawingml/2006/main" xmlns:r="http://schemas.openxmlformats.org/officeDocument/2006/relationships" xmlns:p="http://schemas.openxmlformats.org/presentationml/2006/main">
  <p:tag name="DVSHAPEID" val="JGC2D620lG9sPgTIffJ1uQ"/>
</p:tagLst>
</file>

<file path=ppt/tags/tag376.xml><?xml version="1.0" encoding="utf-8"?>
<p:tagLst xmlns:a="http://schemas.openxmlformats.org/drawingml/2006/main" xmlns:r="http://schemas.openxmlformats.org/officeDocument/2006/relationships" xmlns:p="http://schemas.openxmlformats.org/presentationml/2006/main">
  <p:tag name="DVSHAPEID" val="MucduW71ZqKSUinAXR5Tsn"/>
</p:tagLst>
</file>

<file path=ppt/tags/tag377.xml><?xml version="1.0" encoding="utf-8"?>
<p:tagLst xmlns:a="http://schemas.openxmlformats.org/drawingml/2006/main" xmlns:r="http://schemas.openxmlformats.org/officeDocument/2006/relationships" xmlns:p="http://schemas.openxmlformats.org/presentationml/2006/main">
  <p:tag name="DVSHAPEID" val="Q34aReIhR4qHboowg0n1JH"/>
</p:tagLst>
</file>

<file path=ppt/tags/tag378.xml><?xml version="1.0" encoding="utf-8"?>
<p:tagLst xmlns:a="http://schemas.openxmlformats.org/drawingml/2006/main" xmlns:r="http://schemas.openxmlformats.org/officeDocument/2006/relationships" xmlns:p="http://schemas.openxmlformats.org/presentationml/2006/main">
  <p:tag name="DVSHAPEID" val="ATNM1Z0AeyvmKMVBQYme56"/>
</p:tagLst>
</file>

<file path=ppt/tags/tag379.xml><?xml version="1.0" encoding="utf-8"?>
<p:tagLst xmlns:a="http://schemas.openxmlformats.org/drawingml/2006/main" xmlns:r="http://schemas.openxmlformats.org/officeDocument/2006/relationships" xmlns:p="http://schemas.openxmlformats.org/presentationml/2006/main">
  <p:tag name="DVSHAPEID" val="2KFjxZSawOJ9san5dIhgQR"/>
</p:tagLst>
</file>

<file path=ppt/tags/tag380.xml><?xml version="1.0" encoding="utf-8"?>
<p:tagLst xmlns:a="http://schemas.openxmlformats.org/drawingml/2006/main" xmlns:r="http://schemas.openxmlformats.org/officeDocument/2006/relationships" xmlns:p="http://schemas.openxmlformats.org/presentationml/2006/main">
  <p:tag name="DVSHAPEID" val="cPECAFapEuBuR26Hr0I32H"/>
</p:tagLst>
</file>

<file path=ppt/tags/tag381.xml><?xml version="1.0" encoding="utf-8"?>
<p:tagLst xmlns:a="http://schemas.openxmlformats.org/drawingml/2006/main" xmlns:r="http://schemas.openxmlformats.org/officeDocument/2006/relationships" xmlns:p="http://schemas.openxmlformats.org/presentationml/2006/main">
  <p:tag name="DVSHAPEID" val="DBkLdKLDWOgbyQFVod079e"/>
</p:tagLst>
</file>

<file path=ppt/tags/tag382.xml><?xml version="1.0" encoding="utf-8"?>
<p:tagLst xmlns:a="http://schemas.openxmlformats.org/drawingml/2006/main" xmlns:r="http://schemas.openxmlformats.org/officeDocument/2006/relationships" xmlns:p="http://schemas.openxmlformats.org/presentationml/2006/main">
  <p:tag name="DVSHAPEID" val="xYjkYvhgyMPub3iPrpE0xN"/>
</p:tagLst>
</file>

<file path=ppt/tags/tag383.xml><?xml version="1.0" encoding="utf-8"?>
<p:tagLst xmlns:a="http://schemas.openxmlformats.org/drawingml/2006/main" xmlns:r="http://schemas.openxmlformats.org/officeDocument/2006/relationships" xmlns:p="http://schemas.openxmlformats.org/presentationml/2006/main">
  <p:tag name="DVSHAPEID" val="UojWlmDkhDxic1PvY8yf6I"/>
</p:tagLst>
</file>

<file path=ppt/tags/tag384.xml><?xml version="1.0" encoding="utf-8"?>
<p:tagLst xmlns:a="http://schemas.openxmlformats.org/drawingml/2006/main" xmlns:r="http://schemas.openxmlformats.org/officeDocument/2006/relationships" xmlns:p="http://schemas.openxmlformats.org/presentationml/2006/main">
  <p:tag name="DVSECTIONID" val="0it3ZSqkSXbDcNxB5SCGC7"/>
</p:tagLst>
</file>

<file path=ppt/tags/tag385.xml><?xml version="1.0" encoding="utf-8"?>
<p:tagLst xmlns:a="http://schemas.openxmlformats.org/drawingml/2006/main" xmlns:r="http://schemas.openxmlformats.org/officeDocument/2006/relationships" xmlns:p="http://schemas.openxmlformats.org/presentationml/2006/main">
  <p:tag name="DVSHAPEID" val="rdOp9QjGqtHpmz3jWpcxWM"/>
</p:tagLst>
</file>

<file path=ppt/tags/tag386.xml><?xml version="1.0" encoding="utf-8"?>
<p:tagLst xmlns:a="http://schemas.openxmlformats.org/drawingml/2006/main" xmlns:r="http://schemas.openxmlformats.org/officeDocument/2006/relationships" xmlns:p="http://schemas.openxmlformats.org/presentationml/2006/main">
  <p:tag name="DVSHAPEID" val="oiLdK2a7xfAecWmByZ9Ny0"/>
</p:tagLst>
</file>

<file path=ppt/tags/tag387.xml><?xml version="1.0" encoding="utf-8"?>
<p:tagLst xmlns:a="http://schemas.openxmlformats.org/drawingml/2006/main" xmlns:r="http://schemas.openxmlformats.org/officeDocument/2006/relationships" xmlns:p="http://schemas.openxmlformats.org/presentationml/2006/main">
  <p:tag name="DVSHAPEID" val="T7OgQn1W0eWFPvDW5gvjVs"/>
</p:tagLst>
</file>

<file path=ppt/tags/tag388.xml><?xml version="1.0" encoding="utf-8"?>
<p:tagLst xmlns:a="http://schemas.openxmlformats.org/drawingml/2006/main" xmlns:r="http://schemas.openxmlformats.org/officeDocument/2006/relationships" xmlns:p="http://schemas.openxmlformats.org/presentationml/2006/main">
  <p:tag name="DVSHAPEID" val="O7n7WkQdo9dnpEptbN5Bel"/>
</p:tagLst>
</file>

<file path=ppt/tags/tag389.xml><?xml version="1.0" encoding="utf-8"?>
<p:tagLst xmlns:a="http://schemas.openxmlformats.org/drawingml/2006/main" xmlns:r="http://schemas.openxmlformats.org/officeDocument/2006/relationships" xmlns:p="http://schemas.openxmlformats.org/presentationml/2006/main">
  <p:tag name="DVSHAPEID" val="UojWlmDkhDxic1PvY8yf6I"/>
</p:tagLst>
</file>

<file path=ppt/tags/tag390.xml><?xml version="1.0" encoding="utf-8"?>
<p:tagLst xmlns:a="http://schemas.openxmlformats.org/drawingml/2006/main" xmlns:r="http://schemas.openxmlformats.org/officeDocument/2006/relationships" xmlns:p="http://schemas.openxmlformats.org/presentationml/2006/main">
  <p:tag name="DVSECTIONID" val="tFthk4LxjbLwF6OJhZJQV5"/>
</p:tagLst>
</file>

<file path=ppt/tags/tag391.xml><?xml version="1.0" encoding="utf-8"?>
<p:tagLst xmlns:a="http://schemas.openxmlformats.org/drawingml/2006/main" xmlns:r="http://schemas.openxmlformats.org/officeDocument/2006/relationships" xmlns:p="http://schemas.openxmlformats.org/presentationml/2006/main">
  <p:tag name="DVSHAPEID" val="cQR2JklQtkVs86EO2ClPNN"/>
</p:tagLst>
</file>

<file path=ppt/tags/tag392.xml><?xml version="1.0" encoding="utf-8"?>
<p:tagLst xmlns:a="http://schemas.openxmlformats.org/drawingml/2006/main" xmlns:r="http://schemas.openxmlformats.org/officeDocument/2006/relationships" xmlns:p="http://schemas.openxmlformats.org/presentationml/2006/main">
  <p:tag name="DVSHAPEID" val="pJJwr7zWiWgx5Escd9JjyE"/>
</p:tagLst>
</file>

<file path=ppt/tags/tag393.xml><?xml version="1.0" encoding="utf-8"?>
<p:tagLst xmlns:a="http://schemas.openxmlformats.org/drawingml/2006/main" xmlns:r="http://schemas.openxmlformats.org/officeDocument/2006/relationships" xmlns:p="http://schemas.openxmlformats.org/presentationml/2006/main">
  <p:tag name="DVSHAPEID" val="muSIb2cTuVHuOrqvXENBtT"/>
</p:tagLst>
</file>

<file path=ppt/tags/tag394.xml><?xml version="1.0" encoding="utf-8"?>
<p:tagLst xmlns:a="http://schemas.openxmlformats.org/drawingml/2006/main" xmlns:r="http://schemas.openxmlformats.org/officeDocument/2006/relationships" xmlns:p="http://schemas.openxmlformats.org/presentationml/2006/main">
  <p:tag name="DVSHAPEID" val="21Zex3Iz6fDLnfDJWwKpsl"/>
</p:tagLst>
</file>

<file path=ppt/tags/tag395.xml><?xml version="1.0" encoding="utf-8"?>
<p:tagLst xmlns:a="http://schemas.openxmlformats.org/drawingml/2006/main" xmlns:r="http://schemas.openxmlformats.org/officeDocument/2006/relationships" xmlns:p="http://schemas.openxmlformats.org/presentationml/2006/main">
  <p:tag name="DVSHAPEID" val="PBP0MHc4wWatrRIWv9bUPs"/>
</p:tagLst>
</file>

<file path=ppt/tags/tag396.xml><?xml version="1.0" encoding="utf-8"?>
<p:tagLst xmlns:a="http://schemas.openxmlformats.org/drawingml/2006/main" xmlns:r="http://schemas.openxmlformats.org/officeDocument/2006/relationships" xmlns:p="http://schemas.openxmlformats.org/presentationml/2006/main">
  <p:tag name="DVSHAPEID" val="UojWlmDkhDxic1PvY8yf6I"/>
</p:tagLst>
</file>

<file path=ppt/tags/tag397.xml><?xml version="1.0" encoding="utf-8"?>
<p:tagLst xmlns:a="http://schemas.openxmlformats.org/drawingml/2006/main" xmlns:r="http://schemas.openxmlformats.org/officeDocument/2006/relationships" xmlns:p="http://schemas.openxmlformats.org/presentationml/2006/main">
  <p:tag name="DVSECTIONID" val="jt8GZZ0lPFd9uH7YOrcJBQ"/>
</p:tagLst>
</file>

<file path=ppt/tags/tag398.xml><?xml version="1.0" encoding="utf-8"?>
<p:tagLst xmlns:a="http://schemas.openxmlformats.org/drawingml/2006/main" xmlns:r="http://schemas.openxmlformats.org/officeDocument/2006/relationships" xmlns:p="http://schemas.openxmlformats.org/presentationml/2006/main">
  <p:tag name="DVSHAPEID" val="G1A5i2YHf4SPRZ7YmxwpbO"/>
</p:tagLst>
</file>

<file path=ppt/tags/tag399.xml><?xml version="1.0" encoding="utf-8"?>
<p:tagLst xmlns:a="http://schemas.openxmlformats.org/drawingml/2006/main" xmlns:r="http://schemas.openxmlformats.org/officeDocument/2006/relationships" xmlns:p="http://schemas.openxmlformats.org/presentationml/2006/main">
  <p:tag name="DVSHAPEID" val="UojWlmDkhDxic1PvY8yf6I"/>
</p:tagLst>
</file>

<file path=ppt/tags/tag400.xml><?xml version="1.0" encoding="utf-8"?>
<p:tagLst xmlns:a="http://schemas.openxmlformats.org/drawingml/2006/main" xmlns:r="http://schemas.openxmlformats.org/officeDocument/2006/relationships" xmlns:p="http://schemas.openxmlformats.org/presentationml/2006/main">
  <p:tag name="DVSECTIONID" val="sZQxYqyTUIdP1Z8E7iCawS"/>
</p:tagLst>
</file>

<file path=ppt/tags/tag401.xml><?xml version="1.0" encoding="utf-8"?>
<p:tagLst xmlns:a="http://schemas.openxmlformats.org/drawingml/2006/main" xmlns:r="http://schemas.openxmlformats.org/officeDocument/2006/relationships" xmlns:p="http://schemas.openxmlformats.org/presentationml/2006/main">
  <p:tag name="DVSHAPEID" val="md8sSeNJsVygCgnMmBAjO2"/>
</p:tagLst>
</file>

<file path=ppt/tags/tag402.xml><?xml version="1.0" encoding="utf-8"?>
<p:tagLst xmlns:a="http://schemas.openxmlformats.org/drawingml/2006/main" xmlns:r="http://schemas.openxmlformats.org/officeDocument/2006/relationships" xmlns:p="http://schemas.openxmlformats.org/presentationml/2006/main">
  <p:tag name="DVSHAPEID" val="UojWlmDkhDxic1PvY8yf6I"/>
</p:tagLst>
</file>

<file path=ppt/tags/tag403.xml><?xml version="1.0" encoding="utf-8"?>
<p:tagLst xmlns:a="http://schemas.openxmlformats.org/drawingml/2006/main" xmlns:r="http://schemas.openxmlformats.org/officeDocument/2006/relationships" xmlns:p="http://schemas.openxmlformats.org/presentationml/2006/main">
  <p:tag name="DVSECTIONID" val="0bIrGeg2v6xVzOBKMrpe0v"/>
</p:tagLst>
</file>

<file path=ppt/tags/tag404.xml><?xml version="1.0" encoding="utf-8"?>
<p:tagLst xmlns:a="http://schemas.openxmlformats.org/drawingml/2006/main" xmlns:r="http://schemas.openxmlformats.org/officeDocument/2006/relationships" xmlns:p="http://schemas.openxmlformats.org/presentationml/2006/main">
  <p:tag name="DVSHAPEID" val="5StfsqRXhQ08QXtPLRQFt3"/>
</p:tagLst>
</file>

<file path=ppt/tags/tag405.xml><?xml version="1.0" encoding="utf-8"?>
<p:tagLst xmlns:a="http://schemas.openxmlformats.org/drawingml/2006/main" xmlns:r="http://schemas.openxmlformats.org/officeDocument/2006/relationships" xmlns:p="http://schemas.openxmlformats.org/presentationml/2006/main">
  <p:tag name="DVSHAPEID" val="wXI8xL6DY25ao87MIaW8R7"/>
</p:tagLst>
</file>

<file path=ppt/tags/tag406.xml><?xml version="1.0" encoding="utf-8"?>
<p:tagLst xmlns:a="http://schemas.openxmlformats.org/drawingml/2006/main" xmlns:r="http://schemas.openxmlformats.org/officeDocument/2006/relationships" xmlns:p="http://schemas.openxmlformats.org/presentationml/2006/main">
  <p:tag name="DVSHAPEID" val="WFKe8Jd3dV7TeWzEsmEN6l"/>
</p:tagLst>
</file>

<file path=ppt/tags/tag407.xml><?xml version="1.0" encoding="utf-8"?>
<p:tagLst xmlns:a="http://schemas.openxmlformats.org/drawingml/2006/main" xmlns:r="http://schemas.openxmlformats.org/officeDocument/2006/relationships" xmlns:p="http://schemas.openxmlformats.org/presentationml/2006/main">
  <p:tag name="DVSHAPEID" val="LE43NcRpLqHp12niCmpUP9"/>
</p:tagLst>
</file>

<file path=ppt/tags/tag408.xml><?xml version="1.0" encoding="utf-8"?>
<p:tagLst xmlns:a="http://schemas.openxmlformats.org/drawingml/2006/main" xmlns:r="http://schemas.openxmlformats.org/officeDocument/2006/relationships" xmlns:p="http://schemas.openxmlformats.org/presentationml/2006/main">
  <p:tag name="DVSHAPEID" val="2uUbc4HAu40AT6a5W1bN9G"/>
</p:tagLst>
</file>

<file path=ppt/tags/tag409.xml><?xml version="1.0" encoding="utf-8"?>
<p:tagLst xmlns:a="http://schemas.openxmlformats.org/drawingml/2006/main" xmlns:r="http://schemas.openxmlformats.org/officeDocument/2006/relationships" xmlns:p="http://schemas.openxmlformats.org/presentationml/2006/main">
  <p:tag name="DVSHAPEID" val="cPVxgaJhncwBCz8BZNIbWC"/>
</p:tagLst>
</file>

<file path=ppt/tags/tag410.xml><?xml version="1.0" encoding="utf-8"?>
<p:tagLst xmlns:a="http://schemas.openxmlformats.org/drawingml/2006/main" xmlns:r="http://schemas.openxmlformats.org/officeDocument/2006/relationships" xmlns:p="http://schemas.openxmlformats.org/presentationml/2006/main">
  <p:tag name="DVSHAPEID" val="oq8h7xqoI10lh5gFOwQcGO"/>
</p:tagLst>
</file>

<file path=ppt/tags/tag411.xml><?xml version="1.0" encoding="utf-8"?>
<p:tagLst xmlns:a="http://schemas.openxmlformats.org/drawingml/2006/main" xmlns:r="http://schemas.openxmlformats.org/officeDocument/2006/relationships" xmlns:p="http://schemas.openxmlformats.org/presentationml/2006/main">
  <p:tag name="DVSHAPEID" val="WiRfBdApNw5lDsmGjAZFDF"/>
</p:tagLst>
</file>

<file path=ppt/tags/tag412.xml><?xml version="1.0" encoding="utf-8"?>
<p:tagLst xmlns:a="http://schemas.openxmlformats.org/drawingml/2006/main" xmlns:r="http://schemas.openxmlformats.org/officeDocument/2006/relationships" xmlns:p="http://schemas.openxmlformats.org/presentationml/2006/main">
  <p:tag name="DVSHAPEID" val="3htAWk1o5XKAquoY2cQZtv"/>
</p:tagLst>
</file>

<file path=ppt/tags/tag413.xml><?xml version="1.0" encoding="utf-8"?>
<p:tagLst xmlns:a="http://schemas.openxmlformats.org/drawingml/2006/main" xmlns:r="http://schemas.openxmlformats.org/officeDocument/2006/relationships" xmlns:p="http://schemas.openxmlformats.org/presentationml/2006/main">
  <p:tag name="DVSHAPEID" val="Bgi3lkYblJWAmQNxA6mkW2"/>
</p:tagLst>
</file>

<file path=ppt/tags/tag414.xml><?xml version="1.0" encoding="utf-8"?>
<p:tagLst xmlns:a="http://schemas.openxmlformats.org/drawingml/2006/main" xmlns:r="http://schemas.openxmlformats.org/officeDocument/2006/relationships" xmlns:p="http://schemas.openxmlformats.org/presentationml/2006/main">
  <p:tag name="DVSHAPEID" val="aBBo6moxa2SFknY3Thz2D5"/>
</p:tagLst>
</file>

<file path=ppt/tags/tag415.xml><?xml version="1.0" encoding="utf-8"?>
<p:tagLst xmlns:a="http://schemas.openxmlformats.org/drawingml/2006/main" xmlns:r="http://schemas.openxmlformats.org/officeDocument/2006/relationships" xmlns:p="http://schemas.openxmlformats.org/presentationml/2006/main">
  <p:tag name="DVSHAPEID" val="NwrcbekRTb2Wa6MDF1IM3f"/>
</p:tagLst>
</file>

<file path=ppt/tags/tag416.xml><?xml version="1.0" encoding="utf-8"?>
<p:tagLst xmlns:a="http://schemas.openxmlformats.org/drawingml/2006/main" xmlns:r="http://schemas.openxmlformats.org/officeDocument/2006/relationships" xmlns:p="http://schemas.openxmlformats.org/presentationml/2006/main">
  <p:tag name="DVSHAPEID" val="EP8xbvCKC9yyFBoz39HInf"/>
</p:tagLst>
</file>

<file path=ppt/tags/tag417.xml><?xml version="1.0" encoding="utf-8"?>
<p:tagLst xmlns:a="http://schemas.openxmlformats.org/drawingml/2006/main" xmlns:r="http://schemas.openxmlformats.org/officeDocument/2006/relationships" xmlns:p="http://schemas.openxmlformats.org/presentationml/2006/main">
  <p:tag name="DVSHAPEID" val="1hPMSdhmr5HqI4bxrKxrHB"/>
</p:tagLst>
</file>

<file path=ppt/tags/tag418.xml><?xml version="1.0" encoding="utf-8"?>
<p:tagLst xmlns:a="http://schemas.openxmlformats.org/drawingml/2006/main" xmlns:r="http://schemas.openxmlformats.org/officeDocument/2006/relationships" xmlns:p="http://schemas.openxmlformats.org/presentationml/2006/main">
  <p:tag name="DVSHAPEID" val="Laz1a2oqRaRLqYhsrcFO42"/>
</p:tagLst>
</file>

<file path=ppt/tags/tag419.xml><?xml version="1.0" encoding="utf-8"?>
<p:tagLst xmlns:a="http://schemas.openxmlformats.org/drawingml/2006/main" xmlns:r="http://schemas.openxmlformats.org/officeDocument/2006/relationships" xmlns:p="http://schemas.openxmlformats.org/presentationml/2006/main">
  <p:tag name="DVSHAPEID" val="JFIFaTkfMjEyuamol6zxKX"/>
</p:tagLst>
</file>

<file path=ppt/tags/tag420.xml><?xml version="1.0" encoding="utf-8"?>
<p:tagLst xmlns:a="http://schemas.openxmlformats.org/drawingml/2006/main" xmlns:r="http://schemas.openxmlformats.org/officeDocument/2006/relationships" xmlns:p="http://schemas.openxmlformats.org/presentationml/2006/main">
  <p:tag name="DVSHAPEID" val="03Cck83bvyFQYd8rXxzOKn"/>
</p:tagLst>
</file>

<file path=ppt/tags/tag421.xml><?xml version="1.0" encoding="utf-8"?>
<p:tagLst xmlns:a="http://schemas.openxmlformats.org/drawingml/2006/main" xmlns:r="http://schemas.openxmlformats.org/officeDocument/2006/relationships" xmlns:p="http://schemas.openxmlformats.org/presentationml/2006/main">
  <p:tag name="DVSHAPEID" val="fKnHs8zXeCyqy94d3o1cio"/>
</p:tagLst>
</file>

<file path=ppt/tags/tag422.xml><?xml version="1.0" encoding="utf-8"?>
<p:tagLst xmlns:a="http://schemas.openxmlformats.org/drawingml/2006/main" xmlns:r="http://schemas.openxmlformats.org/officeDocument/2006/relationships" xmlns:p="http://schemas.openxmlformats.org/presentationml/2006/main">
  <p:tag name="DVSHAPEID" val="zMI5VAXPwukIawpYHgnGFi"/>
</p:tagLst>
</file>

<file path=ppt/tags/tag423.xml><?xml version="1.0" encoding="utf-8"?>
<p:tagLst xmlns:a="http://schemas.openxmlformats.org/drawingml/2006/main" xmlns:r="http://schemas.openxmlformats.org/officeDocument/2006/relationships" xmlns:p="http://schemas.openxmlformats.org/presentationml/2006/main">
  <p:tag name="DVSHAPEID" val="KiDmgpDGEmQP3sFEaPmIzN"/>
</p:tagLst>
</file>

<file path=ppt/tags/tag424.xml><?xml version="1.0" encoding="utf-8"?>
<p:tagLst xmlns:a="http://schemas.openxmlformats.org/drawingml/2006/main" xmlns:r="http://schemas.openxmlformats.org/officeDocument/2006/relationships" xmlns:p="http://schemas.openxmlformats.org/presentationml/2006/main">
  <p:tag name="DVSHAPEID" val="8wACJCYSiANLCSMWxZgu5I"/>
</p:tagLst>
</file>

<file path=ppt/tags/tag425.xml><?xml version="1.0" encoding="utf-8"?>
<p:tagLst xmlns:a="http://schemas.openxmlformats.org/drawingml/2006/main" xmlns:r="http://schemas.openxmlformats.org/officeDocument/2006/relationships" xmlns:p="http://schemas.openxmlformats.org/presentationml/2006/main">
  <p:tag name="DVSHAPEID" val="aBBo6moxa2SFknY3Thz2D5"/>
</p:tagLst>
</file>

<file path=ppt/tags/tag426.xml><?xml version="1.0" encoding="utf-8"?>
<p:tagLst xmlns:a="http://schemas.openxmlformats.org/drawingml/2006/main" xmlns:r="http://schemas.openxmlformats.org/officeDocument/2006/relationships" xmlns:p="http://schemas.openxmlformats.org/presentationml/2006/main">
  <p:tag name="DVSHAPEID" val="UojWlmDkhDxic1PvY8yf6I"/>
</p:tagLst>
</file>

<file path=ppt/tags/tag427.xml><?xml version="1.0" encoding="utf-8"?>
<p:tagLst xmlns:a="http://schemas.openxmlformats.org/drawingml/2006/main" xmlns:r="http://schemas.openxmlformats.org/officeDocument/2006/relationships" xmlns:p="http://schemas.openxmlformats.org/presentationml/2006/main">
  <p:tag name="DVSHAPEID" val="WiRfBdApNw5lDsmGjAZFDF"/>
</p:tagLst>
</file>

<file path=ppt/tags/tag428.xml><?xml version="1.0" encoding="utf-8"?>
<p:tagLst xmlns:a="http://schemas.openxmlformats.org/drawingml/2006/main" xmlns:r="http://schemas.openxmlformats.org/officeDocument/2006/relationships" xmlns:p="http://schemas.openxmlformats.org/presentationml/2006/main">
  <p:tag name="DVSHAPEID" val="aBBo6moxa2SFknY3Thz2D5"/>
</p:tagLst>
</file>

<file path=ppt/tags/tag429.xml><?xml version="1.0" encoding="utf-8"?>
<p:tagLst xmlns:a="http://schemas.openxmlformats.org/drawingml/2006/main" xmlns:r="http://schemas.openxmlformats.org/officeDocument/2006/relationships" xmlns:p="http://schemas.openxmlformats.org/presentationml/2006/main">
  <p:tag name="DVSHAPEID" val="3htAWk1o5XKAquoY2cQZtv"/>
</p:tagLst>
</file>

<file path=ppt/tags/tag430.xml><?xml version="1.0" encoding="utf-8"?>
<p:tagLst xmlns:a="http://schemas.openxmlformats.org/drawingml/2006/main" xmlns:r="http://schemas.openxmlformats.org/officeDocument/2006/relationships" xmlns:p="http://schemas.openxmlformats.org/presentationml/2006/main">
  <p:tag name="DVSHAPEID" val="WiRfBdApNw5lDsmGjAZFDF"/>
</p:tagLst>
</file>

<file path=ppt/tags/tag431.xml><?xml version="1.0" encoding="utf-8"?>
<p:tagLst xmlns:a="http://schemas.openxmlformats.org/drawingml/2006/main" xmlns:r="http://schemas.openxmlformats.org/officeDocument/2006/relationships" xmlns:p="http://schemas.openxmlformats.org/presentationml/2006/main">
  <p:tag name="DVSHAPEID" val="aBBo6moxa2SFknY3Thz2D5"/>
</p:tagLst>
</file>

<file path=ppt/tags/tag432.xml><?xml version="1.0" encoding="utf-8"?>
<p:tagLst xmlns:a="http://schemas.openxmlformats.org/drawingml/2006/main" xmlns:r="http://schemas.openxmlformats.org/officeDocument/2006/relationships" xmlns:p="http://schemas.openxmlformats.org/presentationml/2006/main">
  <p:tag name="DVSHAPEID" val="NwrcbekRTb2Wa6MDF1IM3f"/>
</p:tagLst>
</file>

<file path=ppt/tags/tag433.xml><?xml version="1.0" encoding="utf-8"?>
<p:tagLst xmlns:a="http://schemas.openxmlformats.org/drawingml/2006/main" xmlns:r="http://schemas.openxmlformats.org/officeDocument/2006/relationships" xmlns:p="http://schemas.openxmlformats.org/presentationml/2006/main">
  <p:tag name="DVSHAPEID" val="3htAWk1o5XKAquoY2cQZtv"/>
</p:tagLst>
</file>

<file path=ppt/tags/tag434.xml><?xml version="1.0" encoding="utf-8"?>
<p:tagLst xmlns:a="http://schemas.openxmlformats.org/drawingml/2006/main" xmlns:r="http://schemas.openxmlformats.org/officeDocument/2006/relationships" xmlns:p="http://schemas.openxmlformats.org/presentationml/2006/main">
  <p:tag name="DVSHAPEID" val="WiRfBdApNw5lDsmGjAZFDF"/>
</p:tagLst>
</file>

<file path=ppt/tags/tag435.xml><?xml version="1.0" encoding="utf-8"?>
<p:tagLst xmlns:a="http://schemas.openxmlformats.org/drawingml/2006/main" xmlns:r="http://schemas.openxmlformats.org/officeDocument/2006/relationships" xmlns:p="http://schemas.openxmlformats.org/presentationml/2006/main">
  <p:tag name="DVSHAPEID" val="aBBo6moxa2SFknY3Thz2D5"/>
</p:tagLst>
</file>

<file path=ppt/tags/tag436.xml><?xml version="1.0" encoding="utf-8"?>
<p:tagLst xmlns:a="http://schemas.openxmlformats.org/drawingml/2006/main" xmlns:r="http://schemas.openxmlformats.org/officeDocument/2006/relationships" xmlns:p="http://schemas.openxmlformats.org/presentationml/2006/main">
  <p:tag name="DVSHAPEID" val="1hPMSdhmr5HqI4bxrKxrHB"/>
</p:tagLst>
</file>

<file path=ppt/tags/tag437.xml><?xml version="1.0" encoding="utf-8"?>
<p:tagLst xmlns:a="http://schemas.openxmlformats.org/drawingml/2006/main" xmlns:r="http://schemas.openxmlformats.org/officeDocument/2006/relationships" xmlns:p="http://schemas.openxmlformats.org/presentationml/2006/main">
  <p:tag name="DVSHAPEID" val="NwrcbekRTb2Wa6MDF1IM3f"/>
</p:tagLst>
</file>

<file path=ppt/tags/tag438.xml><?xml version="1.0" encoding="utf-8"?>
<p:tagLst xmlns:a="http://schemas.openxmlformats.org/drawingml/2006/main" xmlns:r="http://schemas.openxmlformats.org/officeDocument/2006/relationships" xmlns:p="http://schemas.openxmlformats.org/presentationml/2006/main">
  <p:tag name="DVSHAPEID" val="3htAWk1o5XKAquoY2cQZtv"/>
</p:tagLst>
</file>

<file path=ppt/tags/tag439.xml><?xml version="1.0" encoding="utf-8"?>
<p:tagLst xmlns:a="http://schemas.openxmlformats.org/drawingml/2006/main" xmlns:r="http://schemas.openxmlformats.org/officeDocument/2006/relationships" xmlns:p="http://schemas.openxmlformats.org/presentationml/2006/main">
  <p:tag name="DVSHAPEID" val="WiRfBdApNw5lDsmGjAZFDF"/>
</p:tagLst>
</file>

<file path=ppt/tags/tag440.xml><?xml version="1.0" encoding="utf-8"?>
<p:tagLst xmlns:a="http://schemas.openxmlformats.org/drawingml/2006/main" xmlns:r="http://schemas.openxmlformats.org/officeDocument/2006/relationships" xmlns:p="http://schemas.openxmlformats.org/presentationml/2006/main">
  <p:tag name="DVSHAPEID" val="aBBo6moxa2SFknY3Thz2D5"/>
</p:tagLst>
</file>

<file path=ppt/tags/tag441.xml><?xml version="1.0" encoding="utf-8"?>
<p:tagLst xmlns:a="http://schemas.openxmlformats.org/drawingml/2006/main" xmlns:r="http://schemas.openxmlformats.org/officeDocument/2006/relationships" xmlns:p="http://schemas.openxmlformats.org/presentationml/2006/main">
  <p:tag name="DVSHAPEID" val="8wACJCYSiANLCSMWxZgu5I"/>
</p:tagLst>
</file>

<file path=ppt/tags/tag442.xml><?xml version="1.0" encoding="utf-8"?>
<p:tagLst xmlns:a="http://schemas.openxmlformats.org/drawingml/2006/main" xmlns:r="http://schemas.openxmlformats.org/officeDocument/2006/relationships" xmlns:p="http://schemas.openxmlformats.org/presentationml/2006/main">
  <p:tag name="DVSHAPEID" val="1hPMSdhmr5HqI4bxrKxrHB"/>
</p:tagLst>
</file>

<file path=ppt/tags/tag443.xml><?xml version="1.0" encoding="utf-8"?>
<p:tagLst xmlns:a="http://schemas.openxmlformats.org/drawingml/2006/main" xmlns:r="http://schemas.openxmlformats.org/officeDocument/2006/relationships" xmlns:p="http://schemas.openxmlformats.org/presentationml/2006/main">
  <p:tag name="DVSHAPEID" val="NwrcbekRTb2Wa6MDF1IM3f"/>
</p:tagLst>
</file>

<file path=ppt/tags/tag444.xml><?xml version="1.0" encoding="utf-8"?>
<p:tagLst xmlns:a="http://schemas.openxmlformats.org/drawingml/2006/main" xmlns:r="http://schemas.openxmlformats.org/officeDocument/2006/relationships" xmlns:p="http://schemas.openxmlformats.org/presentationml/2006/main">
  <p:tag name="DVSHAPEID" val="3htAWk1o5XKAquoY2cQZtv"/>
</p:tagLst>
</file>

<file path=ppt/tags/tag445.xml><?xml version="1.0" encoding="utf-8"?>
<p:tagLst xmlns:a="http://schemas.openxmlformats.org/drawingml/2006/main" xmlns:r="http://schemas.openxmlformats.org/officeDocument/2006/relationships" xmlns:p="http://schemas.openxmlformats.org/presentationml/2006/main">
  <p:tag name="DVSHAPEID" val="WiRfBdApNw5lDsmGjAZFDF"/>
</p:tagLst>
</file>

<file path=ppt/tags/tag446.xml><?xml version="1.0" encoding="utf-8"?>
<p:tagLst xmlns:a="http://schemas.openxmlformats.org/drawingml/2006/main" xmlns:r="http://schemas.openxmlformats.org/officeDocument/2006/relationships" xmlns:p="http://schemas.openxmlformats.org/presentationml/2006/main">
  <p:tag name="DVSHAPEID" val="aBBo6moxa2SFknY3Thz2D5"/>
</p:tagLst>
</file>

<file path=ppt/tags/tag447.xml><?xml version="1.0" encoding="utf-8"?>
<p:tagLst xmlns:a="http://schemas.openxmlformats.org/drawingml/2006/main" xmlns:r="http://schemas.openxmlformats.org/officeDocument/2006/relationships" xmlns:p="http://schemas.openxmlformats.org/presentationml/2006/main">
  <p:tag name="DVSHAPEID" val="KiDmgpDGEmQP3sFEaPmIzN"/>
</p:tagLst>
</file>

<file path=ppt/tags/tag448.xml><?xml version="1.0" encoding="utf-8"?>
<p:tagLst xmlns:a="http://schemas.openxmlformats.org/drawingml/2006/main" xmlns:r="http://schemas.openxmlformats.org/officeDocument/2006/relationships" xmlns:p="http://schemas.openxmlformats.org/presentationml/2006/main">
  <p:tag name="DVSHAPEID" val="8wACJCYSiANLCSMWxZgu5I"/>
</p:tagLst>
</file>

<file path=ppt/tags/tag449.xml><?xml version="1.0" encoding="utf-8"?>
<p:tagLst xmlns:a="http://schemas.openxmlformats.org/drawingml/2006/main" xmlns:r="http://schemas.openxmlformats.org/officeDocument/2006/relationships" xmlns:p="http://schemas.openxmlformats.org/presentationml/2006/main">
  <p:tag name="DVSHAPEID" val="1hPMSdhmr5HqI4bxrKxrHB"/>
</p:tagLst>
</file>

<file path=ppt/tags/tag450.xml><?xml version="1.0" encoding="utf-8"?>
<p:tagLst xmlns:a="http://schemas.openxmlformats.org/drawingml/2006/main" xmlns:r="http://schemas.openxmlformats.org/officeDocument/2006/relationships" xmlns:p="http://schemas.openxmlformats.org/presentationml/2006/main">
  <p:tag name="DVSHAPEID" val="NwrcbekRTb2Wa6MDF1IM3f"/>
</p:tagLst>
</file>

<file path=ppt/tags/tag451.xml><?xml version="1.0" encoding="utf-8"?>
<p:tagLst xmlns:a="http://schemas.openxmlformats.org/drawingml/2006/main" xmlns:r="http://schemas.openxmlformats.org/officeDocument/2006/relationships" xmlns:p="http://schemas.openxmlformats.org/presentationml/2006/main">
  <p:tag name="DVSHAPEID" val="3htAWk1o5XKAquoY2cQZtv"/>
</p:tagLst>
</file>

<file path=ppt/tags/tag452.xml><?xml version="1.0" encoding="utf-8"?>
<p:tagLst xmlns:a="http://schemas.openxmlformats.org/drawingml/2006/main" xmlns:r="http://schemas.openxmlformats.org/officeDocument/2006/relationships" xmlns:p="http://schemas.openxmlformats.org/presentationml/2006/main">
  <p:tag name="DVSHAPEID" val="WiRfBdApNw5lDsmGjAZFDF"/>
</p:tagLst>
</file>

<file path=ppt/tags/tag453.xml><?xml version="1.0" encoding="utf-8"?>
<p:tagLst xmlns:a="http://schemas.openxmlformats.org/drawingml/2006/main" xmlns:r="http://schemas.openxmlformats.org/officeDocument/2006/relationships" xmlns:p="http://schemas.openxmlformats.org/presentationml/2006/main">
  <p:tag name="DVSHAPEID" val="aBBo6moxa2SFknY3Thz2D5"/>
</p:tagLst>
</file>

<file path=ppt/tags/tag454.xml><?xml version="1.0" encoding="utf-8"?>
<p:tagLst xmlns:a="http://schemas.openxmlformats.org/drawingml/2006/main" xmlns:r="http://schemas.openxmlformats.org/officeDocument/2006/relationships" xmlns:p="http://schemas.openxmlformats.org/presentationml/2006/main">
  <p:tag name="DVSECTIONID" val="NrgEuXBXbVemmJTYiaPTwv"/>
</p:tagLst>
</file>

<file path=ppt/tags/tag455.xml><?xml version="1.0" encoding="utf-8"?>
<p:tagLst xmlns:a="http://schemas.openxmlformats.org/drawingml/2006/main" xmlns:r="http://schemas.openxmlformats.org/officeDocument/2006/relationships" xmlns:p="http://schemas.openxmlformats.org/presentationml/2006/main">
  <p:tag name="DVSHAPEID" val="xlZmE6I6sKo4XvdCirpWai"/>
</p:tagLst>
</file>

<file path=ppt/tags/tag456.xml><?xml version="1.0" encoding="utf-8"?>
<p:tagLst xmlns:a="http://schemas.openxmlformats.org/drawingml/2006/main" xmlns:r="http://schemas.openxmlformats.org/officeDocument/2006/relationships" xmlns:p="http://schemas.openxmlformats.org/presentationml/2006/main">
  <p:tag name="DVSHAPEID" val="dFQZ65y3TianTco6GSeTt2"/>
</p:tagLst>
</file>

<file path=ppt/tags/tag457.xml><?xml version="1.0" encoding="utf-8"?>
<p:tagLst xmlns:a="http://schemas.openxmlformats.org/drawingml/2006/main" xmlns:r="http://schemas.openxmlformats.org/officeDocument/2006/relationships" xmlns:p="http://schemas.openxmlformats.org/presentationml/2006/main">
  <p:tag name="DVSHAPEID" val="ftMdsYVlXRnf7jwEZCxpR6"/>
</p:tagLst>
</file>

<file path=ppt/tags/tag458.xml><?xml version="1.0" encoding="utf-8"?>
<p:tagLst xmlns:a="http://schemas.openxmlformats.org/drawingml/2006/main" xmlns:r="http://schemas.openxmlformats.org/officeDocument/2006/relationships" xmlns:p="http://schemas.openxmlformats.org/presentationml/2006/main">
  <p:tag name="DVSHAPEID" val="UAC1dbLxIhPbpncSDz7yki"/>
</p:tagLst>
</file>

<file path=ppt/tags/tag459.xml><?xml version="1.0" encoding="utf-8"?>
<p:tagLst xmlns:a="http://schemas.openxmlformats.org/drawingml/2006/main" xmlns:r="http://schemas.openxmlformats.org/officeDocument/2006/relationships" xmlns:p="http://schemas.openxmlformats.org/presentationml/2006/main">
  <p:tag name="DVSHAPEID" val="0E55A1SBl3b9ycBqKKzq86"/>
</p:tagLst>
</file>

<file path=ppt/tags/tag460.xml><?xml version="1.0" encoding="utf-8"?>
<p:tagLst xmlns:a="http://schemas.openxmlformats.org/drawingml/2006/main" xmlns:r="http://schemas.openxmlformats.org/officeDocument/2006/relationships" xmlns:p="http://schemas.openxmlformats.org/presentationml/2006/main">
  <p:tag name="DVSHAPEID" val="qVT8s6YXiiLBAYW8AKE7VL"/>
</p:tagLst>
</file>

<file path=ppt/tags/tag461.xml><?xml version="1.0" encoding="utf-8"?>
<p:tagLst xmlns:a="http://schemas.openxmlformats.org/drawingml/2006/main" xmlns:r="http://schemas.openxmlformats.org/officeDocument/2006/relationships" xmlns:p="http://schemas.openxmlformats.org/presentationml/2006/main">
  <p:tag name="DVSHAPEID" val="0gO0hdPnYUaTe9bsyMCnLS"/>
</p:tagLst>
</file>

<file path=ppt/tags/tag462.xml><?xml version="1.0" encoding="utf-8"?>
<p:tagLst xmlns:a="http://schemas.openxmlformats.org/drawingml/2006/main" xmlns:r="http://schemas.openxmlformats.org/officeDocument/2006/relationships" xmlns:p="http://schemas.openxmlformats.org/presentationml/2006/main">
  <p:tag name="DVSHAPEID" val="nWBCuB9PL1aEVDksOL8UkR"/>
</p:tagLst>
</file>

<file path=ppt/tags/tag463.xml><?xml version="1.0" encoding="utf-8"?>
<p:tagLst xmlns:a="http://schemas.openxmlformats.org/drawingml/2006/main" xmlns:r="http://schemas.openxmlformats.org/officeDocument/2006/relationships" xmlns:p="http://schemas.openxmlformats.org/presentationml/2006/main">
  <p:tag name="DVSHAPEID" val="rGKMX8bSuyZ8TRoFIde888"/>
</p:tagLst>
</file>

<file path=ppt/tags/tag464.xml><?xml version="1.0" encoding="utf-8"?>
<p:tagLst xmlns:a="http://schemas.openxmlformats.org/drawingml/2006/main" xmlns:r="http://schemas.openxmlformats.org/officeDocument/2006/relationships" xmlns:p="http://schemas.openxmlformats.org/presentationml/2006/main">
  <p:tag name="DVSHAPEID" val="Jzey86XReQxwuUSHD0ETxB"/>
</p:tagLst>
</file>

<file path=ppt/tags/tag465.xml><?xml version="1.0" encoding="utf-8"?>
<p:tagLst xmlns:a="http://schemas.openxmlformats.org/drawingml/2006/main" xmlns:r="http://schemas.openxmlformats.org/officeDocument/2006/relationships" xmlns:p="http://schemas.openxmlformats.org/presentationml/2006/main">
  <p:tag name="DVSHAPEID" val="EMJs392VGcIjXayp04UDj9"/>
</p:tagLst>
</file>

<file path=ppt/tags/tag466.xml><?xml version="1.0" encoding="utf-8"?>
<p:tagLst xmlns:a="http://schemas.openxmlformats.org/drawingml/2006/main" xmlns:r="http://schemas.openxmlformats.org/officeDocument/2006/relationships" xmlns:p="http://schemas.openxmlformats.org/presentationml/2006/main">
  <p:tag name="DVSHAPEID" val="BmmtM0zdtfB7UrOF3OOjak"/>
</p:tagLst>
</file>

<file path=ppt/tags/tag467.xml><?xml version="1.0" encoding="utf-8"?>
<p:tagLst xmlns:a="http://schemas.openxmlformats.org/drawingml/2006/main" xmlns:r="http://schemas.openxmlformats.org/officeDocument/2006/relationships" xmlns:p="http://schemas.openxmlformats.org/presentationml/2006/main">
  <p:tag name="DVSHAPEID" val="ObXH9eZAYTivbm5zm2ltJt"/>
</p:tagLst>
</file>

<file path=ppt/tags/tag468.xml><?xml version="1.0" encoding="utf-8"?>
<p:tagLst xmlns:a="http://schemas.openxmlformats.org/drawingml/2006/main" xmlns:r="http://schemas.openxmlformats.org/officeDocument/2006/relationships" xmlns:p="http://schemas.openxmlformats.org/presentationml/2006/main">
  <p:tag name="DVSHAPEID" val="HPg6Bk06P0Zgybv5RldTgH"/>
</p:tagLst>
</file>

<file path=ppt/tags/tag469.xml><?xml version="1.0" encoding="utf-8"?>
<p:tagLst xmlns:a="http://schemas.openxmlformats.org/drawingml/2006/main" xmlns:r="http://schemas.openxmlformats.org/officeDocument/2006/relationships" xmlns:p="http://schemas.openxmlformats.org/presentationml/2006/main">
  <p:tag name="DVSHAPEID" val="PpfrAtrMXHBkt8r2CEzS4i"/>
</p:tagLst>
</file>

<file path=ppt/tags/tag470.xml><?xml version="1.0" encoding="utf-8"?>
<p:tagLst xmlns:a="http://schemas.openxmlformats.org/drawingml/2006/main" xmlns:r="http://schemas.openxmlformats.org/officeDocument/2006/relationships" xmlns:p="http://schemas.openxmlformats.org/presentationml/2006/main">
  <p:tag name="DVSHAPEID" val="wVOT3gb0fQc0ZQQaKxF32h"/>
</p:tagLst>
</file>

<file path=ppt/tags/tag471.xml><?xml version="1.0" encoding="utf-8"?>
<p:tagLst xmlns:a="http://schemas.openxmlformats.org/drawingml/2006/main" xmlns:r="http://schemas.openxmlformats.org/officeDocument/2006/relationships" xmlns:p="http://schemas.openxmlformats.org/presentationml/2006/main">
  <p:tag name="DVSHAPEID" val="FdHnEOIyjoDxTkDGqaBXrL"/>
</p:tagLst>
</file>

<file path=ppt/tags/tag472.xml><?xml version="1.0" encoding="utf-8"?>
<p:tagLst xmlns:a="http://schemas.openxmlformats.org/drawingml/2006/main" xmlns:r="http://schemas.openxmlformats.org/officeDocument/2006/relationships" xmlns:p="http://schemas.openxmlformats.org/presentationml/2006/main">
  <p:tag name="DVSHAPEID" val="8t8AbsU2d1fefAbGCmhGwO"/>
</p:tagLst>
</file>

<file path=ppt/tags/tag473.xml><?xml version="1.0" encoding="utf-8"?>
<p:tagLst xmlns:a="http://schemas.openxmlformats.org/drawingml/2006/main" xmlns:r="http://schemas.openxmlformats.org/officeDocument/2006/relationships" xmlns:p="http://schemas.openxmlformats.org/presentationml/2006/main">
  <p:tag name="DVSHAPEID" val="hE43vJyeFLej6GCFVRVIzb"/>
</p:tagLst>
</file>

<file path=ppt/tags/tag474.xml><?xml version="1.0" encoding="utf-8"?>
<p:tagLst xmlns:a="http://schemas.openxmlformats.org/drawingml/2006/main" xmlns:r="http://schemas.openxmlformats.org/officeDocument/2006/relationships" xmlns:p="http://schemas.openxmlformats.org/presentationml/2006/main">
  <p:tag name="DVSHAPEID" val="omuXryK22fDKbirtxnWdo4"/>
</p:tagLst>
</file>

<file path=ppt/tags/tag475.xml><?xml version="1.0" encoding="utf-8"?>
<p:tagLst xmlns:a="http://schemas.openxmlformats.org/drawingml/2006/main" xmlns:r="http://schemas.openxmlformats.org/officeDocument/2006/relationships" xmlns:p="http://schemas.openxmlformats.org/presentationml/2006/main">
  <p:tag name="DVSHAPEID" val="EM7yrWjMms26gIyxhZtDIZ"/>
</p:tagLst>
</file>

<file path=ppt/tags/tag476.xml><?xml version="1.0" encoding="utf-8"?>
<p:tagLst xmlns:a="http://schemas.openxmlformats.org/drawingml/2006/main" xmlns:r="http://schemas.openxmlformats.org/officeDocument/2006/relationships" xmlns:p="http://schemas.openxmlformats.org/presentationml/2006/main">
  <p:tag name="DVSHAPEID" val="FmukesjxMlMjHIPT7NIgSb"/>
</p:tagLst>
</file>

<file path=ppt/tags/tag477.xml><?xml version="1.0" encoding="utf-8"?>
<p:tagLst xmlns:a="http://schemas.openxmlformats.org/drawingml/2006/main" xmlns:r="http://schemas.openxmlformats.org/officeDocument/2006/relationships" xmlns:p="http://schemas.openxmlformats.org/presentationml/2006/main">
  <p:tag name="DVSHAPEID" val="H52IU06WJKlE6L37HRsOGH"/>
</p:tagLst>
</file>

<file path=ppt/tags/tag478.xml><?xml version="1.0" encoding="utf-8"?>
<p:tagLst xmlns:a="http://schemas.openxmlformats.org/drawingml/2006/main" xmlns:r="http://schemas.openxmlformats.org/officeDocument/2006/relationships" xmlns:p="http://schemas.openxmlformats.org/presentationml/2006/main">
  <p:tag name="DVSHAPEID" val="jX1QHoSGVs7uEphwxjrPB1"/>
</p:tagLst>
</file>

<file path=ppt/tags/tag479.xml><?xml version="1.0" encoding="utf-8"?>
<p:tagLst xmlns:a="http://schemas.openxmlformats.org/drawingml/2006/main" xmlns:r="http://schemas.openxmlformats.org/officeDocument/2006/relationships" xmlns:p="http://schemas.openxmlformats.org/presentationml/2006/main">
  <p:tag name="DVSHAPEID" val="X2C4P05RO3v0L5H4iI43PT"/>
</p:tagLst>
</file>

<file path=ppt/tags/tag480.xml><?xml version="1.0" encoding="utf-8"?>
<p:tagLst xmlns:a="http://schemas.openxmlformats.org/drawingml/2006/main" xmlns:r="http://schemas.openxmlformats.org/officeDocument/2006/relationships" xmlns:p="http://schemas.openxmlformats.org/presentationml/2006/main">
  <p:tag name="DVSHAPEID" val="xC6DPbj8nQ5hZYeCySA4E3"/>
</p:tagLst>
</file>

<file path=ppt/tags/tag481.xml><?xml version="1.0" encoding="utf-8"?>
<p:tagLst xmlns:a="http://schemas.openxmlformats.org/drawingml/2006/main" xmlns:r="http://schemas.openxmlformats.org/officeDocument/2006/relationships" xmlns:p="http://schemas.openxmlformats.org/presentationml/2006/main">
  <p:tag name="DVSHAPEID" val="YEEcPt1JLyc3vZYcbUxFGE"/>
</p:tagLst>
</file>

<file path=ppt/tags/tag482.xml><?xml version="1.0" encoding="utf-8"?>
<p:tagLst xmlns:a="http://schemas.openxmlformats.org/drawingml/2006/main" xmlns:r="http://schemas.openxmlformats.org/officeDocument/2006/relationships" xmlns:p="http://schemas.openxmlformats.org/presentationml/2006/main">
  <p:tag name="DVSHAPEID" val="Vu5IQFabtLfuDsZClQ7E5w"/>
</p:tagLst>
</file>

<file path=ppt/tags/tag483.xml><?xml version="1.0" encoding="utf-8"?>
<p:tagLst xmlns:a="http://schemas.openxmlformats.org/drawingml/2006/main" xmlns:r="http://schemas.openxmlformats.org/officeDocument/2006/relationships" xmlns:p="http://schemas.openxmlformats.org/presentationml/2006/main">
  <p:tag name="DVSHAPEID" val="5VteElHFwYnjI976Clyz4q"/>
</p:tagLst>
</file>

<file path=ppt/tags/tag484.xml><?xml version="1.0" encoding="utf-8"?>
<p:tagLst xmlns:a="http://schemas.openxmlformats.org/drawingml/2006/main" xmlns:r="http://schemas.openxmlformats.org/officeDocument/2006/relationships" xmlns:p="http://schemas.openxmlformats.org/presentationml/2006/main">
  <p:tag name="DVSHAPEID" val="O0mwdyyGx1zoo9fB1OuNeg"/>
</p:tagLst>
</file>

<file path=ppt/tags/tag485.xml><?xml version="1.0" encoding="utf-8"?>
<p:tagLst xmlns:a="http://schemas.openxmlformats.org/drawingml/2006/main" xmlns:r="http://schemas.openxmlformats.org/officeDocument/2006/relationships" xmlns:p="http://schemas.openxmlformats.org/presentationml/2006/main">
  <p:tag name="DVSHAPEID" val="7kJPvfdM5vrE7sS8886Qql"/>
</p:tagLst>
</file>

<file path=ppt/tags/tag486.xml><?xml version="1.0" encoding="utf-8"?>
<p:tagLst xmlns:a="http://schemas.openxmlformats.org/drawingml/2006/main" xmlns:r="http://schemas.openxmlformats.org/officeDocument/2006/relationships" xmlns:p="http://schemas.openxmlformats.org/presentationml/2006/main">
  <p:tag name="DVSHAPEID" val="JkLXR1kK4hcxT1Nn2jtLW3"/>
</p:tagLst>
</file>

<file path=ppt/tags/tag487.xml><?xml version="1.0" encoding="utf-8"?>
<p:tagLst xmlns:a="http://schemas.openxmlformats.org/drawingml/2006/main" xmlns:r="http://schemas.openxmlformats.org/officeDocument/2006/relationships" xmlns:p="http://schemas.openxmlformats.org/presentationml/2006/main">
  <p:tag name="DVSHAPEID" val="WK2MJTFlHoQLAp4yncrlra"/>
</p:tagLst>
</file>

<file path=ppt/tags/tag488.xml><?xml version="1.0" encoding="utf-8"?>
<p:tagLst xmlns:a="http://schemas.openxmlformats.org/drawingml/2006/main" xmlns:r="http://schemas.openxmlformats.org/officeDocument/2006/relationships" xmlns:p="http://schemas.openxmlformats.org/presentationml/2006/main">
  <p:tag name="DVSHAPEID" val="szyQkL5MnEpFn0U5hr4IzO"/>
</p:tagLst>
</file>

<file path=ppt/tags/tag489.xml><?xml version="1.0" encoding="utf-8"?>
<p:tagLst xmlns:a="http://schemas.openxmlformats.org/drawingml/2006/main" xmlns:r="http://schemas.openxmlformats.org/officeDocument/2006/relationships" xmlns:p="http://schemas.openxmlformats.org/presentationml/2006/main">
  <p:tag name="DVSHAPEID" val="K1GbPWUcMTz3FikvHs0NHc"/>
</p:tagLst>
</file>

<file path=ppt/theme/theme1.xml><?xml version="1.0" encoding="utf-8"?>
<a:theme xmlns:a="http://schemas.openxmlformats.org/drawingml/2006/main" name="IARCSlideTemplateEn2011">
  <a:themeElements>
    <a:clrScheme name="IARCSlideTemplateEn2011 13">
      <a:dk1>
        <a:srgbClr val="003399"/>
      </a:dk1>
      <a:lt1>
        <a:srgbClr val="DCEBF8"/>
      </a:lt1>
      <a:dk2>
        <a:srgbClr val="000000"/>
      </a:dk2>
      <a:lt2>
        <a:srgbClr val="808080"/>
      </a:lt2>
      <a:accent1>
        <a:srgbClr val="BBE0E3"/>
      </a:accent1>
      <a:accent2>
        <a:srgbClr val="333399"/>
      </a:accent2>
      <a:accent3>
        <a:srgbClr val="EBF3FB"/>
      </a:accent3>
      <a:accent4>
        <a:srgbClr val="002A82"/>
      </a:accent4>
      <a:accent5>
        <a:srgbClr val="DAEDEF"/>
      </a:accent5>
      <a:accent6>
        <a:srgbClr val="2D2D8A"/>
      </a:accent6>
      <a:hlink>
        <a:srgbClr val="009999"/>
      </a:hlink>
      <a:folHlink>
        <a:srgbClr val="99CC00"/>
      </a:folHlink>
    </a:clrScheme>
    <a:fontScheme name="IARCSlideTemplateEn201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IARCSlideTemplateEn201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IARCSlideTemplateEn201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IARCSlideTemplateEn201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IARCSlideTemplateEn201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IARCSlideTemplateEn201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IARCSlideTemplateEn201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IARCSlideTemplateEn2011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IARCSlideTemplateEn201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IARCSlideTemplateEn201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IARCSlideTemplateEn201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IARCSlideTemplateEn201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IARCSlideTemplateEn201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IARCSlideTemplateEn2011 13">
        <a:dk1>
          <a:srgbClr val="003399"/>
        </a:dk1>
        <a:lt1>
          <a:srgbClr val="DCEBF8"/>
        </a:lt1>
        <a:dk2>
          <a:srgbClr val="000000"/>
        </a:dk2>
        <a:lt2>
          <a:srgbClr val="808080"/>
        </a:lt2>
        <a:accent1>
          <a:srgbClr val="BBE0E3"/>
        </a:accent1>
        <a:accent2>
          <a:srgbClr val="333399"/>
        </a:accent2>
        <a:accent3>
          <a:srgbClr val="EBF3FB"/>
        </a:accent3>
        <a:accent4>
          <a:srgbClr val="002A82"/>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IARCSlideTemplateEn2011 14">
        <a:dk1>
          <a:srgbClr val="003399"/>
        </a:dk1>
        <a:lt1>
          <a:srgbClr val="DBEBF9"/>
        </a:lt1>
        <a:dk2>
          <a:srgbClr val="000000"/>
        </a:dk2>
        <a:lt2>
          <a:srgbClr val="808080"/>
        </a:lt2>
        <a:accent1>
          <a:srgbClr val="BBE0E3"/>
        </a:accent1>
        <a:accent2>
          <a:srgbClr val="333399"/>
        </a:accent2>
        <a:accent3>
          <a:srgbClr val="EAF3FB"/>
        </a:accent3>
        <a:accent4>
          <a:srgbClr val="002A82"/>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IARC">
  <a:themeElements>
    <a:clrScheme name="1_IARC 1">
      <a:dk1>
        <a:srgbClr val="000000"/>
      </a:dk1>
      <a:lt1>
        <a:srgbClr val="FFFFFF"/>
      </a:lt1>
      <a:dk2>
        <a:srgbClr val="FFFFFF"/>
      </a:dk2>
      <a:lt2>
        <a:srgbClr val="669999"/>
      </a:lt2>
      <a:accent1>
        <a:srgbClr val="99CCFF"/>
      </a:accent1>
      <a:accent2>
        <a:srgbClr val="9999FF"/>
      </a:accent2>
      <a:accent3>
        <a:srgbClr val="FFFFFF"/>
      </a:accent3>
      <a:accent4>
        <a:srgbClr val="000000"/>
      </a:accent4>
      <a:accent5>
        <a:srgbClr val="CAE2FF"/>
      </a:accent5>
      <a:accent6>
        <a:srgbClr val="8A8AE7"/>
      </a:accent6>
      <a:hlink>
        <a:srgbClr val="996666"/>
      </a:hlink>
      <a:folHlink>
        <a:srgbClr val="6666CC"/>
      </a:folHlink>
    </a:clrScheme>
    <a:fontScheme name="1_IARC">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IARC 1">
        <a:dk1>
          <a:srgbClr val="000000"/>
        </a:dk1>
        <a:lt1>
          <a:srgbClr val="FFFFFF"/>
        </a:lt1>
        <a:dk2>
          <a:srgbClr val="FFFFFF"/>
        </a:dk2>
        <a:lt2>
          <a:srgbClr val="669999"/>
        </a:lt2>
        <a:accent1>
          <a:srgbClr val="99CCFF"/>
        </a:accent1>
        <a:accent2>
          <a:srgbClr val="9999FF"/>
        </a:accent2>
        <a:accent3>
          <a:srgbClr val="FFFFFF"/>
        </a:accent3>
        <a:accent4>
          <a:srgbClr val="000000"/>
        </a:accent4>
        <a:accent5>
          <a:srgbClr val="CAE2FF"/>
        </a:accent5>
        <a:accent6>
          <a:srgbClr val="8A8AE7"/>
        </a:accent6>
        <a:hlink>
          <a:srgbClr val="996666"/>
        </a:hlink>
        <a:folHlink>
          <a:srgbClr val="6666CC"/>
        </a:folHlink>
      </a:clrScheme>
      <a:clrMap bg1="lt1" tx1="dk1" bg2="lt2" tx2="dk2" accent1="accent1" accent2="accent2" accent3="accent3" accent4="accent4" accent5="accent5" accent6="accent6" hlink="hlink" folHlink="folHlink"/>
    </a:extraClrScheme>
    <a:extraClrScheme>
      <a:clrScheme name="1_IARC 2">
        <a:dk1>
          <a:srgbClr val="000000"/>
        </a:dk1>
        <a:lt1>
          <a:srgbClr val="FFFFFF"/>
        </a:lt1>
        <a:dk2>
          <a:srgbClr val="FFFFFF"/>
        </a:dk2>
        <a:lt2>
          <a:srgbClr val="817F3F"/>
        </a:lt2>
        <a:accent1>
          <a:srgbClr val="FFCC00"/>
        </a:accent1>
        <a:accent2>
          <a:srgbClr val="CC9900"/>
        </a:accent2>
        <a:accent3>
          <a:srgbClr val="FFFFFF"/>
        </a:accent3>
        <a:accent4>
          <a:srgbClr val="000000"/>
        </a:accent4>
        <a:accent5>
          <a:srgbClr val="FFE2AA"/>
        </a:accent5>
        <a:accent6>
          <a:srgbClr val="B98A00"/>
        </a:accent6>
        <a:hlink>
          <a:srgbClr val="996666"/>
        </a:hlink>
        <a:folHlink>
          <a:srgbClr val="C94503"/>
        </a:folHlink>
      </a:clrScheme>
      <a:clrMap bg1="lt1" tx1="dk1" bg2="lt2" tx2="dk2" accent1="accent1" accent2="accent2" accent3="accent3" accent4="accent4" accent5="accent5" accent6="accent6" hlink="hlink" folHlink="folHlink"/>
    </a:extraClrScheme>
    <a:extraClrScheme>
      <a:clrScheme name="1_IARC 3">
        <a:dk1>
          <a:srgbClr val="CC6600"/>
        </a:dk1>
        <a:lt1>
          <a:srgbClr val="FFFFFF"/>
        </a:lt1>
        <a:dk2>
          <a:srgbClr val="800000"/>
        </a:dk2>
        <a:lt2>
          <a:srgbClr val="FFFFFF"/>
        </a:lt2>
        <a:accent1>
          <a:srgbClr val="FF6600"/>
        </a:accent1>
        <a:accent2>
          <a:srgbClr val="33CCCC"/>
        </a:accent2>
        <a:accent3>
          <a:srgbClr val="C0AAAA"/>
        </a:accent3>
        <a:accent4>
          <a:srgbClr val="DADADA"/>
        </a:accent4>
        <a:accent5>
          <a:srgbClr val="FFB8AA"/>
        </a:accent5>
        <a:accent6>
          <a:srgbClr val="2DB9B9"/>
        </a:accent6>
        <a:hlink>
          <a:srgbClr val="99FF33"/>
        </a:hlink>
        <a:folHlink>
          <a:srgbClr val="CC3300"/>
        </a:folHlink>
      </a:clrScheme>
      <a:clrMap bg1="dk2" tx1="lt1" bg2="dk1" tx2="lt2" accent1="accent1" accent2="accent2" accent3="accent3" accent4="accent4" accent5="accent5" accent6="accent6" hlink="hlink" folHlink="folHlink"/>
    </a:extraClrScheme>
    <a:extraClrScheme>
      <a:clrScheme name="1_IARC 4">
        <a:dk1>
          <a:srgbClr val="993300"/>
        </a:dk1>
        <a:lt1>
          <a:srgbClr val="FFFFFF"/>
        </a:lt1>
        <a:dk2>
          <a:srgbClr val="431A01"/>
        </a:dk2>
        <a:lt2>
          <a:srgbClr val="FFFFFF"/>
        </a:lt2>
        <a:accent1>
          <a:srgbClr val="FFCC00"/>
        </a:accent1>
        <a:accent2>
          <a:srgbClr val="FF9966"/>
        </a:accent2>
        <a:accent3>
          <a:srgbClr val="B0ABAA"/>
        </a:accent3>
        <a:accent4>
          <a:srgbClr val="DADADA"/>
        </a:accent4>
        <a:accent5>
          <a:srgbClr val="FFE2AA"/>
        </a:accent5>
        <a:accent6>
          <a:srgbClr val="E78A5C"/>
        </a:accent6>
        <a:hlink>
          <a:srgbClr val="FF6600"/>
        </a:hlink>
        <a:folHlink>
          <a:srgbClr val="CC3300"/>
        </a:folHlink>
      </a:clrScheme>
      <a:clrMap bg1="dk2" tx1="lt1" bg2="dk1" tx2="lt2" accent1="accent1" accent2="accent2" accent3="accent3" accent4="accent4" accent5="accent5" accent6="accent6" hlink="hlink" folHlink="folHlink"/>
    </a:extraClrScheme>
    <a:extraClrScheme>
      <a:clrScheme name="1_IARC 5">
        <a:dk1>
          <a:srgbClr val="75878B"/>
        </a:dk1>
        <a:lt1>
          <a:srgbClr val="FFFFFF"/>
        </a:lt1>
        <a:dk2>
          <a:srgbClr val="260000"/>
        </a:dk2>
        <a:lt2>
          <a:srgbClr val="FFFFFF"/>
        </a:lt2>
        <a:accent1>
          <a:srgbClr val="0099CC"/>
        </a:accent1>
        <a:accent2>
          <a:srgbClr val="FF3300"/>
        </a:accent2>
        <a:accent3>
          <a:srgbClr val="ACAAAA"/>
        </a:accent3>
        <a:accent4>
          <a:srgbClr val="DADADA"/>
        </a:accent4>
        <a:accent5>
          <a:srgbClr val="AACAE2"/>
        </a:accent5>
        <a:accent6>
          <a:srgbClr val="E72D00"/>
        </a:accent6>
        <a:hlink>
          <a:srgbClr val="FFCC00"/>
        </a:hlink>
        <a:folHlink>
          <a:srgbClr val="CC0000"/>
        </a:folHlink>
      </a:clrScheme>
      <a:clrMap bg1="dk2" tx1="lt1" bg2="dk1" tx2="lt2" accent1="accent1" accent2="accent2" accent3="accent3" accent4="accent4" accent5="accent5" accent6="accent6" hlink="hlink" folHlink="folHlink"/>
    </a:extraClrScheme>
    <a:extraClrScheme>
      <a:clrScheme name="1_IARC 6">
        <a:dk1>
          <a:srgbClr val="666699"/>
        </a:dk1>
        <a:lt1>
          <a:srgbClr val="FFFFFF"/>
        </a:lt1>
        <a:dk2>
          <a:srgbClr val="000000"/>
        </a:dk2>
        <a:lt2>
          <a:srgbClr val="FFFFFF"/>
        </a:lt2>
        <a:accent1>
          <a:srgbClr val="9966FF"/>
        </a:accent1>
        <a:accent2>
          <a:srgbClr val="99CCFF"/>
        </a:accent2>
        <a:accent3>
          <a:srgbClr val="AAAAAA"/>
        </a:accent3>
        <a:accent4>
          <a:srgbClr val="DADADA"/>
        </a:accent4>
        <a:accent5>
          <a:srgbClr val="CAB8FF"/>
        </a:accent5>
        <a:accent6>
          <a:srgbClr val="8AB9E7"/>
        </a:accent6>
        <a:hlink>
          <a:srgbClr val="FFFFCC"/>
        </a:hlink>
        <a:folHlink>
          <a:srgbClr val="6600CC"/>
        </a:folHlink>
      </a:clrScheme>
      <a:clrMap bg1="dk2" tx1="lt1" bg2="dk1" tx2="lt2" accent1="accent1" accent2="accent2" accent3="accent3" accent4="accent4" accent5="accent5" accent6="accent6" hlink="hlink" folHlink="folHlink"/>
    </a:extraClrScheme>
    <a:extraClrScheme>
      <a:clrScheme name="1_IARC 7">
        <a:dk1>
          <a:srgbClr val="666699"/>
        </a:dk1>
        <a:lt1>
          <a:srgbClr val="FFFFFF"/>
        </a:lt1>
        <a:dk2>
          <a:srgbClr val="2A2A40"/>
        </a:dk2>
        <a:lt2>
          <a:srgbClr val="FFFFFF"/>
        </a:lt2>
        <a:accent1>
          <a:srgbClr val="006699"/>
        </a:accent1>
        <a:accent2>
          <a:srgbClr val="CC9900"/>
        </a:accent2>
        <a:accent3>
          <a:srgbClr val="ACACAF"/>
        </a:accent3>
        <a:accent4>
          <a:srgbClr val="DADADA"/>
        </a:accent4>
        <a:accent5>
          <a:srgbClr val="AAB8CA"/>
        </a:accent5>
        <a:accent6>
          <a:srgbClr val="B98A00"/>
        </a:accent6>
        <a:hlink>
          <a:srgbClr val="CC6600"/>
        </a:hlink>
        <a:folHlink>
          <a:srgbClr val="6C948A"/>
        </a:folHlink>
      </a:clrScheme>
      <a:clrMap bg1="dk2" tx1="lt1" bg2="dk1" tx2="lt2" accent1="accent1" accent2="accent2" accent3="accent3" accent4="accent4" accent5="accent5" accent6="accent6" hlink="hlink" folHlink="folHlink"/>
    </a:extraClrScheme>
    <a:extraClrScheme>
      <a:clrScheme name="1_IARC 8">
        <a:dk1>
          <a:srgbClr val="BECBD8"/>
        </a:dk1>
        <a:lt1>
          <a:srgbClr val="FFFFFF"/>
        </a:lt1>
        <a:dk2>
          <a:srgbClr val="2B335B"/>
        </a:dk2>
        <a:lt2>
          <a:srgbClr val="FFFFFF"/>
        </a:lt2>
        <a:accent1>
          <a:srgbClr val="0099CC"/>
        </a:accent1>
        <a:accent2>
          <a:srgbClr val="B5DBE3"/>
        </a:accent2>
        <a:accent3>
          <a:srgbClr val="ACADB5"/>
        </a:accent3>
        <a:accent4>
          <a:srgbClr val="DADADA"/>
        </a:accent4>
        <a:accent5>
          <a:srgbClr val="AACAE2"/>
        </a:accent5>
        <a:accent6>
          <a:srgbClr val="A4C6CE"/>
        </a:accent6>
        <a:hlink>
          <a:srgbClr val="FFCC00"/>
        </a:hlink>
        <a:folHlink>
          <a:srgbClr val="58648C"/>
        </a:folHlink>
      </a:clrScheme>
      <a:clrMap bg1="dk2" tx1="lt1" bg2="dk1" tx2="lt2" accent1="accent1" accent2="accent2" accent3="accent3" accent4="accent4" accent5="accent5" accent6="accent6" hlink="hlink" folHlink="folHlink"/>
    </a:extraClrScheme>
    <a:extraClrScheme>
      <a:clrScheme name="1_IARC 9">
        <a:dk1>
          <a:srgbClr val="3333FF"/>
        </a:dk1>
        <a:lt1>
          <a:srgbClr val="FFFFFF"/>
        </a:lt1>
        <a:dk2>
          <a:srgbClr val="000099"/>
        </a:dk2>
        <a:lt2>
          <a:srgbClr val="FFFFFF"/>
        </a:lt2>
        <a:accent1>
          <a:srgbClr val="339966"/>
        </a:accent1>
        <a:accent2>
          <a:srgbClr val="9999FF"/>
        </a:accent2>
        <a:accent3>
          <a:srgbClr val="AAAACA"/>
        </a:accent3>
        <a:accent4>
          <a:srgbClr val="DADADA"/>
        </a:accent4>
        <a:accent5>
          <a:srgbClr val="ADCAB8"/>
        </a:accent5>
        <a:accent6>
          <a:srgbClr val="8A8AE7"/>
        </a:accent6>
        <a:hlink>
          <a:srgbClr val="FFFF99"/>
        </a:hlink>
        <a:folHlink>
          <a:srgbClr val="17A0D1"/>
        </a:folHlink>
      </a:clrScheme>
      <a:clrMap bg1="dk2" tx1="lt1" bg2="dk1" tx2="lt2" accent1="accent1" accent2="accent2" accent3="accent3" accent4="accent4" accent5="accent5" accent6="accent6" hlink="hlink" folHlink="folHlink"/>
    </a:extraClrScheme>
    <a:extraClrScheme>
      <a:clrScheme name="1_IARC 10">
        <a:dk1>
          <a:srgbClr val="808000"/>
        </a:dk1>
        <a:lt1>
          <a:srgbClr val="FFFFFF"/>
        </a:lt1>
        <a:dk2>
          <a:srgbClr val="354418"/>
        </a:dk2>
        <a:lt2>
          <a:srgbClr val="FFFFFF"/>
        </a:lt2>
        <a:accent1>
          <a:srgbClr val="60897C"/>
        </a:accent1>
        <a:accent2>
          <a:srgbClr val="99CC00"/>
        </a:accent2>
        <a:accent3>
          <a:srgbClr val="AEB0AB"/>
        </a:accent3>
        <a:accent4>
          <a:srgbClr val="DADADA"/>
        </a:accent4>
        <a:accent5>
          <a:srgbClr val="B6C4BF"/>
        </a:accent5>
        <a:accent6>
          <a:srgbClr val="8AB900"/>
        </a:accent6>
        <a:hlink>
          <a:srgbClr val="CCCC00"/>
        </a:hlink>
        <a:folHlink>
          <a:srgbClr val="66990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0_IARC">
  <a:themeElements>
    <a:clrScheme name="20_IARC 1">
      <a:dk1>
        <a:srgbClr val="000000"/>
      </a:dk1>
      <a:lt1>
        <a:srgbClr val="FFFFFF"/>
      </a:lt1>
      <a:dk2>
        <a:srgbClr val="FFFFFF"/>
      </a:dk2>
      <a:lt2>
        <a:srgbClr val="669999"/>
      </a:lt2>
      <a:accent1>
        <a:srgbClr val="99CCFF"/>
      </a:accent1>
      <a:accent2>
        <a:srgbClr val="9999FF"/>
      </a:accent2>
      <a:accent3>
        <a:srgbClr val="FFFFFF"/>
      </a:accent3>
      <a:accent4>
        <a:srgbClr val="000000"/>
      </a:accent4>
      <a:accent5>
        <a:srgbClr val="CAE2FF"/>
      </a:accent5>
      <a:accent6>
        <a:srgbClr val="8A8AE7"/>
      </a:accent6>
      <a:hlink>
        <a:srgbClr val="996666"/>
      </a:hlink>
      <a:folHlink>
        <a:srgbClr val="6666CC"/>
      </a:folHlink>
    </a:clrScheme>
    <a:fontScheme name="20_IARC">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0_IARC 1">
        <a:dk1>
          <a:srgbClr val="000000"/>
        </a:dk1>
        <a:lt1>
          <a:srgbClr val="FFFFFF"/>
        </a:lt1>
        <a:dk2>
          <a:srgbClr val="FFFFFF"/>
        </a:dk2>
        <a:lt2>
          <a:srgbClr val="669999"/>
        </a:lt2>
        <a:accent1>
          <a:srgbClr val="99CCFF"/>
        </a:accent1>
        <a:accent2>
          <a:srgbClr val="9999FF"/>
        </a:accent2>
        <a:accent3>
          <a:srgbClr val="FFFFFF"/>
        </a:accent3>
        <a:accent4>
          <a:srgbClr val="000000"/>
        </a:accent4>
        <a:accent5>
          <a:srgbClr val="CAE2FF"/>
        </a:accent5>
        <a:accent6>
          <a:srgbClr val="8A8AE7"/>
        </a:accent6>
        <a:hlink>
          <a:srgbClr val="996666"/>
        </a:hlink>
        <a:folHlink>
          <a:srgbClr val="6666CC"/>
        </a:folHlink>
      </a:clrScheme>
      <a:clrMap bg1="lt1" tx1="dk1" bg2="lt2" tx2="dk2" accent1="accent1" accent2="accent2" accent3="accent3" accent4="accent4" accent5="accent5" accent6="accent6" hlink="hlink" folHlink="folHlink"/>
    </a:extraClrScheme>
    <a:extraClrScheme>
      <a:clrScheme name="20_IARC 2">
        <a:dk1>
          <a:srgbClr val="000000"/>
        </a:dk1>
        <a:lt1>
          <a:srgbClr val="FFFFFF"/>
        </a:lt1>
        <a:dk2>
          <a:srgbClr val="FFFFFF"/>
        </a:dk2>
        <a:lt2>
          <a:srgbClr val="817F3F"/>
        </a:lt2>
        <a:accent1>
          <a:srgbClr val="FFCC00"/>
        </a:accent1>
        <a:accent2>
          <a:srgbClr val="CC9900"/>
        </a:accent2>
        <a:accent3>
          <a:srgbClr val="FFFFFF"/>
        </a:accent3>
        <a:accent4>
          <a:srgbClr val="000000"/>
        </a:accent4>
        <a:accent5>
          <a:srgbClr val="FFE2AA"/>
        </a:accent5>
        <a:accent6>
          <a:srgbClr val="B98A00"/>
        </a:accent6>
        <a:hlink>
          <a:srgbClr val="996666"/>
        </a:hlink>
        <a:folHlink>
          <a:srgbClr val="C94503"/>
        </a:folHlink>
      </a:clrScheme>
      <a:clrMap bg1="lt1" tx1="dk1" bg2="lt2" tx2="dk2" accent1="accent1" accent2="accent2" accent3="accent3" accent4="accent4" accent5="accent5" accent6="accent6" hlink="hlink" folHlink="folHlink"/>
    </a:extraClrScheme>
    <a:extraClrScheme>
      <a:clrScheme name="20_IARC 3">
        <a:dk1>
          <a:srgbClr val="CC6600"/>
        </a:dk1>
        <a:lt1>
          <a:srgbClr val="FFFFFF"/>
        </a:lt1>
        <a:dk2>
          <a:srgbClr val="800000"/>
        </a:dk2>
        <a:lt2>
          <a:srgbClr val="FFFFFF"/>
        </a:lt2>
        <a:accent1>
          <a:srgbClr val="FF6600"/>
        </a:accent1>
        <a:accent2>
          <a:srgbClr val="33CCCC"/>
        </a:accent2>
        <a:accent3>
          <a:srgbClr val="C0AAAA"/>
        </a:accent3>
        <a:accent4>
          <a:srgbClr val="DADADA"/>
        </a:accent4>
        <a:accent5>
          <a:srgbClr val="FFB8AA"/>
        </a:accent5>
        <a:accent6>
          <a:srgbClr val="2DB9B9"/>
        </a:accent6>
        <a:hlink>
          <a:srgbClr val="99FF33"/>
        </a:hlink>
        <a:folHlink>
          <a:srgbClr val="CC3300"/>
        </a:folHlink>
      </a:clrScheme>
      <a:clrMap bg1="dk2" tx1="lt1" bg2="dk1" tx2="lt2" accent1="accent1" accent2="accent2" accent3="accent3" accent4="accent4" accent5="accent5" accent6="accent6" hlink="hlink" folHlink="folHlink"/>
    </a:extraClrScheme>
    <a:extraClrScheme>
      <a:clrScheme name="20_IARC 4">
        <a:dk1>
          <a:srgbClr val="993300"/>
        </a:dk1>
        <a:lt1>
          <a:srgbClr val="FFFFFF"/>
        </a:lt1>
        <a:dk2>
          <a:srgbClr val="431A01"/>
        </a:dk2>
        <a:lt2>
          <a:srgbClr val="FFFFFF"/>
        </a:lt2>
        <a:accent1>
          <a:srgbClr val="FFCC00"/>
        </a:accent1>
        <a:accent2>
          <a:srgbClr val="FF9966"/>
        </a:accent2>
        <a:accent3>
          <a:srgbClr val="B0ABAA"/>
        </a:accent3>
        <a:accent4>
          <a:srgbClr val="DADADA"/>
        </a:accent4>
        <a:accent5>
          <a:srgbClr val="FFE2AA"/>
        </a:accent5>
        <a:accent6>
          <a:srgbClr val="E78A5C"/>
        </a:accent6>
        <a:hlink>
          <a:srgbClr val="FF6600"/>
        </a:hlink>
        <a:folHlink>
          <a:srgbClr val="CC3300"/>
        </a:folHlink>
      </a:clrScheme>
      <a:clrMap bg1="dk2" tx1="lt1" bg2="dk1" tx2="lt2" accent1="accent1" accent2="accent2" accent3="accent3" accent4="accent4" accent5="accent5" accent6="accent6" hlink="hlink" folHlink="folHlink"/>
    </a:extraClrScheme>
    <a:extraClrScheme>
      <a:clrScheme name="20_IARC 5">
        <a:dk1>
          <a:srgbClr val="75878B"/>
        </a:dk1>
        <a:lt1>
          <a:srgbClr val="FFFFFF"/>
        </a:lt1>
        <a:dk2>
          <a:srgbClr val="260000"/>
        </a:dk2>
        <a:lt2>
          <a:srgbClr val="FFFFFF"/>
        </a:lt2>
        <a:accent1>
          <a:srgbClr val="0099CC"/>
        </a:accent1>
        <a:accent2>
          <a:srgbClr val="FF3300"/>
        </a:accent2>
        <a:accent3>
          <a:srgbClr val="ACAAAA"/>
        </a:accent3>
        <a:accent4>
          <a:srgbClr val="DADADA"/>
        </a:accent4>
        <a:accent5>
          <a:srgbClr val="AACAE2"/>
        </a:accent5>
        <a:accent6>
          <a:srgbClr val="E72D00"/>
        </a:accent6>
        <a:hlink>
          <a:srgbClr val="FFCC00"/>
        </a:hlink>
        <a:folHlink>
          <a:srgbClr val="CC0000"/>
        </a:folHlink>
      </a:clrScheme>
      <a:clrMap bg1="dk2" tx1="lt1" bg2="dk1" tx2="lt2" accent1="accent1" accent2="accent2" accent3="accent3" accent4="accent4" accent5="accent5" accent6="accent6" hlink="hlink" folHlink="folHlink"/>
    </a:extraClrScheme>
    <a:extraClrScheme>
      <a:clrScheme name="20_IARC 6">
        <a:dk1>
          <a:srgbClr val="666699"/>
        </a:dk1>
        <a:lt1>
          <a:srgbClr val="FFFFFF"/>
        </a:lt1>
        <a:dk2>
          <a:srgbClr val="000000"/>
        </a:dk2>
        <a:lt2>
          <a:srgbClr val="FFFFFF"/>
        </a:lt2>
        <a:accent1>
          <a:srgbClr val="9966FF"/>
        </a:accent1>
        <a:accent2>
          <a:srgbClr val="99CCFF"/>
        </a:accent2>
        <a:accent3>
          <a:srgbClr val="AAAAAA"/>
        </a:accent3>
        <a:accent4>
          <a:srgbClr val="DADADA"/>
        </a:accent4>
        <a:accent5>
          <a:srgbClr val="CAB8FF"/>
        </a:accent5>
        <a:accent6>
          <a:srgbClr val="8AB9E7"/>
        </a:accent6>
        <a:hlink>
          <a:srgbClr val="FFFFCC"/>
        </a:hlink>
        <a:folHlink>
          <a:srgbClr val="6600CC"/>
        </a:folHlink>
      </a:clrScheme>
      <a:clrMap bg1="dk2" tx1="lt1" bg2="dk1" tx2="lt2" accent1="accent1" accent2="accent2" accent3="accent3" accent4="accent4" accent5="accent5" accent6="accent6" hlink="hlink" folHlink="folHlink"/>
    </a:extraClrScheme>
    <a:extraClrScheme>
      <a:clrScheme name="20_IARC 7">
        <a:dk1>
          <a:srgbClr val="666699"/>
        </a:dk1>
        <a:lt1>
          <a:srgbClr val="FFFFFF"/>
        </a:lt1>
        <a:dk2>
          <a:srgbClr val="2A2A40"/>
        </a:dk2>
        <a:lt2>
          <a:srgbClr val="FFFFFF"/>
        </a:lt2>
        <a:accent1>
          <a:srgbClr val="006699"/>
        </a:accent1>
        <a:accent2>
          <a:srgbClr val="CC9900"/>
        </a:accent2>
        <a:accent3>
          <a:srgbClr val="ACACAF"/>
        </a:accent3>
        <a:accent4>
          <a:srgbClr val="DADADA"/>
        </a:accent4>
        <a:accent5>
          <a:srgbClr val="AAB8CA"/>
        </a:accent5>
        <a:accent6>
          <a:srgbClr val="B98A00"/>
        </a:accent6>
        <a:hlink>
          <a:srgbClr val="CC6600"/>
        </a:hlink>
        <a:folHlink>
          <a:srgbClr val="6C948A"/>
        </a:folHlink>
      </a:clrScheme>
      <a:clrMap bg1="dk2" tx1="lt1" bg2="dk1" tx2="lt2" accent1="accent1" accent2="accent2" accent3="accent3" accent4="accent4" accent5="accent5" accent6="accent6" hlink="hlink" folHlink="folHlink"/>
    </a:extraClrScheme>
    <a:extraClrScheme>
      <a:clrScheme name="20_IARC 8">
        <a:dk1>
          <a:srgbClr val="BECBD8"/>
        </a:dk1>
        <a:lt1>
          <a:srgbClr val="FFFFFF"/>
        </a:lt1>
        <a:dk2>
          <a:srgbClr val="2B335B"/>
        </a:dk2>
        <a:lt2>
          <a:srgbClr val="FFFFFF"/>
        </a:lt2>
        <a:accent1>
          <a:srgbClr val="0099CC"/>
        </a:accent1>
        <a:accent2>
          <a:srgbClr val="B5DBE3"/>
        </a:accent2>
        <a:accent3>
          <a:srgbClr val="ACADB5"/>
        </a:accent3>
        <a:accent4>
          <a:srgbClr val="DADADA"/>
        </a:accent4>
        <a:accent5>
          <a:srgbClr val="AACAE2"/>
        </a:accent5>
        <a:accent6>
          <a:srgbClr val="A4C6CE"/>
        </a:accent6>
        <a:hlink>
          <a:srgbClr val="FFCC00"/>
        </a:hlink>
        <a:folHlink>
          <a:srgbClr val="58648C"/>
        </a:folHlink>
      </a:clrScheme>
      <a:clrMap bg1="dk2" tx1="lt1" bg2="dk1" tx2="lt2" accent1="accent1" accent2="accent2" accent3="accent3" accent4="accent4" accent5="accent5" accent6="accent6" hlink="hlink" folHlink="folHlink"/>
    </a:extraClrScheme>
    <a:extraClrScheme>
      <a:clrScheme name="20_IARC 9">
        <a:dk1>
          <a:srgbClr val="3333FF"/>
        </a:dk1>
        <a:lt1>
          <a:srgbClr val="FFFFFF"/>
        </a:lt1>
        <a:dk2>
          <a:srgbClr val="000099"/>
        </a:dk2>
        <a:lt2>
          <a:srgbClr val="FFFFFF"/>
        </a:lt2>
        <a:accent1>
          <a:srgbClr val="339966"/>
        </a:accent1>
        <a:accent2>
          <a:srgbClr val="9999FF"/>
        </a:accent2>
        <a:accent3>
          <a:srgbClr val="AAAACA"/>
        </a:accent3>
        <a:accent4>
          <a:srgbClr val="DADADA"/>
        </a:accent4>
        <a:accent5>
          <a:srgbClr val="ADCAB8"/>
        </a:accent5>
        <a:accent6>
          <a:srgbClr val="8A8AE7"/>
        </a:accent6>
        <a:hlink>
          <a:srgbClr val="FFFF99"/>
        </a:hlink>
        <a:folHlink>
          <a:srgbClr val="17A0D1"/>
        </a:folHlink>
      </a:clrScheme>
      <a:clrMap bg1="dk2" tx1="lt1" bg2="dk1" tx2="lt2" accent1="accent1" accent2="accent2" accent3="accent3" accent4="accent4" accent5="accent5" accent6="accent6" hlink="hlink" folHlink="folHlink"/>
    </a:extraClrScheme>
    <a:extraClrScheme>
      <a:clrScheme name="20_IARC 10">
        <a:dk1>
          <a:srgbClr val="808000"/>
        </a:dk1>
        <a:lt1>
          <a:srgbClr val="FFFFFF"/>
        </a:lt1>
        <a:dk2>
          <a:srgbClr val="354418"/>
        </a:dk2>
        <a:lt2>
          <a:srgbClr val="FFFFFF"/>
        </a:lt2>
        <a:accent1>
          <a:srgbClr val="60897C"/>
        </a:accent1>
        <a:accent2>
          <a:srgbClr val="99CC00"/>
        </a:accent2>
        <a:accent3>
          <a:srgbClr val="AEB0AB"/>
        </a:accent3>
        <a:accent4>
          <a:srgbClr val="DADADA"/>
        </a:accent4>
        <a:accent5>
          <a:srgbClr val="B6C4BF"/>
        </a:accent5>
        <a:accent6>
          <a:srgbClr val="8AB900"/>
        </a:accent6>
        <a:hlink>
          <a:srgbClr val="CCCC00"/>
        </a:hlink>
        <a:folHlink>
          <a:srgbClr val="66990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1_IARC">
  <a:themeElements>
    <a:clrScheme name="21_IARC 1">
      <a:dk1>
        <a:srgbClr val="000000"/>
      </a:dk1>
      <a:lt1>
        <a:srgbClr val="FFFFFF"/>
      </a:lt1>
      <a:dk2>
        <a:srgbClr val="FFFFFF"/>
      </a:dk2>
      <a:lt2>
        <a:srgbClr val="669999"/>
      </a:lt2>
      <a:accent1>
        <a:srgbClr val="99CCFF"/>
      </a:accent1>
      <a:accent2>
        <a:srgbClr val="9999FF"/>
      </a:accent2>
      <a:accent3>
        <a:srgbClr val="FFFFFF"/>
      </a:accent3>
      <a:accent4>
        <a:srgbClr val="000000"/>
      </a:accent4>
      <a:accent5>
        <a:srgbClr val="CAE2FF"/>
      </a:accent5>
      <a:accent6>
        <a:srgbClr val="8A8AE7"/>
      </a:accent6>
      <a:hlink>
        <a:srgbClr val="996666"/>
      </a:hlink>
      <a:folHlink>
        <a:srgbClr val="6666CC"/>
      </a:folHlink>
    </a:clrScheme>
    <a:fontScheme name="21_IARC">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1_IARC 1">
        <a:dk1>
          <a:srgbClr val="000000"/>
        </a:dk1>
        <a:lt1>
          <a:srgbClr val="FFFFFF"/>
        </a:lt1>
        <a:dk2>
          <a:srgbClr val="FFFFFF"/>
        </a:dk2>
        <a:lt2>
          <a:srgbClr val="669999"/>
        </a:lt2>
        <a:accent1>
          <a:srgbClr val="99CCFF"/>
        </a:accent1>
        <a:accent2>
          <a:srgbClr val="9999FF"/>
        </a:accent2>
        <a:accent3>
          <a:srgbClr val="FFFFFF"/>
        </a:accent3>
        <a:accent4>
          <a:srgbClr val="000000"/>
        </a:accent4>
        <a:accent5>
          <a:srgbClr val="CAE2FF"/>
        </a:accent5>
        <a:accent6>
          <a:srgbClr val="8A8AE7"/>
        </a:accent6>
        <a:hlink>
          <a:srgbClr val="996666"/>
        </a:hlink>
        <a:folHlink>
          <a:srgbClr val="6666CC"/>
        </a:folHlink>
      </a:clrScheme>
      <a:clrMap bg1="lt1" tx1="dk1" bg2="lt2" tx2="dk2" accent1="accent1" accent2="accent2" accent3="accent3" accent4="accent4" accent5="accent5" accent6="accent6" hlink="hlink" folHlink="folHlink"/>
    </a:extraClrScheme>
    <a:extraClrScheme>
      <a:clrScheme name="21_IARC 2">
        <a:dk1>
          <a:srgbClr val="000000"/>
        </a:dk1>
        <a:lt1>
          <a:srgbClr val="FFFFFF"/>
        </a:lt1>
        <a:dk2>
          <a:srgbClr val="FFFFFF"/>
        </a:dk2>
        <a:lt2>
          <a:srgbClr val="817F3F"/>
        </a:lt2>
        <a:accent1>
          <a:srgbClr val="FFCC00"/>
        </a:accent1>
        <a:accent2>
          <a:srgbClr val="CC9900"/>
        </a:accent2>
        <a:accent3>
          <a:srgbClr val="FFFFFF"/>
        </a:accent3>
        <a:accent4>
          <a:srgbClr val="000000"/>
        </a:accent4>
        <a:accent5>
          <a:srgbClr val="FFE2AA"/>
        </a:accent5>
        <a:accent6>
          <a:srgbClr val="B98A00"/>
        </a:accent6>
        <a:hlink>
          <a:srgbClr val="996666"/>
        </a:hlink>
        <a:folHlink>
          <a:srgbClr val="C94503"/>
        </a:folHlink>
      </a:clrScheme>
      <a:clrMap bg1="lt1" tx1="dk1" bg2="lt2" tx2="dk2" accent1="accent1" accent2="accent2" accent3="accent3" accent4="accent4" accent5="accent5" accent6="accent6" hlink="hlink" folHlink="folHlink"/>
    </a:extraClrScheme>
    <a:extraClrScheme>
      <a:clrScheme name="21_IARC 3">
        <a:dk1>
          <a:srgbClr val="CC6600"/>
        </a:dk1>
        <a:lt1>
          <a:srgbClr val="FFFFFF"/>
        </a:lt1>
        <a:dk2>
          <a:srgbClr val="800000"/>
        </a:dk2>
        <a:lt2>
          <a:srgbClr val="FFFFFF"/>
        </a:lt2>
        <a:accent1>
          <a:srgbClr val="FF6600"/>
        </a:accent1>
        <a:accent2>
          <a:srgbClr val="33CCCC"/>
        </a:accent2>
        <a:accent3>
          <a:srgbClr val="C0AAAA"/>
        </a:accent3>
        <a:accent4>
          <a:srgbClr val="DADADA"/>
        </a:accent4>
        <a:accent5>
          <a:srgbClr val="FFB8AA"/>
        </a:accent5>
        <a:accent6>
          <a:srgbClr val="2DB9B9"/>
        </a:accent6>
        <a:hlink>
          <a:srgbClr val="99FF33"/>
        </a:hlink>
        <a:folHlink>
          <a:srgbClr val="CC3300"/>
        </a:folHlink>
      </a:clrScheme>
      <a:clrMap bg1="dk2" tx1="lt1" bg2="dk1" tx2="lt2" accent1="accent1" accent2="accent2" accent3="accent3" accent4="accent4" accent5="accent5" accent6="accent6" hlink="hlink" folHlink="folHlink"/>
    </a:extraClrScheme>
    <a:extraClrScheme>
      <a:clrScheme name="21_IARC 4">
        <a:dk1>
          <a:srgbClr val="993300"/>
        </a:dk1>
        <a:lt1>
          <a:srgbClr val="FFFFFF"/>
        </a:lt1>
        <a:dk2>
          <a:srgbClr val="431A01"/>
        </a:dk2>
        <a:lt2>
          <a:srgbClr val="FFFFFF"/>
        </a:lt2>
        <a:accent1>
          <a:srgbClr val="FFCC00"/>
        </a:accent1>
        <a:accent2>
          <a:srgbClr val="FF9966"/>
        </a:accent2>
        <a:accent3>
          <a:srgbClr val="B0ABAA"/>
        </a:accent3>
        <a:accent4>
          <a:srgbClr val="DADADA"/>
        </a:accent4>
        <a:accent5>
          <a:srgbClr val="FFE2AA"/>
        </a:accent5>
        <a:accent6>
          <a:srgbClr val="E78A5C"/>
        </a:accent6>
        <a:hlink>
          <a:srgbClr val="FF6600"/>
        </a:hlink>
        <a:folHlink>
          <a:srgbClr val="CC3300"/>
        </a:folHlink>
      </a:clrScheme>
      <a:clrMap bg1="dk2" tx1="lt1" bg2="dk1" tx2="lt2" accent1="accent1" accent2="accent2" accent3="accent3" accent4="accent4" accent5="accent5" accent6="accent6" hlink="hlink" folHlink="folHlink"/>
    </a:extraClrScheme>
    <a:extraClrScheme>
      <a:clrScheme name="21_IARC 5">
        <a:dk1>
          <a:srgbClr val="75878B"/>
        </a:dk1>
        <a:lt1>
          <a:srgbClr val="FFFFFF"/>
        </a:lt1>
        <a:dk2>
          <a:srgbClr val="260000"/>
        </a:dk2>
        <a:lt2>
          <a:srgbClr val="FFFFFF"/>
        </a:lt2>
        <a:accent1>
          <a:srgbClr val="0099CC"/>
        </a:accent1>
        <a:accent2>
          <a:srgbClr val="FF3300"/>
        </a:accent2>
        <a:accent3>
          <a:srgbClr val="ACAAAA"/>
        </a:accent3>
        <a:accent4>
          <a:srgbClr val="DADADA"/>
        </a:accent4>
        <a:accent5>
          <a:srgbClr val="AACAE2"/>
        </a:accent5>
        <a:accent6>
          <a:srgbClr val="E72D00"/>
        </a:accent6>
        <a:hlink>
          <a:srgbClr val="FFCC00"/>
        </a:hlink>
        <a:folHlink>
          <a:srgbClr val="CC0000"/>
        </a:folHlink>
      </a:clrScheme>
      <a:clrMap bg1="dk2" tx1="lt1" bg2="dk1" tx2="lt2" accent1="accent1" accent2="accent2" accent3="accent3" accent4="accent4" accent5="accent5" accent6="accent6" hlink="hlink" folHlink="folHlink"/>
    </a:extraClrScheme>
    <a:extraClrScheme>
      <a:clrScheme name="21_IARC 6">
        <a:dk1>
          <a:srgbClr val="666699"/>
        </a:dk1>
        <a:lt1>
          <a:srgbClr val="FFFFFF"/>
        </a:lt1>
        <a:dk2>
          <a:srgbClr val="000000"/>
        </a:dk2>
        <a:lt2>
          <a:srgbClr val="FFFFFF"/>
        </a:lt2>
        <a:accent1>
          <a:srgbClr val="9966FF"/>
        </a:accent1>
        <a:accent2>
          <a:srgbClr val="99CCFF"/>
        </a:accent2>
        <a:accent3>
          <a:srgbClr val="AAAAAA"/>
        </a:accent3>
        <a:accent4>
          <a:srgbClr val="DADADA"/>
        </a:accent4>
        <a:accent5>
          <a:srgbClr val="CAB8FF"/>
        </a:accent5>
        <a:accent6>
          <a:srgbClr val="8AB9E7"/>
        </a:accent6>
        <a:hlink>
          <a:srgbClr val="FFFFCC"/>
        </a:hlink>
        <a:folHlink>
          <a:srgbClr val="6600CC"/>
        </a:folHlink>
      </a:clrScheme>
      <a:clrMap bg1="dk2" tx1="lt1" bg2="dk1" tx2="lt2" accent1="accent1" accent2="accent2" accent3="accent3" accent4="accent4" accent5="accent5" accent6="accent6" hlink="hlink" folHlink="folHlink"/>
    </a:extraClrScheme>
    <a:extraClrScheme>
      <a:clrScheme name="21_IARC 7">
        <a:dk1>
          <a:srgbClr val="666699"/>
        </a:dk1>
        <a:lt1>
          <a:srgbClr val="FFFFFF"/>
        </a:lt1>
        <a:dk2>
          <a:srgbClr val="2A2A40"/>
        </a:dk2>
        <a:lt2>
          <a:srgbClr val="FFFFFF"/>
        </a:lt2>
        <a:accent1>
          <a:srgbClr val="006699"/>
        </a:accent1>
        <a:accent2>
          <a:srgbClr val="CC9900"/>
        </a:accent2>
        <a:accent3>
          <a:srgbClr val="ACACAF"/>
        </a:accent3>
        <a:accent4>
          <a:srgbClr val="DADADA"/>
        </a:accent4>
        <a:accent5>
          <a:srgbClr val="AAB8CA"/>
        </a:accent5>
        <a:accent6>
          <a:srgbClr val="B98A00"/>
        </a:accent6>
        <a:hlink>
          <a:srgbClr val="CC6600"/>
        </a:hlink>
        <a:folHlink>
          <a:srgbClr val="6C948A"/>
        </a:folHlink>
      </a:clrScheme>
      <a:clrMap bg1="dk2" tx1="lt1" bg2="dk1" tx2="lt2" accent1="accent1" accent2="accent2" accent3="accent3" accent4="accent4" accent5="accent5" accent6="accent6" hlink="hlink" folHlink="folHlink"/>
    </a:extraClrScheme>
    <a:extraClrScheme>
      <a:clrScheme name="21_IARC 8">
        <a:dk1>
          <a:srgbClr val="BECBD8"/>
        </a:dk1>
        <a:lt1>
          <a:srgbClr val="FFFFFF"/>
        </a:lt1>
        <a:dk2>
          <a:srgbClr val="2B335B"/>
        </a:dk2>
        <a:lt2>
          <a:srgbClr val="FFFFFF"/>
        </a:lt2>
        <a:accent1>
          <a:srgbClr val="0099CC"/>
        </a:accent1>
        <a:accent2>
          <a:srgbClr val="B5DBE3"/>
        </a:accent2>
        <a:accent3>
          <a:srgbClr val="ACADB5"/>
        </a:accent3>
        <a:accent4>
          <a:srgbClr val="DADADA"/>
        </a:accent4>
        <a:accent5>
          <a:srgbClr val="AACAE2"/>
        </a:accent5>
        <a:accent6>
          <a:srgbClr val="A4C6CE"/>
        </a:accent6>
        <a:hlink>
          <a:srgbClr val="FFCC00"/>
        </a:hlink>
        <a:folHlink>
          <a:srgbClr val="58648C"/>
        </a:folHlink>
      </a:clrScheme>
      <a:clrMap bg1="dk2" tx1="lt1" bg2="dk1" tx2="lt2" accent1="accent1" accent2="accent2" accent3="accent3" accent4="accent4" accent5="accent5" accent6="accent6" hlink="hlink" folHlink="folHlink"/>
    </a:extraClrScheme>
    <a:extraClrScheme>
      <a:clrScheme name="21_IARC 9">
        <a:dk1>
          <a:srgbClr val="3333FF"/>
        </a:dk1>
        <a:lt1>
          <a:srgbClr val="FFFFFF"/>
        </a:lt1>
        <a:dk2>
          <a:srgbClr val="000099"/>
        </a:dk2>
        <a:lt2>
          <a:srgbClr val="FFFFFF"/>
        </a:lt2>
        <a:accent1>
          <a:srgbClr val="339966"/>
        </a:accent1>
        <a:accent2>
          <a:srgbClr val="9999FF"/>
        </a:accent2>
        <a:accent3>
          <a:srgbClr val="AAAACA"/>
        </a:accent3>
        <a:accent4>
          <a:srgbClr val="DADADA"/>
        </a:accent4>
        <a:accent5>
          <a:srgbClr val="ADCAB8"/>
        </a:accent5>
        <a:accent6>
          <a:srgbClr val="8A8AE7"/>
        </a:accent6>
        <a:hlink>
          <a:srgbClr val="FFFF99"/>
        </a:hlink>
        <a:folHlink>
          <a:srgbClr val="17A0D1"/>
        </a:folHlink>
      </a:clrScheme>
      <a:clrMap bg1="dk2" tx1="lt1" bg2="dk1" tx2="lt2" accent1="accent1" accent2="accent2" accent3="accent3" accent4="accent4" accent5="accent5" accent6="accent6" hlink="hlink" folHlink="folHlink"/>
    </a:extraClrScheme>
    <a:extraClrScheme>
      <a:clrScheme name="21_IARC 10">
        <a:dk1>
          <a:srgbClr val="808000"/>
        </a:dk1>
        <a:lt1>
          <a:srgbClr val="FFFFFF"/>
        </a:lt1>
        <a:dk2>
          <a:srgbClr val="354418"/>
        </a:dk2>
        <a:lt2>
          <a:srgbClr val="FFFFFF"/>
        </a:lt2>
        <a:accent1>
          <a:srgbClr val="60897C"/>
        </a:accent1>
        <a:accent2>
          <a:srgbClr val="99CC00"/>
        </a:accent2>
        <a:accent3>
          <a:srgbClr val="AEB0AB"/>
        </a:accent3>
        <a:accent4>
          <a:srgbClr val="DADADA"/>
        </a:accent4>
        <a:accent5>
          <a:srgbClr val="B6C4BF"/>
        </a:accent5>
        <a:accent6>
          <a:srgbClr val="8AB900"/>
        </a:accent6>
        <a:hlink>
          <a:srgbClr val="CCCC00"/>
        </a:hlink>
        <a:folHlink>
          <a:srgbClr val="66990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Stream</Template>
  <TotalTime>23432</TotalTime>
  <Words>2636</Words>
  <Application>Microsoft Office PowerPoint</Application>
  <PresentationFormat>On-screen Show (4:3)</PresentationFormat>
  <Paragraphs>518</Paragraphs>
  <Slides>45</Slides>
  <Notes>27</Notes>
  <HiddenSlides>0</HiddenSlides>
  <MMClips>0</MMClips>
  <ScaleCrop>false</ScaleCrop>
  <HeadingPairs>
    <vt:vector size="6" baseType="variant">
      <vt:variant>
        <vt:lpstr>Theme</vt:lpstr>
      </vt:variant>
      <vt:variant>
        <vt:i4>5</vt:i4>
      </vt:variant>
      <vt:variant>
        <vt:lpstr>Embedded OLE Servers</vt:lpstr>
      </vt:variant>
      <vt:variant>
        <vt:i4>2</vt:i4>
      </vt:variant>
      <vt:variant>
        <vt:lpstr>Slide Titles</vt:lpstr>
      </vt:variant>
      <vt:variant>
        <vt:i4>45</vt:i4>
      </vt:variant>
    </vt:vector>
  </HeadingPairs>
  <TitlesOfParts>
    <vt:vector size="52" baseType="lpstr">
      <vt:lpstr>IARCSlideTemplateEn2011</vt:lpstr>
      <vt:lpstr>1_IARC</vt:lpstr>
      <vt:lpstr>20_IARC</vt:lpstr>
      <vt:lpstr>21_IARC</vt:lpstr>
      <vt:lpstr>Default Design</vt:lpstr>
      <vt:lpstr>Acrobat Document</vt:lpstr>
      <vt:lpstr>Visio</vt:lpstr>
      <vt:lpstr>PowerPoint Presentation</vt:lpstr>
      <vt:lpstr>A common methodological for measuring  &amp; monitoring accurately diet across Europe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EPIC-Soft: Final Quality Controls</vt:lpstr>
      <vt:lpstr>PowerPoint Presentation</vt:lpstr>
      <vt:lpstr>PowerPoint Presentation</vt:lpstr>
      <vt:lpstr>PowerPoint Presentation</vt:lpstr>
      <vt:lpstr>PowerPoint Presentation</vt:lpstr>
      <vt:lpstr>e-SMP: Rationale</vt:lpstr>
      <vt:lpstr>PowerPoint Presentation</vt:lpstr>
      <vt:lpstr>PowerPoint Presentation</vt:lpstr>
      <vt:lpstr>PowerPoint Presentation</vt:lpstr>
      <vt:lpstr>PowerPoint Presentation</vt:lpstr>
      <vt:lpstr>PowerPoint Presentation</vt:lpstr>
      <vt:lpstr>PowerPoint Presentation</vt:lpstr>
      <vt:lpstr>e-SMP: Collaborative framework</vt:lpstr>
      <vt:lpstr>PowerPoint Presentation</vt:lpstr>
      <vt:lpstr>e-SMP: Communication </vt:lpstr>
      <vt:lpstr>PowerPoint Presentation</vt:lpstr>
      <vt:lpstr>PowerPoint Presentation</vt:lpstr>
      <vt:lpstr>e-SMP: A user-friendly interface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Acknowledgements </vt:lpstr>
    </vt:vector>
  </TitlesOfParts>
  <Company>IARC/WHO</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e-SMP</dc:title>
  <dc:creator>lemoineg</dc:creator>
  <cp:lastModifiedBy>Nadia Slimani</cp:lastModifiedBy>
  <cp:revision>193</cp:revision>
  <dcterms:created xsi:type="dcterms:W3CDTF">2012-08-13T10:09:33Z</dcterms:created>
  <dcterms:modified xsi:type="dcterms:W3CDTF">2013-02-15T17:51:33Z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Google.Documents.DocumentId">
    <vt:lpwstr>1XHxcT1JlyjqUUSTg0O-IMdadCBSbCvH67E4qs8y85GI</vt:lpwstr>
  </property>
  <property fmtid="{D5CDD505-2E9C-101B-9397-08002B2CF9AE}" pid="3" name="Google.Documents.RevisionId">
    <vt:lpwstr>13690641704713899869</vt:lpwstr>
  </property>
  <property fmtid="{D5CDD505-2E9C-101B-9397-08002B2CF9AE}" pid="4" name="Google.Documents.PreviousRevisionId">
    <vt:lpwstr>14277006991472860424</vt:lpwstr>
  </property>
  <property fmtid="{D5CDD505-2E9C-101B-9397-08002B2CF9AE}" pid="5" name="Google.Documents.PluginVersion">
    <vt:lpwstr>2.0.2662.553</vt:lpwstr>
  </property>
  <property fmtid="{D5CDD505-2E9C-101B-9397-08002B2CF9AE}" pid="6" name="Google.Documents.MergeIncapabilityFlags">
    <vt:i4>0</vt:i4>
  </property>
  <property fmtid="{D5CDD505-2E9C-101B-9397-08002B2CF9AE}" pid="7" name="Google.Documents.Tracking">
    <vt:lpwstr>true</vt:lpwstr>
  </property>
</Properties>
</file>