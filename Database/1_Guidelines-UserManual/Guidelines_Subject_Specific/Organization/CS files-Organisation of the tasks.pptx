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00FF"/>
    <a:srgbClr val="008000"/>
    <a:srgbClr val="FF99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242" autoAdjust="0"/>
  </p:normalViewPr>
  <p:slideViewPr>
    <p:cSldViewPr>
      <p:cViewPr>
        <p:scale>
          <a:sx n="70" d="100"/>
          <a:sy n="70" d="100"/>
        </p:scale>
        <p:origin x="-852" y="-6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4CD7B8-C4BF-4EEC-9616-7DB9508ABC41}" type="datetimeFigureOut">
              <a:rPr lang="en-GB" smtClean="0"/>
              <a:t>10/10/2014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7D0D30-4BC7-4945-A2CF-141267A92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5535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7D0D30-4BC7-4945-A2CF-141267A9245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6952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630CC-82EA-4321-AF9F-05BE6E77D364}" type="datetimeFigureOut">
              <a:rPr lang="en-GB" smtClean="0"/>
              <a:t>10/10/2014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3604-A0F0-4187-8EEF-363BCF1D9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11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630CC-82EA-4321-AF9F-05BE6E77D364}" type="datetimeFigureOut">
              <a:rPr lang="en-GB" smtClean="0"/>
              <a:t>10/10/2014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3604-A0F0-4187-8EEF-363BCF1D9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342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630CC-82EA-4321-AF9F-05BE6E77D364}" type="datetimeFigureOut">
              <a:rPr lang="en-GB" smtClean="0"/>
              <a:t>10/10/2014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3604-A0F0-4187-8EEF-363BCF1D9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26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630CC-82EA-4321-AF9F-05BE6E77D364}" type="datetimeFigureOut">
              <a:rPr lang="en-GB" smtClean="0"/>
              <a:t>10/10/2014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3604-A0F0-4187-8EEF-363BCF1D9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646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630CC-82EA-4321-AF9F-05BE6E77D364}" type="datetimeFigureOut">
              <a:rPr lang="en-GB" smtClean="0"/>
              <a:t>10/10/2014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3604-A0F0-4187-8EEF-363BCF1D9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5683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630CC-82EA-4321-AF9F-05BE6E77D364}" type="datetimeFigureOut">
              <a:rPr lang="en-GB" smtClean="0"/>
              <a:t>10/10/2014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3604-A0F0-4187-8EEF-363BCF1D9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5383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630CC-82EA-4321-AF9F-05BE6E77D364}" type="datetimeFigureOut">
              <a:rPr lang="en-GB" smtClean="0"/>
              <a:t>10/10/2014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3604-A0F0-4187-8EEF-363BCF1D9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042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630CC-82EA-4321-AF9F-05BE6E77D364}" type="datetimeFigureOut">
              <a:rPr lang="en-GB" smtClean="0"/>
              <a:t>10/10/2014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3604-A0F0-4187-8EEF-363BCF1D9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3781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630CC-82EA-4321-AF9F-05BE6E77D364}" type="datetimeFigureOut">
              <a:rPr lang="en-GB" smtClean="0"/>
              <a:t>10/10/2014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3604-A0F0-4187-8EEF-363BCF1D9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216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630CC-82EA-4321-AF9F-05BE6E77D364}" type="datetimeFigureOut">
              <a:rPr lang="en-GB" smtClean="0"/>
              <a:t>10/10/2014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3604-A0F0-4187-8EEF-363BCF1D9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376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630CC-82EA-4321-AF9F-05BE6E77D364}" type="datetimeFigureOut">
              <a:rPr lang="en-GB" smtClean="0"/>
              <a:t>10/10/2014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03604-A0F0-4187-8EEF-363BCF1D9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292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630CC-82EA-4321-AF9F-05BE6E77D364}" type="datetimeFigureOut">
              <a:rPr lang="en-GB" smtClean="0"/>
              <a:t>10/10/2014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03604-A0F0-4187-8EEF-363BCF1D9C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66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130"/>
          <p:cNvGrpSpPr/>
          <p:nvPr/>
        </p:nvGrpSpPr>
        <p:grpSpPr>
          <a:xfrm>
            <a:off x="683568" y="282969"/>
            <a:ext cx="504056" cy="510699"/>
            <a:chOff x="683568" y="282969"/>
            <a:chExt cx="504056" cy="510699"/>
          </a:xfrm>
        </p:grpSpPr>
        <p:sp>
          <p:nvSpPr>
            <p:cNvPr id="28" name="Flowchart: Connector 27"/>
            <p:cNvSpPr/>
            <p:nvPr/>
          </p:nvSpPr>
          <p:spPr>
            <a:xfrm>
              <a:off x="683568" y="282969"/>
              <a:ext cx="504056" cy="510699"/>
            </a:xfrm>
            <a:prstGeom prst="flowChartConnector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FF0000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84753" y="3536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smtClean="0">
                  <a:solidFill>
                    <a:srgbClr val="FF0000"/>
                  </a:solidFill>
                </a:rPr>
                <a:t>1</a:t>
              </a:r>
              <a:endParaRPr lang="en-GB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683568" y="1324538"/>
            <a:ext cx="504056" cy="510699"/>
            <a:chOff x="539552" y="1838181"/>
            <a:chExt cx="504056" cy="510699"/>
          </a:xfrm>
        </p:grpSpPr>
        <p:sp>
          <p:nvSpPr>
            <p:cNvPr id="30" name="Flowchart: Connector 29"/>
            <p:cNvSpPr/>
            <p:nvPr/>
          </p:nvSpPr>
          <p:spPr>
            <a:xfrm>
              <a:off x="539552" y="1838181"/>
              <a:ext cx="504056" cy="510699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40737" y="190886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smtClean="0"/>
                <a:t>2</a:t>
              </a:r>
              <a:endParaRPr lang="en-GB" b="1" dirty="0"/>
            </a:p>
          </p:txBody>
        </p:sp>
      </p:grpSp>
      <p:sp>
        <p:nvSpPr>
          <p:cNvPr id="32" name="Flowchart: Connector 31"/>
          <p:cNvSpPr/>
          <p:nvPr/>
        </p:nvSpPr>
        <p:spPr>
          <a:xfrm>
            <a:off x="683568" y="2501284"/>
            <a:ext cx="504056" cy="510699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4753" y="25719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1</a:t>
            </a:r>
            <a:endParaRPr lang="en-GB" b="1" dirty="0">
              <a:solidFill>
                <a:srgbClr val="FF0000"/>
              </a:solidFill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683568" y="3659816"/>
            <a:ext cx="504056" cy="510699"/>
            <a:chOff x="598702" y="3497847"/>
            <a:chExt cx="504056" cy="510699"/>
          </a:xfrm>
        </p:grpSpPr>
        <p:sp>
          <p:nvSpPr>
            <p:cNvPr id="34" name="Flowchart: Connector 33"/>
            <p:cNvSpPr/>
            <p:nvPr/>
          </p:nvSpPr>
          <p:spPr>
            <a:xfrm>
              <a:off x="598702" y="3497847"/>
              <a:ext cx="504056" cy="510699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99887" y="356853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smtClean="0"/>
                <a:t>3</a:t>
              </a:r>
              <a:endParaRPr lang="en-GB" b="1" dirty="0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683568" y="4855486"/>
            <a:ext cx="504056" cy="510699"/>
            <a:chOff x="577532" y="4326686"/>
            <a:chExt cx="504056" cy="510699"/>
          </a:xfrm>
        </p:grpSpPr>
        <p:sp>
          <p:nvSpPr>
            <p:cNvPr id="36" name="Flowchart: Connector 35"/>
            <p:cNvSpPr/>
            <p:nvPr/>
          </p:nvSpPr>
          <p:spPr>
            <a:xfrm>
              <a:off x="577532" y="4326686"/>
              <a:ext cx="504056" cy="510699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78717" y="439736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4</a:t>
              </a:r>
              <a:endParaRPr lang="en-GB" b="1" dirty="0" smtClean="0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83568" y="5988159"/>
            <a:ext cx="504056" cy="510699"/>
            <a:chOff x="571819" y="5118775"/>
            <a:chExt cx="504056" cy="510699"/>
          </a:xfrm>
        </p:grpSpPr>
        <p:sp>
          <p:nvSpPr>
            <p:cNvPr id="38" name="Flowchart: Connector 37"/>
            <p:cNvSpPr/>
            <p:nvPr/>
          </p:nvSpPr>
          <p:spPr>
            <a:xfrm>
              <a:off x="571819" y="5118775"/>
              <a:ext cx="504056" cy="510699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73004" y="518945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5</a:t>
              </a:r>
              <a:endParaRPr lang="en-GB" b="1" dirty="0" smtClean="0"/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1682679" y="91462"/>
            <a:ext cx="1368152" cy="893713"/>
            <a:chOff x="2267744" y="116632"/>
            <a:chExt cx="1368152" cy="893713"/>
          </a:xfrm>
        </p:grpSpPr>
        <p:sp>
          <p:nvSpPr>
            <p:cNvPr id="8" name="TextBox 7"/>
            <p:cNvSpPr txBox="1"/>
            <p:nvPr/>
          </p:nvSpPr>
          <p:spPr>
            <a:xfrm>
              <a:off x="2385844" y="378822"/>
              <a:ext cx="11319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33CC"/>
                  </a:solidFill>
                </a:rPr>
                <a:t>FDCLASS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2267744" y="116632"/>
              <a:ext cx="1368152" cy="893713"/>
            </a:xfrm>
            <a:prstGeom prst="roundRect">
              <a:avLst/>
            </a:prstGeom>
            <a:noFill/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6372200" y="61845"/>
            <a:ext cx="1368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solidFill>
                  <a:srgbClr val="0033CC"/>
                </a:solidFill>
              </a:rPr>
              <a:t>PHOTOS HHM </a:t>
            </a:r>
          </a:p>
          <a:p>
            <a:pPr algn="ctr"/>
            <a:r>
              <a:rPr lang="en-GB" dirty="0" smtClean="0">
                <a:solidFill>
                  <a:srgbClr val="0033CC"/>
                </a:solidFill>
              </a:rPr>
              <a:t>SHAPES</a:t>
            </a:r>
          </a:p>
          <a:p>
            <a:pPr algn="ctr"/>
            <a:r>
              <a:rPr lang="en-GB" dirty="0" smtClean="0">
                <a:solidFill>
                  <a:srgbClr val="0033CC"/>
                </a:solidFill>
              </a:rPr>
              <a:t>THICKNESS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72200" y="76654"/>
            <a:ext cx="1368152" cy="1120098"/>
          </a:xfrm>
          <a:prstGeom prst="round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18" name="Group 117"/>
          <p:cNvGrpSpPr/>
          <p:nvPr/>
        </p:nvGrpSpPr>
        <p:grpSpPr>
          <a:xfrm>
            <a:off x="3995936" y="69250"/>
            <a:ext cx="1440160" cy="893713"/>
            <a:chOff x="3995936" y="69250"/>
            <a:chExt cx="1440160" cy="893713"/>
          </a:xfrm>
        </p:grpSpPr>
        <p:sp>
          <p:nvSpPr>
            <p:cNvPr id="10" name="TextBox 9"/>
            <p:cNvSpPr txBox="1"/>
            <p:nvPr/>
          </p:nvSpPr>
          <p:spPr>
            <a:xfrm>
              <a:off x="3995936" y="331440"/>
              <a:ext cx="1440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33CC"/>
                  </a:solidFill>
                </a:rPr>
                <a:t>FADECODE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4031940" y="69250"/>
              <a:ext cx="1368152" cy="893713"/>
            </a:xfrm>
            <a:prstGeom prst="roundRect">
              <a:avLst/>
            </a:prstGeom>
            <a:noFill/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3862316" y="1193216"/>
            <a:ext cx="1573780" cy="893713"/>
            <a:chOff x="3862316" y="1193215"/>
            <a:chExt cx="1573780" cy="893713"/>
          </a:xfrm>
        </p:grpSpPr>
        <p:sp>
          <p:nvSpPr>
            <p:cNvPr id="12" name="TextBox 11"/>
            <p:cNvSpPr txBox="1"/>
            <p:nvPr/>
          </p:nvSpPr>
          <p:spPr>
            <a:xfrm>
              <a:off x="3862316" y="1455405"/>
              <a:ext cx="15737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33CC"/>
                  </a:solidFill>
                </a:rPr>
                <a:t>FDQMDETAIL</a:t>
              </a:r>
              <a:endParaRPr lang="en-GB" dirty="0">
                <a:solidFill>
                  <a:srgbClr val="0033CC"/>
                </a:solidFill>
              </a:endParaRP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3965130" y="1193215"/>
              <a:ext cx="1368152" cy="893713"/>
            </a:xfrm>
            <a:prstGeom prst="roundRect">
              <a:avLst/>
            </a:prstGeom>
            <a:noFill/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3995936" y="2294968"/>
            <a:ext cx="1368152" cy="923330"/>
            <a:chOff x="3995936" y="2294968"/>
            <a:chExt cx="1368152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043191" y="2294968"/>
              <a:ext cx="127364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 smtClean="0">
                  <a:solidFill>
                    <a:srgbClr val="008000"/>
                  </a:solidFill>
                </a:rPr>
                <a:t>FDLIST</a:t>
              </a:r>
            </a:p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SHADOW</a:t>
              </a:r>
            </a:p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BRAND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3995936" y="2309777"/>
              <a:ext cx="1368152" cy="893713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1691680" y="3468309"/>
            <a:ext cx="1368152" cy="893713"/>
            <a:chOff x="2555777" y="3753196"/>
            <a:chExt cx="1368152" cy="893713"/>
          </a:xfrm>
        </p:grpSpPr>
        <p:sp>
          <p:nvSpPr>
            <p:cNvPr id="15" name="TextBox 14"/>
            <p:cNvSpPr txBox="1"/>
            <p:nvPr/>
          </p:nvSpPr>
          <p:spPr>
            <a:xfrm>
              <a:off x="2699793" y="4015386"/>
              <a:ext cx="1080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FDFACET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2555777" y="3753196"/>
              <a:ext cx="1368152" cy="893713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3995936" y="3472069"/>
            <a:ext cx="1440160" cy="923330"/>
            <a:chOff x="5143020" y="3712830"/>
            <a:chExt cx="1440160" cy="923330"/>
          </a:xfrm>
        </p:grpSpPr>
        <p:sp>
          <p:nvSpPr>
            <p:cNvPr id="17" name="TextBox 16"/>
            <p:cNvSpPr txBox="1"/>
            <p:nvPr/>
          </p:nvSpPr>
          <p:spPr>
            <a:xfrm>
              <a:off x="5143020" y="3712830"/>
              <a:ext cx="144016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FDPROBING PCTFSS PCTFATLEFT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5179024" y="3727639"/>
              <a:ext cx="1368152" cy="893713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6372200" y="3472069"/>
            <a:ext cx="1368152" cy="893713"/>
            <a:chOff x="7092280" y="3645024"/>
            <a:chExt cx="1368152" cy="893713"/>
          </a:xfrm>
        </p:grpSpPr>
        <p:sp>
          <p:nvSpPr>
            <p:cNvPr id="19" name="TextBox 18"/>
            <p:cNvSpPr txBox="1"/>
            <p:nvPr/>
          </p:nvSpPr>
          <p:spPr>
            <a:xfrm>
              <a:off x="7092280" y="3907214"/>
              <a:ext cx="1368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FDQUANT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092280" y="3645024"/>
              <a:ext cx="1368152" cy="893713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995936" y="5796652"/>
            <a:ext cx="1368152" cy="893713"/>
            <a:chOff x="4788024" y="5964287"/>
            <a:chExt cx="1368152" cy="893713"/>
          </a:xfrm>
        </p:grpSpPr>
        <p:sp>
          <p:nvSpPr>
            <p:cNvPr id="25" name="TextBox 24"/>
            <p:cNvSpPr txBox="1"/>
            <p:nvPr/>
          </p:nvSpPr>
          <p:spPr>
            <a:xfrm>
              <a:off x="5027406" y="6087978"/>
              <a:ext cx="88938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FDSTD</a:t>
              </a:r>
            </a:p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FDMAX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4788024" y="5964287"/>
              <a:ext cx="1368152" cy="893713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3995936" y="4649170"/>
            <a:ext cx="1368152" cy="893713"/>
            <a:chOff x="4001678" y="4941168"/>
            <a:chExt cx="1368152" cy="893713"/>
          </a:xfrm>
        </p:grpSpPr>
        <p:sp>
          <p:nvSpPr>
            <p:cNvPr id="23" name="TextBox 22"/>
            <p:cNvSpPr txBox="1"/>
            <p:nvPr/>
          </p:nvSpPr>
          <p:spPr>
            <a:xfrm>
              <a:off x="4192407" y="5064859"/>
              <a:ext cx="9866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PCTFAT</a:t>
              </a:r>
            </a:p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FDTABLE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4001678" y="4941168"/>
              <a:ext cx="1368152" cy="893713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1691680" y="4649170"/>
            <a:ext cx="1368153" cy="923330"/>
            <a:chOff x="2411761" y="4941168"/>
            <a:chExt cx="1368153" cy="923330"/>
          </a:xfrm>
        </p:grpSpPr>
        <p:sp>
          <p:nvSpPr>
            <p:cNvPr id="21" name="TextBox 20"/>
            <p:cNvSpPr txBox="1"/>
            <p:nvPr/>
          </p:nvSpPr>
          <p:spPr>
            <a:xfrm>
              <a:off x="2411762" y="4941168"/>
              <a:ext cx="136815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DENSITY</a:t>
              </a:r>
            </a:p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RAWCOOK EDIB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2411761" y="4955977"/>
              <a:ext cx="1368152" cy="893713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71" name="Straight Arrow Connector 70"/>
          <p:cNvCxnSpPr>
            <a:stCxn id="50" idx="1"/>
            <a:endCxn id="51" idx="0"/>
          </p:cNvCxnSpPr>
          <p:nvPr/>
        </p:nvCxnSpPr>
        <p:spPr>
          <a:xfrm flipH="1">
            <a:off x="2375756" y="2756634"/>
            <a:ext cx="1620180" cy="71167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50" idx="3"/>
            <a:endCxn id="53" idx="0"/>
          </p:cNvCxnSpPr>
          <p:nvPr/>
        </p:nvCxnSpPr>
        <p:spPr>
          <a:xfrm>
            <a:off x="5364088" y="2756634"/>
            <a:ext cx="1692188" cy="71543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2087724" y="4362022"/>
            <a:ext cx="0" cy="30195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51" idx="2"/>
            <a:endCxn id="55" idx="1"/>
          </p:cNvCxnSpPr>
          <p:nvPr/>
        </p:nvCxnSpPr>
        <p:spPr>
          <a:xfrm>
            <a:off x="2375756" y="4362022"/>
            <a:ext cx="1620180" cy="73400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1" idx="2"/>
            <a:endCxn id="54" idx="1"/>
          </p:cNvCxnSpPr>
          <p:nvPr/>
        </p:nvCxnSpPr>
        <p:spPr>
          <a:xfrm>
            <a:off x="2375757" y="5572500"/>
            <a:ext cx="1620179" cy="671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53" idx="2"/>
            <a:endCxn id="54" idx="3"/>
          </p:cNvCxnSpPr>
          <p:nvPr/>
        </p:nvCxnSpPr>
        <p:spPr>
          <a:xfrm flipH="1">
            <a:off x="5364088" y="4365782"/>
            <a:ext cx="1692188" cy="187772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-108520" y="-116632"/>
            <a:ext cx="696024" cy="6858000"/>
          </a:xfrm>
          <a:prstGeom prst="rect">
            <a:avLst/>
          </a:prstGeom>
          <a:noFill/>
          <a:ln>
            <a:noFill/>
          </a:ln>
        </p:spPr>
        <p:txBody>
          <a:bodyPr vert="wordArtVert" wrap="square" rtlCol="0">
            <a:spAutoFit/>
          </a:bodyPr>
          <a:lstStyle/>
          <a:p>
            <a:pPr algn="ctr"/>
            <a:r>
              <a:rPr lang="en-GB" sz="2800" b="1" dirty="0" smtClean="0">
                <a:solidFill>
                  <a:srgbClr val="FF0000"/>
                </a:solidFill>
              </a:rPr>
              <a:t>FOODS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403820" y="1554641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solidFill>
                  <a:srgbClr val="0033CC"/>
                </a:solidFill>
              </a:rPr>
              <a:t>SETTING</a:t>
            </a:r>
            <a:endParaRPr lang="en-GB" dirty="0">
              <a:solidFill>
                <a:srgbClr val="0033CC"/>
              </a:solidFill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6511832" y="1391685"/>
            <a:ext cx="1152128" cy="695244"/>
          </a:xfrm>
          <a:prstGeom prst="round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1" name="Straight Arrow Connector 100"/>
          <p:cNvCxnSpPr>
            <a:endCxn id="102" idx="1"/>
          </p:cNvCxnSpPr>
          <p:nvPr/>
        </p:nvCxnSpPr>
        <p:spPr>
          <a:xfrm>
            <a:off x="5796136" y="6566674"/>
            <a:ext cx="640739" cy="4256"/>
          </a:xfrm>
          <a:prstGeom prst="straightConnector1">
            <a:avLst/>
          </a:prstGeom>
          <a:ln w="1016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436875" y="6309320"/>
            <a:ext cx="2675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>
                <a:solidFill>
                  <a:srgbClr val="0000FF"/>
                </a:solidFill>
              </a:rPr>
              <a:t>FOOD DATABASE</a:t>
            </a:r>
            <a:endParaRPr lang="en-GB" sz="2800" b="1" dirty="0">
              <a:solidFill>
                <a:srgbClr val="0000FF"/>
              </a:solidFill>
            </a:endParaRPr>
          </a:p>
        </p:txBody>
      </p:sp>
      <p:cxnSp>
        <p:nvCxnSpPr>
          <p:cNvPr id="111" name="Straight Arrow Connector 110"/>
          <p:cNvCxnSpPr/>
          <p:nvPr/>
        </p:nvCxnSpPr>
        <p:spPr>
          <a:xfrm>
            <a:off x="4644008" y="3203490"/>
            <a:ext cx="0" cy="30195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" name="Group 118"/>
          <p:cNvGrpSpPr/>
          <p:nvPr/>
        </p:nvGrpSpPr>
        <p:grpSpPr>
          <a:xfrm>
            <a:off x="1547664" y="1193216"/>
            <a:ext cx="1638182" cy="893713"/>
            <a:chOff x="1547664" y="1193216"/>
            <a:chExt cx="1638182" cy="893713"/>
          </a:xfrm>
        </p:grpSpPr>
        <p:sp>
          <p:nvSpPr>
            <p:cNvPr id="116" name="TextBox 115"/>
            <p:cNvSpPr txBox="1"/>
            <p:nvPr/>
          </p:nvSpPr>
          <p:spPr>
            <a:xfrm>
              <a:off x="1547664" y="1316907"/>
              <a:ext cx="16381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33CC"/>
                  </a:solidFill>
                </a:rPr>
                <a:t>FADEBYGROUP FACETRUL</a:t>
              </a:r>
              <a:endParaRPr lang="en-GB" dirty="0">
                <a:solidFill>
                  <a:srgbClr val="0033CC"/>
                </a:solidFill>
              </a:endParaRPr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1619672" y="1193216"/>
              <a:ext cx="1494166" cy="893713"/>
            </a:xfrm>
            <a:prstGeom prst="roundRect">
              <a:avLst/>
            </a:prstGeom>
            <a:noFill/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20" name="Straight Arrow Connector 119"/>
          <p:cNvCxnSpPr>
            <a:stCxn id="46" idx="2"/>
            <a:endCxn id="117" idx="0"/>
          </p:cNvCxnSpPr>
          <p:nvPr/>
        </p:nvCxnSpPr>
        <p:spPr>
          <a:xfrm>
            <a:off x="2366755" y="985175"/>
            <a:ext cx="0" cy="208041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>
            <a:stCxn id="48" idx="1"/>
          </p:cNvCxnSpPr>
          <p:nvPr/>
        </p:nvCxnSpPr>
        <p:spPr>
          <a:xfrm flipH="1">
            <a:off x="3050831" y="516107"/>
            <a:ext cx="981109" cy="6771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>
            <a:stCxn id="47" idx="1"/>
          </p:cNvCxnSpPr>
          <p:nvPr/>
        </p:nvCxnSpPr>
        <p:spPr>
          <a:xfrm flipH="1">
            <a:off x="5305582" y="636703"/>
            <a:ext cx="1066618" cy="66481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274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/>
          <p:cNvGrpSpPr/>
          <p:nvPr/>
        </p:nvGrpSpPr>
        <p:grpSpPr>
          <a:xfrm>
            <a:off x="675652" y="608548"/>
            <a:ext cx="504056" cy="510699"/>
            <a:chOff x="675652" y="608548"/>
            <a:chExt cx="504056" cy="510699"/>
          </a:xfrm>
        </p:grpSpPr>
        <p:sp>
          <p:nvSpPr>
            <p:cNvPr id="28" name="Flowchart: Connector 27"/>
            <p:cNvSpPr/>
            <p:nvPr/>
          </p:nvSpPr>
          <p:spPr>
            <a:xfrm>
              <a:off x="675652" y="608548"/>
              <a:ext cx="504056" cy="510699"/>
            </a:xfrm>
            <a:prstGeom prst="flowChartConnector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FF0000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76837" y="6792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smtClean="0">
                  <a:solidFill>
                    <a:srgbClr val="FF0000"/>
                  </a:solidFill>
                </a:rPr>
                <a:t>1</a:t>
              </a:r>
              <a:endParaRPr lang="en-GB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675652" y="1811851"/>
            <a:ext cx="504056" cy="510699"/>
            <a:chOff x="539552" y="1838181"/>
            <a:chExt cx="504056" cy="510699"/>
          </a:xfrm>
        </p:grpSpPr>
        <p:sp>
          <p:nvSpPr>
            <p:cNvPr id="30" name="Flowchart: Connector 29"/>
            <p:cNvSpPr/>
            <p:nvPr/>
          </p:nvSpPr>
          <p:spPr>
            <a:xfrm>
              <a:off x="539552" y="1838181"/>
              <a:ext cx="504056" cy="510699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40737" y="190886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smtClean="0"/>
                <a:t>6</a:t>
              </a:r>
              <a:endParaRPr lang="en-GB" b="1" dirty="0"/>
            </a:p>
          </p:txBody>
        </p:sp>
      </p:grpSp>
      <p:grpSp>
        <p:nvGrpSpPr>
          <p:cNvPr id="126" name="Group 125"/>
          <p:cNvGrpSpPr/>
          <p:nvPr/>
        </p:nvGrpSpPr>
        <p:grpSpPr>
          <a:xfrm>
            <a:off x="675652" y="3029963"/>
            <a:ext cx="504056" cy="510699"/>
            <a:chOff x="675652" y="3029963"/>
            <a:chExt cx="504056" cy="510699"/>
          </a:xfrm>
        </p:grpSpPr>
        <p:sp>
          <p:nvSpPr>
            <p:cNvPr id="32" name="Flowchart: Connector 31"/>
            <p:cNvSpPr/>
            <p:nvPr/>
          </p:nvSpPr>
          <p:spPr>
            <a:xfrm>
              <a:off x="675652" y="3029963"/>
              <a:ext cx="504056" cy="510699"/>
            </a:xfrm>
            <a:prstGeom prst="flowChartConnector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FF0000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76837" y="310064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1</a:t>
              </a:r>
              <a:endParaRPr lang="en-GB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683568" y="4248074"/>
            <a:ext cx="504056" cy="510699"/>
            <a:chOff x="683568" y="4248074"/>
            <a:chExt cx="504056" cy="510699"/>
          </a:xfrm>
        </p:grpSpPr>
        <p:sp>
          <p:nvSpPr>
            <p:cNvPr id="34" name="Flowchart: Connector 33"/>
            <p:cNvSpPr/>
            <p:nvPr/>
          </p:nvSpPr>
          <p:spPr>
            <a:xfrm>
              <a:off x="683568" y="4248074"/>
              <a:ext cx="504056" cy="510699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84753" y="431875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7</a:t>
              </a:r>
              <a:endParaRPr lang="en-GB" b="1" dirty="0"/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1403648" y="417041"/>
            <a:ext cx="1368152" cy="893713"/>
            <a:chOff x="2267744" y="116632"/>
            <a:chExt cx="1368152" cy="893713"/>
          </a:xfrm>
        </p:grpSpPr>
        <p:sp>
          <p:nvSpPr>
            <p:cNvPr id="8" name="TextBox 7"/>
            <p:cNvSpPr txBox="1"/>
            <p:nvPr/>
          </p:nvSpPr>
          <p:spPr>
            <a:xfrm>
              <a:off x="2385844" y="378822"/>
              <a:ext cx="11319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33CC"/>
                  </a:solidFill>
                </a:rPr>
                <a:t>RCPCLASS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2267744" y="116632"/>
              <a:ext cx="1368152" cy="893713"/>
            </a:xfrm>
            <a:prstGeom prst="roundRect">
              <a:avLst/>
            </a:prstGeom>
            <a:noFill/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220072" y="387424"/>
            <a:ext cx="13921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solidFill>
                  <a:srgbClr val="0033CC"/>
                </a:solidFill>
              </a:rPr>
              <a:t>PHOTOS HHM </a:t>
            </a:r>
          </a:p>
          <a:p>
            <a:pPr algn="ctr"/>
            <a:r>
              <a:rPr lang="en-GB" dirty="0" smtClean="0">
                <a:solidFill>
                  <a:srgbClr val="0033CC"/>
                </a:solidFill>
              </a:rPr>
              <a:t>SHAPES</a:t>
            </a:r>
          </a:p>
          <a:p>
            <a:pPr algn="ctr"/>
            <a:r>
              <a:rPr lang="en-GB" dirty="0" smtClean="0">
                <a:solidFill>
                  <a:srgbClr val="0033CC"/>
                </a:solidFill>
              </a:rPr>
              <a:t>THICKNESS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220072" y="402233"/>
            <a:ext cx="1368152" cy="1185520"/>
          </a:xfrm>
          <a:prstGeom prst="roundRect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06" name="Group 105"/>
          <p:cNvGrpSpPr/>
          <p:nvPr/>
        </p:nvGrpSpPr>
        <p:grpSpPr>
          <a:xfrm>
            <a:off x="3275856" y="394829"/>
            <a:ext cx="1440160" cy="893713"/>
            <a:chOff x="3275856" y="394829"/>
            <a:chExt cx="1440160" cy="893713"/>
          </a:xfrm>
        </p:grpSpPr>
        <p:sp>
          <p:nvSpPr>
            <p:cNvPr id="10" name="TextBox 9"/>
            <p:cNvSpPr txBox="1"/>
            <p:nvPr/>
          </p:nvSpPr>
          <p:spPr>
            <a:xfrm>
              <a:off x="3275856" y="518520"/>
              <a:ext cx="14401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33CC"/>
                  </a:solidFill>
                </a:rPr>
                <a:t>RCP</a:t>
              </a:r>
            </a:p>
            <a:p>
              <a:pPr algn="ctr"/>
              <a:r>
                <a:rPr lang="en-GB" dirty="0" smtClean="0">
                  <a:solidFill>
                    <a:srgbClr val="0033CC"/>
                  </a:solidFill>
                </a:rPr>
                <a:t>FADECODE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3311860" y="394829"/>
              <a:ext cx="1368152" cy="893713"/>
            </a:xfrm>
            <a:prstGeom prst="roundRect">
              <a:avLst/>
            </a:prstGeom>
            <a:noFill/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3203848" y="1620344"/>
            <a:ext cx="1584176" cy="893713"/>
            <a:chOff x="3203848" y="1620344"/>
            <a:chExt cx="1584176" cy="893713"/>
          </a:xfrm>
        </p:grpSpPr>
        <p:sp>
          <p:nvSpPr>
            <p:cNvPr id="12" name="TextBox 11"/>
            <p:cNvSpPr txBox="1"/>
            <p:nvPr/>
          </p:nvSpPr>
          <p:spPr>
            <a:xfrm>
              <a:off x="3203848" y="1882534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33CC"/>
                  </a:solidFill>
                </a:rPr>
                <a:t>RCPQMDETAIL</a:t>
              </a:r>
              <a:endParaRPr lang="en-GB" dirty="0">
                <a:solidFill>
                  <a:srgbClr val="0033CC"/>
                </a:solidFill>
              </a:endParaRP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3257854" y="1620344"/>
              <a:ext cx="1476164" cy="893713"/>
            </a:xfrm>
            <a:prstGeom prst="roundRect">
              <a:avLst/>
            </a:prstGeom>
            <a:noFill/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3203848" y="2823647"/>
            <a:ext cx="1530170" cy="923330"/>
            <a:chOff x="3203848" y="2823647"/>
            <a:chExt cx="153017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3203848" y="2823647"/>
              <a:ext cx="153017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 smtClean="0">
                  <a:solidFill>
                    <a:srgbClr val="008000"/>
                  </a:solidFill>
                </a:rPr>
                <a:t>RCPLIST</a:t>
              </a:r>
            </a:p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SHADOW</a:t>
              </a:r>
            </a:p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BRAND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3284857" y="2838456"/>
              <a:ext cx="1368152" cy="893713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1403648" y="4056567"/>
            <a:ext cx="1368152" cy="893713"/>
            <a:chOff x="2555777" y="3753196"/>
            <a:chExt cx="1368152" cy="893713"/>
          </a:xfrm>
        </p:grpSpPr>
        <p:sp>
          <p:nvSpPr>
            <p:cNvPr id="15" name="TextBox 14"/>
            <p:cNvSpPr txBox="1"/>
            <p:nvPr/>
          </p:nvSpPr>
          <p:spPr>
            <a:xfrm>
              <a:off x="2555777" y="4015386"/>
              <a:ext cx="1368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RCPFACET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2555777" y="3753196"/>
              <a:ext cx="1368152" cy="893713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3275856" y="4056567"/>
            <a:ext cx="1368152" cy="893713"/>
            <a:chOff x="7092280" y="3645024"/>
            <a:chExt cx="1368152" cy="893713"/>
          </a:xfrm>
        </p:grpSpPr>
        <p:sp>
          <p:nvSpPr>
            <p:cNvPr id="19" name="TextBox 18"/>
            <p:cNvSpPr txBox="1"/>
            <p:nvPr/>
          </p:nvSpPr>
          <p:spPr>
            <a:xfrm>
              <a:off x="7092280" y="3907214"/>
              <a:ext cx="1368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RCPQUANT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092280" y="3645024"/>
              <a:ext cx="1368152" cy="893713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275856" y="5259868"/>
            <a:ext cx="1368152" cy="893713"/>
            <a:chOff x="4788024" y="5964287"/>
            <a:chExt cx="1368152" cy="893713"/>
          </a:xfrm>
        </p:grpSpPr>
        <p:sp>
          <p:nvSpPr>
            <p:cNvPr id="25" name="TextBox 24"/>
            <p:cNvSpPr txBox="1"/>
            <p:nvPr/>
          </p:nvSpPr>
          <p:spPr>
            <a:xfrm>
              <a:off x="4788024" y="6087978"/>
              <a:ext cx="13681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RCPSTD</a:t>
              </a:r>
            </a:p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RCPMAX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4788024" y="5964287"/>
              <a:ext cx="1368152" cy="893713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9" name="Group 118"/>
          <p:cNvGrpSpPr/>
          <p:nvPr/>
        </p:nvGrpSpPr>
        <p:grpSpPr>
          <a:xfrm>
            <a:off x="1403648" y="5230251"/>
            <a:ext cx="1512168" cy="923330"/>
            <a:chOff x="1403648" y="5230251"/>
            <a:chExt cx="1512168" cy="923330"/>
          </a:xfrm>
        </p:grpSpPr>
        <p:sp>
          <p:nvSpPr>
            <p:cNvPr id="21" name="TextBox 20"/>
            <p:cNvSpPr txBox="1"/>
            <p:nvPr/>
          </p:nvSpPr>
          <p:spPr>
            <a:xfrm>
              <a:off x="1403648" y="5230251"/>
              <a:ext cx="151216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RCPDENSITY</a:t>
              </a:r>
            </a:p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RCPPCTFSS RCPPROBING</a:t>
              </a:r>
              <a:endParaRPr lang="en-GB" dirty="0" smtClean="0">
                <a:solidFill>
                  <a:srgbClr val="008000"/>
                </a:solidFill>
              </a:endParaRP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1475656" y="5245060"/>
              <a:ext cx="1368152" cy="893713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71" name="Straight Arrow Connector 70"/>
          <p:cNvCxnSpPr>
            <a:stCxn id="50" idx="1"/>
            <a:endCxn id="51" idx="0"/>
          </p:cNvCxnSpPr>
          <p:nvPr/>
        </p:nvCxnSpPr>
        <p:spPr>
          <a:xfrm flipH="1">
            <a:off x="2087724" y="3285313"/>
            <a:ext cx="1197133" cy="7712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13" idx="2"/>
            <a:endCxn id="53" idx="0"/>
          </p:cNvCxnSpPr>
          <p:nvPr/>
        </p:nvCxnSpPr>
        <p:spPr>
          <a:xfrm flipH="1">
            <a:off x="3959932" y="3746977"/>
            <a:ext cx="9001" cy="30959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2023632" y="4950280"/>
            <a:ext cx="0" cy="29478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53" idx="2"/>
            <a:endCxn id="54" idx="0"/>
          </p:cNvCxnSpPr>
          <p:nvPr/>
        </p:nvCxnSpPr>
        <p:spPr>
          <a:xfrm>
            <a:off x="3959932" y="4950280"/>
            <a:ext cx="0" cy="30958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-108520" y="-44624"/>
            <a:ext cx="696024" cy="6858000"/>
          </a:xfrm>
          <a:prstGeom prst="rect">
            <a:avLst/>
          </a:prstGeom>
          <a:noFill/>
          <a:ln>
            <a:noFill/>
          </a:ln>
        </p:spPr>
        <p:txBody>
          <a:bodyPr vert="wordArtVert" wrap="square" rtlCol="0">
            <a:spAutoFit/>
          </a:bodyPr>
          <a:lstStyle/>
          <a:p>
            <a:pPr algn="ctr"/>
            <a:r>
              <a:rPr lang="en-GB" sz="2800" b="1" dirty="0" smtClean="0">
                <a:solidFill>
                  <a:srgbClr val="FF0000"/>
                </a:solidFill>
              </a:rPr>
              <a:t>RECIPES</a:t>
            </a:r>
            <a:endParaRPr lang="en-GB" sz="2800" b="1" dirty="0">
              <a:solidFill>
                <a:srgbClr val="FF0000"/>
              </a:solidFill>
            </a:endParaRPr>
          </a:p>
        </p:txBody>
      </p:sp>
      <p:grpSp>
        <p:nvGrpSpPr>
          <p:cNvPr id="118" name="Group 117"/>
          <p:cNvGrpSpPr/>
          <p:nvPr/>
        </p:nvGrpSpPr>
        <p:grpSpPr>
          <a:xfrm>
            <a:off x="5148064" y="4056567"/>
            <a:ext cx="1584230" cy="893713"/>
            <a:chOff x="5148064" y="4056567"/>
            <a:chExt cx="1584230" cy="893713"/>
          </a:xfrm>
        </p:grpSpPr>
        <p:sp>
          <p:nvSpPr>
            <p:cNvPr id="73" name="TextBox 72"/>
            <p:cNvSpPr txBox="1"/>
            <p:nvPr/>
          </p:nvSpPr>
          <p:spPr>
            <a:xfrm>
              <a:off x="5148064" y="4318757"/>
              <a:ext cx="15842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INGREDIENTS</a:t>
              </a: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5256103" y="4056567"/>
              <a:ext cx="1368152" cy="893713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75" name="Straight Arrow Connector 74"/>
          <p:cNvCxnSpPr>
            <a:stCxn id="50" idx="3"/>
            <a:endCxn id="74" idx="0"/>
          </p:cNvCxnSpPr>
          <p:nvPr/>
        </p:nvCxnSpPr>
        <p:spPr>
          <a:xfrm>
            <a:off x="4653009" y="3285313"/>
            <a:ext cx="1287170" cy="7712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" name="Group 114"/>
          <p:cNvGrpSpPr/>
          <p:nvPr/>
        </p:nvGrpSpPr>
        <p:grpSpPr>
          <a:xfrm>
            <a:off x="7524328" y="2831052"/>
            <a:ext cx="1584176" cy="893713"/>
            <a:chOff x="7524328" y="2831052"/>
            <a:chExt cx="1584176" cy="893713"/>
          </a:xfrm>
        </p:grpSpPr>
        <p:sp>
          <p:nvSpPr>
            <p:cNvPr id="80" name="TextBox 79"/>
            <p:cNvSpPr txBox="1"/>
            <p:nvPr/>
          </p:nvSpPr>
          <p:spPr>
            <a:xfrm>
              <a:off x="7524328" y="2954743"/>
              <a:ext cx="15841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DIETARY SUPPLEMENT</a:t>
              </a:r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7632340" y="2831052"/>
              <a:ext cx="1368152" cy="893713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7668344" y="4065349"/>
            <a:ext cx="1368152" cy="893713"/>
            <a:chOff x="2555777" y="3753196"/>
            <a:chExt cx="1368152" cy="893713"/>
          </a:xfrm>
        </p:grpSpPr>
        <p:sp>
          <p:nvSpPr>
            <p:cNvPr id="85" name="TextBox 84"/>
            <p:cNvSpPr txBox="1"/>
            <p:nvPr/>
          </p:nvSpPr>
          <p:spPr>
            <a:xfrm>
              <a:off x="2555777" y="4015386"/>
              <a:ext cx="1368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8000"/>
                  </a:solidFill>
                </a:rPr>
                <a:t>DSFACET</a:t>
              </a:r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2555777" y="3753196"/>
              <a:ext cx="1368152" cy="893713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1" name="Group 120"/>
          <p:cNvGrpSpPr/>
          <p:nvPr/>
        </p:nvGrpSpPr>
        <p:grpSpPr>
          <a:xfrm>
            <a:off x="7524328" y="387424"/>
            <a:ext cx="1619672" cy="923330"/>
            <a:chOff x="7524328" y="387424"/>
            <a:chExt cx="1619672" cy="923330"/>
          </a:xfrm>
        </p:grpSpPr>
        <p:sp>
          <p:nvSpPr>
            <p:cNvPr id="89" name="TextBox 88"/>
            <p:cNvSpPr txBox="1"/>
            <p:nvPr/>
          </p:nvSpPr>
          <p:spPr>
            <a:xfrm>
              <a:off x="7524328" y="387424"/>
              <a:ext cx="16196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33CC"/>
                  </a:solidFill>
                </a:rPr>
                <a:t>DIETARY SUPPLEMENT F</a:t>
              </a:r>
              <a:r>
                <a:rPr lang="en-GB" dirty="0" smtClean="0">
                  <a:solidFill>
                    <a:srgbClr val="0033CC"/>
                  </a:solidFill>
                </a:rPr>
                <a:t>ADECODE</a:t>
              </a:r>
              <a:endParaRPr lang="en-GB" dirty="0">
                <a:solidFill>
                  <a:srgbClr val="0033CC"/>
                </a:solidFill>
              </a:endParaRPr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7650088" y="402233"/>
              <a:ext cx="1368152" cy="893713"/>
            </a:xfrm>
            <a:prstGeom prst="roundRect">
              <a:avLst/>
            </a:prstGeom>
            <a:noFill/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0033CC"/>
                </a:solidFill>
              </a:endParaRPr>
            </a:p>
          </p:txBody>
        </p:sp>
      </p:grpSp>
      <p:cxnSp>
        <p:nvCxnSpPr>
          <p:cNvPr id="92" name="Straight Arrow Connector 91"/>
          <p:cNvCxnSpPr>
            <a:stCxn id="82" idx="2"/>
          </p:cNvCxnSpPr>
          <p:nvPr/>
        </p:nvCxnSpPr>
        <p:spPr>
          <a:xfrm>
            <a:off x="8316416" y="3724765"/>
            <a:ext cx="0" cy="34058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6828304" y="-44624"/>
            <a:ext cx="696024" cy="6858000"/>
          </a:xfrm>
          <a:prstGeom prst="rect">
            <a:avLst/>
          </a:prstGeom>
          <a:noFill/>
          <a:ln>
            <a:noFill/>
          </a:ln>
        </p:spPr>
        <p:txBody>
          <a:bodyPr vert="wordArtVert" wrap="square" rtlCol="0">
            <a:spAutoFit/>
          </a:bodyPr>
          <a:lstStyle/>
          <a:p>
            <a:pPr algn="ctr"/>
            <a:r>
              <a:rPr lang="en-GB" sz="2800" b="1" dirty="0" smtClean="0">
                <a:solidFill>
                  <a:srgbClr val="FF0000"/>
                </a:solidFill>
              </a:rPr>
              <a:t>SUPPLEMENTS</a:t>
            </a:r>
            <a:endParaRPr lang="en-GB" sz="2800" b="1" dirty="0">
              <a:solidFill>
                <a:srgbClr val="FF0000"/>
              </a:solidFill>
            </a:endParaRPr>
          </a:p>
        </p:txBody>
      </p:sp>
      <p:cxnSp>
        <p:nvCxnSpPr>
          <p:cNvPr id="100" name="Straight Arrow Connector 99"/>
          <p:cNvCxnSpPr>
            <a:endCxn id="101" idx="1"/>
          </p:cNvCxnSpPr>
          <p:nvPr/>
        </p:nvCxnSpPr>
        <p:spPr>
          <a:xfrm>
            <a:off x="5796136" y="6566674"/>
            <a:ext cx="640739" cy="4256"/>
          </a:xfrm>
          <a:prstGeom prst="straightConnector1">
            <a:avLst/>
          </a:prstGeom>
          <a:ln w="1016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6436875" y="6309320"/>
            <a:ext cx="26716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>
                <a:solidFill>
                  <a:srgbClr val="0000FF"/>
                </a:solidFill>
              </a:rPr>
              <a:t>FINAL DATABASE</a:t>
            </a:r>
            <a:endParaRPr lang="en-GB" sz="2800" b="1" dirty="0">
              <a:solidFill>
                <a:srgbClr val="0000FF"/>
              </a:solidFill>
            </a:endParaRPr>
          </a:p>
        </p:txBody>
      </p:sp>
      <p:grpSp>
        <p:nvGrpSpPr>
          <p:cNvPr id="109" name="Group 108"/>
          <p:cNvGrpSpPr/>
          <p:nvPr/>
        </p:nvGrpSpPr>
        <p:grpSpPr>
          <a:xfrm>
            <a:off x="1331640" y="1627749"/>
            <a:ext cx="1584176" cy="893713"/>
            <a:chOff x="1331640" y="1627749"/>
            <a:chExt cx="1584176" cy="893713"/>
          </a:xfrm>
        </p:grpSpPr>
        <p:sp>
          <p:nvSpPr>
            <p:cNvPr id="103" name="TextBox 102"/>
            <p:cNvSpPr txBox="1"/>
            <p:nvPr/>
          </p:nvSpPr>
          <p:spPr>
            <a:xfrm>
              <a:off x="1331640" y="1751440"/>
              <a:ext cx="15841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33CC"/>
                  </a:solidFill>
                </a:rPr>
                <a:t>RCP</a:t>
              </a:r>
            </a:p>
            <a:p>
              <a:pPr algn="ctr"/>
              <a:r>
                <a:rPr lang="en-GB" dirty="0" smtClean="0">
                  <a:solidFill>
                    <a:srgbClr val="0033CC"/>
                  </a:solidFill>
                </a:rPr>
                <a:t>FADEBYGROUP</a:t>
              </a:r>
              <a:endParaRPr lang="en-GB" dirty="0">
                <a:solidFill>
                  <a:srgbClr val="0033CC"/>
                </a:solidFill>
              </a:endParaRPr>
            </a:p>
          </p:txBody>
        </p:sp>
        <p:sp>
          <p:nvSpPr>
            <p:cNvPr id="104" name="Rounded Rectangle 103"/>
            <p:cNvSpPr/>
            <p:nvPr/>
          </p:nvSpPr>
          <p:spPr>
            <a:xfrm>
              <a:off x="1331640" y="1627749"/>
              <a:ext cx="1584176" cy="893713"/>
            </a:xfrm>
            <a:prstGeom prst="roundRect">
              <a:avLst/>
            </a:prstGeom>
            <a:noFill/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683568" y="5438581"/>
            <a:ext cx="504056" cy="510699"/>
            <a:chOff x="683568" y="4248074"/>
            <a:chExt cx="504056" cy="510699"/>
          </a:xfrm>
        </p:grpSpPr>
        <p:sp>
          <p:nvSpPr>
            <p:cNvPr id="123" name="Flowchart: Connector 122"/>
            <p:cNvSpPr/>
            <p:nvPr/>
          </p:nvSpPr>
          <p:spPr>
            <a:xfrm>
              <a:off x="683568" y="4248074"/>
              <a:ext cx="504056" cy="510699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784753" y="431875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smtClean="0"/>
                <a:t>8</a:t>
              </a:r>
              <a:endParaRPr lang="en-GB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751828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3117C618FBFB40856EC52F4C60CBC5" ma:contentTypeVersion="18" ma:contentTypeDescription="Create a new document." ma:contentTypeScope="" ma:versionID="49df8a4e50af2e0b35fb1d2cbeaf40b9">
  <xsd:schema xmlns:xsd="http://www.w3.org/2001/XMLSchema" xmlns:xs="http://www.w3.org/2001/XMLSchema" xmlns:p="http://schemas.microsoft.com/office/2006/metadata/properties" xmlns:ns2="8340c1bc-d1cd-4b41-91bb-2c2f20a57517" xmlns:ns3="1891344d-db52-4f9c-9457-ef23ea7639fb" targetNamespace="http://schemas.microsoft.com/office/2006/metadata/properties" ma:root="true" ma:fieldsID="ba476b508b474beda7edf354cc99a575" ns2:_="" ns3:_="">
    <xsd:import namespace="8340c1bc-d1cd-4b41-91bb-2c2f20a57517"/>
    <xsd:import namespace="1891344d-db52-4f9c-9457-ef23ea7639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40c1bc-d1cd-4b41-91bb-2c2f20a575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a4eac88-8ae6-4a96-90c7-97bc93c844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91344d-db52-4f9c-9457-ef23ea7639f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25c54d7-cef0-400e-a044-5cf48fe0a388}" ma:internalName="TaxCatchAll" ma:showField="CatchAllData" ma:web="1891344d-db52-4f9c-9457-ef23ea7639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40c1bc-d1cd-4b41-91bb-2c2f20a57517">
      <Terms xmlns="http://schemas.microsoft.com/office/infopath/2007/PartnerControls"/>
    </lcf76f155ced4ddcb4097134ff3c332f>
    <TaxCatchAll xmlns="1891344d-db52-4f9c-9457-ef23ea7639fb" xsi:nil="true"/>
  </documentManagement>
</p:properties>
</file>

<file path=customXml/itemProps1.xml><?xml version="1.0" encoding="utf-8"?>
<ds:datastoreItem xmlns:ds="http://schemas.openxmlformats.org/officeDocument/2006/customXml" ds:itemID="{A0C84959-6483-4B7C-91F4-0A6671C3D1C0}"/>
</file>

<file path=customXml/itemProps2.xml><?xml version="1.0" encoding="utf-8"?>
<ds:datastoreItem xmlns:ds="http://schemas.openxmlformats.org/officeDocument/2006/customXml" ds:itemID="{92813110-522F-4558-BF25-8BBA6C76D41B}"/>
</file>

<file path=customXml/itemProps3.xml><?xml version="1.0" encoding="utf-8"?>
<ds:datastoreItem xmlns:ds="http://schemas.openxmlformats.org/officeDocument/2006/customXml" ds:itemID="{C78B6BCA-CC84-4F17-A4D0-1D604E538CE4}"/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71</Words>
  <Application>Microsoft Office PowerPoint</Application>
  <PresentationFormat>On-screen Show (4:3)</PresentationFormat>
  <Paragraphs>59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Corinne Casagrande</dc:creator>
  <cp:lastModifiedBy>Corinne Casagrande</cp:lastModifiedBy>
  <cp:revision>17</cp:revision>
  <dcterms:created xsi:type="dcterms:W3CDTF">2014-10-10T08:18:34Z</dcterms:created>
  <dcterms:modified xsi:type="dcterms:W3CDTF">2014-10-10T13:54:19Z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0x010100E43117C618FBFB40856EC52F4C60CBC5</vt:lpwstr>
  </property>
</Properties>
</file>